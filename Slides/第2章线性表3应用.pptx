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8" r:id="rId2"/>
    <p:sldMasterId id="2147483689" r:id="rId3"/>
  </p:sldMasterIdLst>
  <p:notesMasterIdLst>
    <p:notesMasterId r:id="rId41"/>
  </p:notesMasterIdLst>
  <p:handoutMasterIdLst>
    <p:handoutMasterId r:id="rId42"/>
  </p:handoutMasterIdLst>
  <p:sldIdLst>
    <p:sldId id="1216" r:id="rId4"/>
    <p:sldId id="725" r:id="rId5"/>
    <p:sldId id="709" r:id="rId6"/>
    <p:sldId id="723" r:id="rId7"/>
    <p:sldId id="710" r:id="rId8"/>
    <p:sldId id="714" r:id="rId9"/>
    <p:sldId id="715" r:id="rId10"/>
    <p:sldId id="716" r:id="rId11"/>
    <p:sldId id="717" r:id="rId12"/>
    <p:sldId id="718" r:id="rId13"/>
    <p:sldId id="719" r:id="rId14"/>
    <p:sldId id="721" r:id="rId15"/>
    <p:sldId id="720" r:id="rId16"/>
    <p:sldId id="693" r:id="rId17"/>
    <p:sldId id="722" r:id="rId18"/>
    <p:sldId id="724" r:id="rId19"/>
    <p:sldId id="1218" r:id="rId20"/>
    <p:sldId id="1219" r:id="rId21"/>
    <p:sldId id="1220" r:id="rId22"/>
    <p:sldId id="1221" r:id="rId23"/>
    <p:sldId id="1222" r:id="rId24"/>
    <p:sldId id="1223" r:id="rId25"/>
    <p:sldId id="1224" r:id="rId26"/>
    <p:sldId id="1225" r:id="rId27"/>
    <p:sldId id="1227" r:id="rId28"/>
    <p:sldId id="1228" r:id="rId29"/>
    <p:sldId id="437" r:id="rId30"/>
    <p:sldId id="439" r:id="rId31"/>
    <p:sldId id="440" r:id="rId32"/>
    <p:sldId id="441" r:id="rId33"/>
    <p:sldId id="533" r:id="rId34"/>
    <p:sldId id="442" r:id="rId35"/>
    <p:sldId id="534" r:id="rId36"/>
    <p:sldId id="535" r:id="rId37"/>
    <p:sldId id="1229" r:id="rId38"/>
    <p:sldId id="1230" r:id="rId39"/>
    <p:sldId id="1236" r:id="rId40"/>
  </p:sldIdLst>
  <p:sldSz cx="9144000" cy="6858000" type="screen4x3"/>
  <p:notesSz cx="6858000" cy="9144000"/>
  <p:custDataLst>
    <p:tags r:id="rId43"/>
  </p:custDataLst>
  <p:defaultTextStyle>
    <a:defPPr>
      <a:defRPr lang="zh-CN"/>
    </a:defPPr>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1pPr>
    <a:lvl2pPr marL="457200" lvl="1"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2pPr>
    <a:lvl3pPr marL="914400" lvl="2"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3pPr>
    <a:lvl4pPr marL="1371600" lvl="3"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4pPr>
    <a:lvl5pPr marL="1828800" lvl="4"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5pPr>
    <a:lvl6pPr marL="2286000" lvl="5"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6pPr>
    <a:lvl7pPr marL="2743200" lvl="6"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7pPr>
    <a:lvl8pPr marL="3200400" lvl="7"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8pPr>
    <a:lvl9pPr marL="3657600" lvl="8"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仿宋_GB2312"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D7D7FF"/>
    <a:srgbClr val="EAEAEA"/>
    <a:srgbClr val="E2D9EB"/>
    <a:srgbClr val="0066FF"/>
    <a:srgbClr val="9476B6"/>
    <a:srgbClr val="EBEBEB"/>
    <a:srgbClr val="B8D4EC"/>
    <a:srgbClr val="F6F6F6"/>
    <a:srgbClr val="36A6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6D9F66E-5EB9-4882-86FB-DCBF35E3C3E4}" styleName="中度样式 4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91562" autoAdjust="0"/>
  </p:normalViewPr>
  <p:slideViewPr>
    <p:cSldViewPr snapToObjects="1" showGuides="1">
      <p:cViewPr varScale="1">
        <p:scale>
          <a:sx n="78" d="100"/>
          <a:sy n="78" d="100"/>
        </p:scale>
        <p:origin x="1728"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5514"/>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handoutMaster" Target="handoutMasters/handoutMaster1.xml"/><Relationship Id="rId47"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tags" Target="tags/tag1.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theme" Target="theme/theme1.xml"/><Relationship Id="rId20" Type="http://schemas.openxmlformats.org/officeDocument/2006/relationships/slide" Target="slides/slide17.xml"/><Relationship Id="rId41"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image" Target="../media/image3.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ln>
        </p:spPr>
        <p:txBody>
          <a:bodyPr vert="horz" wrap="square" lIns="91440" tIns="45720" rIns="91440" bIns="45720" numCol="1" anchor="t" anchorCtr="0" compatLnSpc="1"/>
          <a:lstStyle>
            <a:lvl1pPr eaLnBrk="1" hangingPunct="1">
              <a:spcBef>
                <a:spcPct val="0"/>
              </a:spcBef>
              <a:buFontTx/>
              <a:buNone/>
              <a:defRPr kumimoji="1" sz="1200">
                <a:ea typeface="仿宋_GB2312" pitchFamily="49"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3075" name="Rectangle 3"/>
          <p:cNvSpPr>
            <a:spLocks noGrp="1" noChangeArrowheads="1"/>
          </p:cNvSpPr>
          <p:nvPr>
            <p:ph type="dt" sz="quarter" idx="1"/>
          </p:nvPr>
        </p:nvSpPr>
        <p:spPr bwMode="auto">
          <a:xfrm>
            <a:off x="3886200" y="0"/>
            <a:ext cx="2971800" cy="457200"/>
          </a:xfrm>
          <a:prstGeom prst="rect">
            <a:avLst/>
          </a:prstGeom>
          <a:noFill/>
          <a:ln w="9525">
            <a:noFill/>
            <a:miter lim="800000"/>
          </a:ln>
        </p:spPr>
        <p:txBody>
          <a:bodyPr vert="horz" wrap="square" lIns="91440" tIns="45720" rIns="91440" bIns="45720" numCol="1" anchor="t" anchorCtr="0" compatLnSpc="1"/>
          <a:lstStyle>
            <a:lvl1pPr algn="r" eaLnBrk="1" hangingPunct="1">
              <a:spcBef>
                <a:spcPct val="0"/>
              </a:spcBef>
              <a:buFontTx/>
              <a:buNone/>
              <a:defRPr kumimoji="1" sz="1200">
                <a:ea typeface="仿宋_GB2312" pitchFamily="49" charset="-122"/>
                <a:cs typeface="+mn-cs"/>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3076" name="Rectangle 4"/>
          <p:cNvSpPr>
            <a:spLocks noGrp="1" noChangeArrowheads="1"/>
          </p:cNvSpPr>
          <p:nvPr>
            <p:ph type="ftr" sz="quarter" idx="2"/>
          </p:nvPr>
        </p:nvSpPr>
        <p:spPr bwMode="auto">
          <a:xfrm>
            <a:off x="0" y="8686800"/>
            <a:ext cx="2971800" cy="457200"/>
          </a:xfrm>
          <a:prstGeom prst="rect">
            <a:avLst/>
          </a:prstGeom>
          <a:noFill/>
          <a:ln w="9525">
            <a:noFill/>
            <a:miter lim="800000"/>
          </a:ln>
        </p:spPr>
        <p:txBody>
          <a:bodyPr vert="horz" wrap="square" lIns="91440" tIns="45720" rIns="91440" bIns="45720" numCol="1" anchor="b" anchorCtr="0" compatLnSpc="1"/>
          <a:lstStyle>
            <a:lvl1pPr eaLnBrk="1" hangingPunct="1">
              <a:spcBef>
                <a:spcPct val="0"/>
              </a:spcBef>
              <a:buFontTx/>
              <a:buNone/>
              <a:defRPr kumimoji="1" sz="1200">
                <a:ea typeface="仿宋_GB2312" pitchFamily="49"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3077"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p:spPr>
        <p:txBody>
          <a:bodyPr vert="horz" wrap="square" lIns="91440" tIns="45720" rIns="91440" bIns="45720" numCol="1" anchor="b" anchorCtr="0" compatLnSpc="1"/>
          <a:lstStyle>
            <a:lvl1pPr algn="r" eaLnBrk="1" hangingPunct="1">
              <a:buFont typeface="Arial" panose="020B0604020202020204" pitchFamily="34" charset="0"/>
              <a:buNone/>
              <a:defRPr sz="1200" noProof="1">
                <a:ea typeface="仿宋_GB2312" pitchFamily="49"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92A38A7-D78D-4DF9-B239-EF7EA5511D4D}" type="slidenum">
              <a:rPr kumimoji="0" lang="en-US" altLang="zh-CN" sz="1200" b="0" i="0" u="none" strike="noStrike" kern="1200" cap="none" spc="0" normalizeH="0" baseline="0" noProof="1">
                <a:ln>
                  <a:noFill/>
                </a:ln>
                <a:solidFill>
                  <a:schemeClr val="tx1"/>
                </a:solidFill>
                <a:effectLst/>
                <a:uLnTx/>
                <a:uFillTx/>
                <a:latin typeface="Times New Roman" panose="02020603050405020304" pitchFamily="18" charset="0"/>
                <a:ea typeface="仿宋_GB2312" pitchFamily="49" charset="-122"/>
                <a:cs typeface="+mn-cs"/>
              </a:rPr>
              <a:t>‹#›</a:t>
            </a:fld>
            <a:endParaRPr kumimoji="0" lang="en-US" altLang="zh-CN" sz="1200" b="0" i="0" u="none" strike="noStrike" kern="1200" cap="none" spc="0" normalizeH="0" baseline="0" noProof="1">
              <a:ln>
                <a:noFill/>
              </a:ln>
              <a:solidFill>
                <a:schemeClr val="tx1"/>
              </a:solidFill>
              <a:effectLst/>
              <a:uLnTx/>
              <a:uFillTx/>
              <a:latin typeface="Times New Roman" panose="02020603050405020304" pitchFamily="18" charset="0"/>
              <a:ea typeface="仿宋_GB2312" pitchFamily="49" charset="-122"/>
              <a:cs typeface="+mn-cs"/>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57200"/>
          </a:xfrm>
          <a:prstGeom prst="rect">
            <a:avLst/>
          </a:prstGeom>
          <a:noFill/>
          <a:ln w="9525">
            <a:noFill/>
            <a:miter lim="800000"/>
          </a:ln>
        </p:spPr>
        <p:txBody>
          <a:bodyPr vert="horz" wrap="square" lIns="91440" tIns="45720" rIns="91440" bIns="45720" numCol="1" anchor="t" anchorCtr="0" compatLnSpc="1"/>
          <a:lstStyle>
            <a:lvl1pPr eaLnBrk="1" hangingPunct="1">
              <a:spcBef>
                <a:spcPct val="0"/>
              </a:spcBef>
              <a:buFontTx/>
              <a:buNone/>
              <a:defRPr kumimoji="1" sz="1200">
                <a:ea typeface="仿宋_GB2312" pitchFamily="49"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2051" name="Rectangle 3"/>
          <p:cNvSpPr>
            <a:spLocks noGrp="1" noChangeArrowheads="1"/>
          </p:cNvSpPr>
          <p:nvPr>
            <p:ph type="dt" idx="1"/>
          </p:nvPr>
        </p:nvSpPr>
        <p:spPr bwMode="auto">
          <a:xfrm>
            <a:off x="3886200" y="0"/>
            <a:ext cx="2971800" cy="457200"/>
          </a:xfrm>
          <a:prstGeom prst="rect">
            <a:avLst/>
          </a:prstGeom>
          <a:noFill/>
          <a:ln w="9525">
            <a:noFill/>
            <a:miter lim="800000"/>
          </a:ln>
        </p:spPr>
        <p:txBody>
          <a:bodyPr vert="horz" wrap="square" lIns="91440" tIns="45720" rIns="91440" bIns="45720" numCol="1" anchor="t" anchorCtr="0" compatLnSpc="1"/>
          <a:lstStyle>
            <a:lvl1pPr algn="r" eaLnBrk="1" hangingPunct="1">
              <a:spcBef>
                <a:spcPct val="0"/>
              </a:spcBef>
              <a:buFontTx/>
              <a:buNone/>
              <a:defRPr kumimoji="1" sz="1200">
                <a:ea typeface="仿宋_GB2312" pitchFamily="49" charset="-122"/>
                <a:cs typeface="+mn-cs"/>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7172" name="Rectangle 4"/>
          <p:cNvSpPr>
            <a:spLocks noGrp="1" noRot="1" noChangeAspec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2053" name="Rectangle 5"/>
          <p:cNvSpPr>
            <a:spLocks noGrp="1" noChangeArrowheads="1"/>
          </p:cNvSpPr>
          <p:nvPr>
            <p:ph type="body" sz="quarter" idx="3"/>
          </p:nvPr>
        </p:nvSpPr>
        <p:spPr bwMode="auto">
          <a:xfrm>
            <a:off x="914400" y="4343400"/>
            <a:ext cx="5029200" cy="4114800"/>
          </a:xfrm>
          <a:prstGeom prst="rect">
            <a:avLst/>
          </a:prstGeom>
          <a:noFill/>
          <a:ln w="9525">
            <a:noFill/>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仿宋_GB2312" pitchFamily="49" charset="-122"/>
              </a:rPr>
              <a:t>单击以编辑母版文本样式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仿宋_GB2312" pitchFamily="49" charset="-122"/>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仿宋_GB2312" pitchFamily="49" charset="-122"/>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仿宋_GB2312" pitchFamily="49" charset="-122"/>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仿宋_GB2312" pitchFamily="49" charset="-122"/>
              </a:rPr>
              <a:t>第五级</a:t>
            </a:r>
          </a:p>
        </p:txBody>
      </p:sp>
      <p:sp>
        <p:nvSpPr>
          <p:cNvPr id="2054" name="Rectangle 6"/>
          <p:cNvSpPr>
            <a:spLocks noGrp="1" noChangeArrowheads="1"/>
          </p:cNvSpPr>
          <p:nvPr>
            <p:ph type="ftr" sz="quarter" idx="4"/>
          </p:nvPr>
        </p:nvSpPr>
        <p:spPr bwMode="auto">
          <a:xfrm>
            <a:off x="0" y="8686800"/>
            <a:ext cx="2971800" cy="457200"/>
          </a:xfrm>
          <a:prstGeom prst="rect">
            <a:avLst/>
          </a:prstGeom>
          <a:noFill/>
          <a:ln w="9525">
            <a:noFill/>
            <a:miter lim="800000"/>
          </a:ln>
        </p:spPr>
        <p:txBody>
          <a:bodyPr vert="horz" wrap="square" lIns="91440" tIns="45720" rIns="91440" bIns="45720" numCol="1" anchor="b" anchorCtr="0" compatLnSpc="1"/>
          <a:lstStyle>
            <a:lvl1pPr eaLnBrk="1" hangingPunct="1">
              <a:spcBef>
                <a:spcPct val="0"/>
              </a:spcBef>
              <a:buFontTx/>
              <a:buNone/>
              <a:defRPr kumimoji="1" sz="1200">
                <a:ea typeface="仿宋_GB2312" pitchFamily="49"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2055"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p:spPr>
        <p:txBody>
          <a:bodyPr vert="horz" wrap="square" lIns="91440" tIns="45720" rIns="91440" bIns="45720" numCol="1" anchor="b" anchorCtr="0" compatLnSpc="1"/>
          <a:lstStyle>
            <a:lvl1pPr algn="r" eaLnBrk="1" hangingPunct="1">
              <a:buFont typeface="Arial" panose="020B0604020202020204" pitchFamily="34" charset="0"/>
              <a:buNone/>
              <a:defRPr sz="1200" noProof="1">
                <a:ea typeface="仿宋_GB2312" pitchFamily="49"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9F52307-9B28-41B2-8D96-4A8282D1D992}" type="slidenum">
              <a:rPr kumimoji="0" lang="en-US" altLang="zh-CN" sz="1200" b="0" i="0" u="none" strike="noStrike" kern="1200" cap="none" spc="0" normalizeH="0" baseline="0" noProof="1">
                <a:ln>
                  <a:noFill/>
                </a:ln>
                <a:solidFill>
                  <a:schemeClr val="tx1"/>
                </a:solidFill>
                <a:effectLst/>
                <a:uLnTx/>
                <a:uFillTx/>
                <a:latin typeface="Times New Roman" panose="02020603050405020304" pitchFamily="18" charset="0"/>
                <a:ea typeface="仿宋_GB2312" pitchFamily="49" charset="-122"/>
                <a:cs typeface="+mn-cs"/>
              </a:rPr>
              <a:t>‹#›</a:t>
            </a:fld>
            <a:endParaRPr kumimoji="0" lang="en-US" altLang="zh-CN" sz="1200" b="0" i="0" u="none" strike="noStrike" kern="1200" cap="none" spc="0" normalizeH="0" baseline="0" noProof="1">
              <a:ln>
                <a:noFill/>
              </a:ln>
              <a:solidFill>
                <a:schemeClr val="tx1"/>
              </a:solidFill>
              <a:effectLst/>
              <a:uLnTx/>
              <a:uFillTx/>
              <a:latin typeface="Times New Roman" panose="02020603050405020304" pitchFamily="18" charset="0"/>
              <a:ea typeface="仿宋_GB2312" pitchFamily="49"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仿宋_GB2312" pitchFamily="49" charset="-122"/>
        <a:cs typeface="仿宋_GB2312" pitchFamily="49" charset="-122"/>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仿宋_GB2312" pitchFamily="49" charset="-122"/>
        <a:cs typeface="仿宋_GB2312" pitchFamily="49" charset="-122"/>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仿宋_GB2312" pitchFamily="49" charset="-122"/>
        <a:cs typeface="仿宋_GB2312" pitchFamily="49" charset="-122"/>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仿宋_GB2312" pitchFamily="49" charset="-122"/>
        <a:cs typeface="仿宋_GB2312" pitchFamily="49" charset="-122"/>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仿宋_GB2312" pitchFamily="49" charset="-122"/>
        <a:cs typeface="仿宋_GB2312" pitchFamily="49"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solidFill>
          <a:schemeClr val="bg1"/>
        </a:solidFill>
        <a:effectLst/>
      </p:bgPr>
    </p:bg>
    <p:spTree>
      <p:nvGrpSpPr>
        <p:cNvPr id="1" name=""/>
        <p:cNvGrpSpPr/>
        <p:nvPr/>
      </p:nvGrpSpPr>
      <p:grpSpPr>
        <a:xfrm>
          <a:off x="0" y="0"/>
          <a:ext cx="0" cy="0"/>
          <a:chOff x="0" y="0"/>
          <a:chExt cx="0" cy="0"/>
        </a:xfrm>
      </p:grpSpPr>
      <p:sp>
        <p:nvSpPr>
          <p:cNvPr id="2050" name="直接连接符 9"/>
          <p:cNvSpPr/>
          <p:nvPr userDrawn="1"/>
        </p:nvSpPr>
        <p:spPr>
          <a:xfrm>
            <a:off x="0" y="6357938"/>
            <a:ext cx="9144000" cy="71437"/>
          </a:xfrm>
          <a:prstGeom prst="line">
            <a:avLst/>
          </a:prstGeom>
          <a:ln w="9525">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15" name="矩形 14"/>
          <p:cNvSpPr/>
          <p:nvPr/>
        </p:nvSpPr>
        <p:spPr>
          <a:xfrm>
            <a:off x="0" y="190500"/>
            <a:ext cx="9144000" cy="536575"/>
          </a:xfrm>
          <a:prstGeom prst="rect">
            <a:avLst/>
          </a:prstGeom>
          <a:solidFill>
            <a:schemeClr val="accent2"/>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rgbClr val="FEFFFF"/>
              </a:solidFill>
              <a:effectLst/>
              <a:uLnTx/>
              <a:uFillTx/>
              <a:latin typeface="+mn-lt"/>
              <a:ea typeface="+mn-ea"/>
              <a:cs typeface="+mn-cs"/>
            </a:endParaRPr>
          </a:p>
        </p:txBody>
      </p:sp>
      <p:sp>
        <p:nvSpPr>
          <p:cNvPr id="2" name="标题 1"/>
          <p:cNvSpPr>
            <a:spLocks noGrp="1"/>
          </p:cNvSpPr>
          <p:nvPr>
            <p:ph type="title"/>
          </p:nvPr>
        </p:nvSpPr>
        <p:spPr>
          <a:xfrm>
            <a:off x="844171" y="235957"/>
            <a:ext cx="6400800" cy="456739"/>
          </a:xfrm>
        </p:spPr>
        <p:txBody>
          <a:bodyPr/>
          <a:lstStyle/>
          <a:p>
            <a:r>
              <a:rPr lang="zh-CN" altLang="en-US" noProof="1"/>
              <a:t>单击此处编辑母版标题样式</a:t>
            </a:r>
          </a:p>
        </p:txBody>
      </p:sp>
      <p:sp>
        <p:nvSpPr>
          <p:cNvPr id="3" name="内容占位符 2"/>
          <p:cNvSpPr>
            <a:spLocks noGrp="1"/>
          </p:cNvSpPr>
          <p:nvPr>
            <p:ph idx="1" hasCustomPrompt="1"/>
          </p:nvPr>
        </p:nvSpPr>
        <p:spPr>
          <a:xfrm>
            <a:off x="343198" y="880227"/>
            <a:ext cx="8457604" cy="5741816"/>
          </a:xfrm>
        </p:spPr>
        <p:txBody>
          <a:bodyPr/>
          <a:lstStyle>
            <a:lvl1pPr marL="0" indent="0">
              <a:lnSpc>
                <a:spcPct val="150000"/>
              </a:lnSpc>
              <a:buFont typeface="Arial" panose="020B0604020202020204" pitchFamily="34" charset="0"/>
              <a:buNone/>
              <a:defRPr sz="2800"/>
            </a:lvl1pPr>
            <a:lvl2pPr marL="457200" indent="0">
              <a:lnSpc>
                <a:spcPct val="150000"/>
              </a:lnSpc>
              <a:buNone/>
              <a:defRPr sz="2400"/>
            </a:lvl2pPr>
          </a:lstStyle>
          <a:p>
            <a:pPr lvl="0"/>
            <a:r>
              <a:rPr lang="zh-CN" altLang="en-US" noProof="1"/>
              <a:t>编辑母版文本样式</a:t>
            </a:r>
          </a:p>
          <a:p>
            <a:pPr lvl="1"/>
            <a:r>
              <a:rPr lang="zh-CN" altLang="en-US" noProof="1"/>
              <a:t>第二级</a:t>
            </a:r>
          </a:p>
        </p:txBody>
      </p:sp>
      <p:grpSp>
        <p:nvGrpSpPr>
          <p:cNvPr id="17" name="组合 16"/>
          <p:cNvGrpSpPr/>
          <p:nvPr/>
        </p:nvGrpSpPr>
        <p:grpSpPr>
          <a:xfrm>
            <a:off x="115637" y="378030"/>
            <a:ext cx="617410" cy="174607"/>
            <a:chOff x="384175" y="480608"/>
            <a:chExt cx="348872" cy="98663"/>
          </a:xfrm>
          <a:solidFill>
            <a:schemeClr val="accent3">
              <a:lumMod val="90000"/>
            </a:schemeClr>
          </a:solidFill>
        </p:grpSpPr>
        <p:sp>
          <p:nvSpPr>
            <p:cNvPr id="18" name="等腰三角形 17">
              <a:hlinkClick r:id="" action="ppaction://hlinkshowjump?jump=previousslide"/>
            </p:cNvPr>
            <p:cNvSpPr/>
            <p:nvPr/>
          </p:nvSpPr>
          <p:spPr>
            <a:xfrm rot="5400000" flipH="1">
              <a:off x="3727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sp>
          <p:nvSpPr>
            <p:cNvPr id="19" name="等腰三角形 18">
              <a:hlinkClick r:id="" action="ppaction://hlinkshowjump?jump=previousslide"/>
            </p:cNvPr>
            <p:cNvSpPr/>
            <p:nvPr/>
          </p:nvSpPr>
          <p:spPr>
            <a:xfrm rot="5400000" flipH="1">
              <a:off x="5124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sp>
          <p:nvSpPr>
            <p:cNvPr id="20" name="等腰三角形 19">
              <a:hlinkClick r:id="" action="ppaction://hlinkshowjump?jump=previousslide"/>
            </p:cNvPr>
            <p:cNvSpPr/>
            <p:nvPr/>
          </p:nvSpPr>
          <p:spPr>
            <a:xfrm rot="5400000" flipH="1">
              <a:off x="64580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15" name="矩形 14"/>
          <p:cNvSpPr/>
          <p:nvPr/>
        </p:nvSpPr>
        <p:spPr>
          <a:xfrm>
            <a:off x="0" y="190500"/>
            <a:ext cx="9144000" cy="536575"/>
          </a:xfrm>
          <a:prstGeom prst="rect">
            <a:avLst/>
          </a:prstGeom>
          <a:solidFill>
            <a:schemeClr val="accent2"/>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rgbClr val="FEFFFF"/>
              </a:solidFill>
              <a:effectLst/>
              <a:uLnTx/>
              <a:uFillTx/>
              <a:latin typeface="+mn-lt"/>
              <a:ea typeface="+mn-ea"/>
              <a:cs typeface="+mn-cs"/>
            </a:endParaRPr>
          </a:p>
        </p:txBody>
      </p:sp>
      <p:sp>
        <p:nvSpPr>
          <p:cNvPr id="2" name="标题 1"/>
          <p:cNvSpPr>
            <a:spLocks noGrp="1"/>
          </p:cNvSpPr>
          <p:nvPr>
            <p:ph type="title"/>
          </p:nvPr>
        </p:nvSpPr>
        <p:spPr>
          <a:xfrm>
            <a:off x="844550" y="233716"/>
            <a:ext cx="6400800" cy="457200"/>
          </a:xfrm>
        </p:spPr>
        <p:txBody>
          <a:bodyPr/>
          <a:lstStyle/>
          <a:p>
            <a:r>
              <a:rPr lang="zh-CN" altLang="en-US" noProof="1"/>
              <a:t>单击此处编辑母版标题样式</a:t>
            </a:r>
          </a:p>
        </p:txBody>
      </p:sp>
      <p:sp>
        <p:nvSpPr>
          <p:cNvPr id="4101" name="直接连接符 9"/>
          <p:cNvSpPr/>
          <p:nvPr userDrawn="1"/>
        </p:nvSpPr>
        <p:spPr>
          <a:xfrm>
            <a:off x="0" y="6357938"/>
            <a:ext cx="9144000" cy="71437"/>
          </a:xfrm>
          <a:prstGeom prst="line">
            <a:avLst/>
          </a:prstGeom>
          <a:ln w="9525">
            <a:noFill/>
          </a:ln>
        </p:spPr>
      </p:sp>
      <p:grpSp>
        <p:nvGrpSpPr>
          <p:cNvPr id="17" name="组合 16"/>
          <p:cNvGrpSpPr/>
          <p:nvPr/>
        </p:nvGrpSpPr>
        <p:grpSpPr>
          <a:xfrm>
            <a:off x="115637" y="404664"/>
            <a:ext cx="617410" cy="174607"/>
            <a:chOff x="384175" y="480608"/>
            <a:chExt cx="348872" cy="98663"/>
          </a:xfrm>
          <a:solidFill>
            <a:srgbClr val="76AEDD"/>
          </a:solidFill>
        </p:grpSpPr>
        <p:sp>
          <p:nvSpPr>
            <p:cNvPr id="18" name="等腰三角形 17">
              <a:hlinkClick r:id="" action="ppaction://hlinkshowjump?jump=previousslide"/>
            </p:cNvPr>
            <p:cNvSpPr/>
            <p:nvPr/>
          </p:nvSpPr>
          <p:spPr>
            <a:xfrm rot="5400000" flipH="1">
              <a:off x="3727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sp>
          <p:nvSpPr>
            <p:cNvPr id="19" name="等腰三角形 18">
              <a:hlinkClick r:id="" action="ppaction://hlinkshowjump?jump=previousslide"/>
            </p:cNvPr>
            <p:cNvSpPr/>
            <p:nvPr/>
          </p:nvSpPr>
          <p:spPr>
            <a:xfrm rot="5400000" flipH="1">
              <a:off x="5124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sp>
          <p:nvSpPr>
            <p:cNvPr id="20" name="等腰三角形 19">
              <a:hlinkClick r:id="" action="ppaction://hlinkshowjump?jump=previousslide"/>
            </p:cNvPr>
            <p:cNvSpPr/>
            <p:nvPr/>
          </p:nvSpPr>
          <p:spPr>
            <a:xfrm rot="5400000" flipH="1">
              <a:off x="64580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blank" preserve="1">
  <p:cSld name="空白">
    <p:bg>
      <p:bgPr>
        <a:solidFill>
          <a:srgbClr val="000000"/>
        </a:solidFill>
        <a:effectLst/>
      </p:bgPr>
    </p:bg>
    <p:spTree>
      <p:nvGrpSpPr>
        <p:cNvPr id="1" name=""/>
        <p:cNvGrpSpPr/>
        <p:nvPr/>
      </p:nvGrpSpPr>
      <p:grpSpPr>
        <a:xfrm>
          <a:off x="0" y="0"/>
          <a:ext cx="0" cy="0"/>
          <a:chOff x="0" y="0"/>
          <a:chExt cx="0" cy="0"/>
        </a:xfrm>
      </p:grpSpPr>
      <p:sp>
        <p:nvSpPr>
          <p:cNvPr id="5122" name="直接连接符 9"/>
          <p:cNvSpPr/>
          <p:nvPr userDrawn="1"/>
        </p:nvSpPr>
        <p:spPr>
          <a:xfrm>
            <a:off x="0" y="6357938"/>
            <a:ext cx="9144000" cy="71437"/>
          </a:xfrm>
          <a:prstGeom prst="line">
            <a:avLst/>
          </a:prstGeom>
          <a:ln w="9525">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1A93E5-72AE-44E0-9BB8-A134FA10AA29}"/>
              </a:ext>
            </a:extLst>
          </p:cNvPr>
          <p:cNvSpPr>
            <a:spLocks noGrp="1"/>
          </p:cNvSpPr>
          <p:nvPr>
            <p:ph type="title"/>
          </p:nvPr>
        </p:nvSpPr>
        <p:spPr>
          <a:xfrm>
            <a:off x="457200" y="457200"/>
            <a:ext cx="8229600" cy="1371600"/>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E2C182C0-0C4E-4EF5-ABCE-1ED9A7A69683}"/>
              </a:ext>
            </a:extLst>
          </p:cNvPr>
          <p:cNvSpPr>
            <a:spLocks noGrp="1"/>
          </p:cNvSpPr>
          <p:nvPr>
            <p:ph type="body" sz="half" idx="1"/>
          </p:nvPr>
        </p:nvSpPr>
        <p:spPr>
          <a:xfrm>
            <a:off x="457200" y="1981200"/>
            <a:ext cx="4038600" cy="38862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7409C603-67C4-4406-B8E3-EBC9B289FDBB}"/>
              </a:ext>
            </a:extLst>
          </p:cNvPr>
          <p:cNvSpPr>
            <a:spLocks noGrp="1"/>
          </p:cNvSpPr>
          <p:nvPr>
            <p:ph sz="quarter" idx="2"/>
          </p:nvPr>
        </p:nvSpPr>
        <p:spPr>
          <a:xfrm>
            <a:off x="4648200" y="1981200"/>
            <a:ext cx="4038600" cy="18669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内容占位符 4">
            <a:extLst>
              <a:ext uri="{FF2B5EF4-FFF2-40B4-BE49-F238E27FC236}">
                <a16:creationId xmlns:a16="http://schemas.microsoft.com/office/drawing/2014/main" id="{951DCD04-BA2D-4DD3-B082-E734C749A3E2}"/>
              </a:ext>
            </a:extLst>
          </p:cNvPr>
          <p:cNvSpPr>
            <a:spLocks noGrp="1"/>
          </p:cNvSpPr>
          <p:nvPr>
            <p:ph sz="quarter" idx="3"/>
          </p:nvPr>
        </p:nvSpPr>
        <p:spPr>
          <a:xfrm>
            <a:off x="4648200" y="4000500"/>
            <a:ext cx="4038600" cy="18669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a:extLst>
              <a:ext uri="{FF2B5EF4-FFF2-40B4-BE49-F238E27FC236}">
                <a16:creationId xmlns:a16="http://schemas.microsoft.com/office/drawing/2014/main" id="{C9C51CE4-E105-4E1B-B3F2-384102185F60}"/>
              </a:ext>
            </a:extLst>
          </p:cNvPr>
          <p:cNvSpPr>
            <a:spLocks noGrp="1"/>
          </p:cNvSpPr>
          <p:nvPr>
            <p:ph type="ftr" sz="quarter" idx="10"/>
          </p:nvPr>
        </p:nvSpPr>
        <p:spPr>
          <a:xfrm>
            <a:off x="3124200" y="6248400"/>
            <a:ext cx="2895600" cy="457200"/>
          </a:xfrm>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648898A2-347A-4E7D-9B37-E4E17C3029DE}"/>
              </a:ext>
            </a:extLst>
          </p:cNvPr>
          <p:cNvSpPr>
            <a:spLocks noGrp="1"/>
          </p:cNvSpPr>
          <p:nvPr>
            <p:ph type="sldNum" sz="quarter" idx="11"/>
          </p:nvPr>
        </p:nvSpPr>
        <p:spPr>
          <a:xfrm>
            <a:off x="6553200" y="6200775"/>
            <a:ext cx="2133600" cy="457200"/>
          </a:xfrm>
        </p:spPr>
        <p:txBody>
          <a:bodyPr/>
          <a:lstStyle>
            <a:lvl1pPr>
              <a:defRPr/>
            </a:lvl1pPr>
          </a:lstStyle>
          <a:p>
            <a:fld id="{A3E95E46-D5B8-491E-B9DE-ED4D15127FC0}" type="slidenum">
              <a:rPr lang="en-US" altLang="zh-CN"/>
              <a:pPr/>
              <a:t>‹#›</a:t>
            </a:fld>
            <a:endParaRPr lang="en-US" altLang="zh-CN"/>
          </a:p>
        </p:txBody>
      </p:sp>
      <p:sp>
        <p:nvSpPr>
          <p:cNvPr id="8" name="日期占位符 7">
            <a:extLst>
              <a:ext uri="{FF2B5EF4-FFF2-40B4-BE49-F238E27FC236}">
                <a16:creationId xmlns:a16="http://schemas.microsoft.com/office/drawing/2014/main" id="{0DC3B569-176F-41ED-9B88-AF61AF2BC434}"/>
              </a:ext>
            </a:extLst>
          </p:cNvPr>
          <p:cNvSpPr>
            <a:spLocks noGrp="1"/>
          </p:cNvSpPr>
          <p:nvPr>
            <p:ph type="dt" sz="half" idx="12"/>
          </p:nvPr>
        </p:nvSpPr>
        <p:spPr>
          <a:xfrm>
            <a:off x="457200" y="6245225"/>
            <a:ext cx="2133600" cy="476250"/>
          </a:xfrm>
        </p:spPr>
        <p:txBody>
          <a:bodyPr/>
          <a:lstStyle>
            <a:lvl1pPr>
              <a:defRPr/>
            </a:lvl1pPr>
          </a:lstStyle>
          <a:p>
            <a:endParaRPr lang="en-US" altLang="zh-CN"/>
          </a:p>
        </p:txBody>
      </p:sp>
    </p:spTree>
    <p:extLst>
      <p:ext uri="{BB962C8B-B14F-4D97-AF65-F5344CB8AC3E}">
        <p14:creationId xmlns:p14="http://schemas.microsoft.com/office/powerpoint/2010/main" val="3584850217"/>
      </p:ext>
    </p:extLst>
  </p:cSld>
  <p:clrMapOvr>
    <a:masterClrMapping/>
  </p:clrMapOvr>
  <p:transition>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29698" name="Group 2">
            <a:extLst>
              <a:ext uri="{FF2B5EF4-FFF2-40B4-BE49-F238E27FC236}">
                <a16:creationId xmlns:a16="http://schemas.microsoft.com/office/drawing/2014/main" id="{8CAF50F0-3A55-4ADA-AA1D-9792FAE14E5B}"/>
              </a:ext>
            </a:extLst>
          </p:cNvPr>
          <p:cNvGrpSpPr>
            <a:grpSpLocks/>
          </p:cNvGrpSpPr>
          <p:nvPr/>
        </p:nvGrpSpPr>
        <p:grpSpPr bwMode="auto">
          <a:xfrm>
            <a:off x="0" y="0"/>
            <a:ext cx="9144000" cy="6858000"/>
            <a:chOff x="0" y="0"/>
            <a:chExt cx="5760" cy="4320"/>
          </a:xfrm>
        </p:grpSpPr>
        <p:sp>
          <p:nvSpPr>
            <p:cNvPr id="29699" name="Rectangle 3">
              <a:extLst>
                <a:ext uri="{FF2B5EF4-FFF2-40B4-BE49-F238E27FC236}">
                  <a16:creationId xmlns:a16="http://schemas.microsoft.com/office/drawing/2014/main" id="{3CA8E321-DF00-4874-877B-385BA03E1297}"/>
                </a:ext>
              </a:extLst>
            </p:cNvPr>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imes New Roman" panose="02020603050405020304" pitchFamily="18" charset="0"/>
              </a:endParaRPr>
            </a:p>
          </p:txBody>
        </p:sp>
        <p:sp>
          <p:nvSpPr>
            <p:cNvPr id="29700" name="Rectangle 4">
              <a:extLst>
                <a:ext uri="{FF2B5EF4-FFF2-40B4-BE49-F238E27FC236}">
                  <a16:creationId xmlns:a16="http://schemas.microsoft.com/office/drawing/2014/main" id="{FD4184E0-E0DD-4579-BB7D-FE1E1AAC71A1}"/>
                </a:ext>
              </a:extLst>
            </p:cNvPr>
            <p:cNvSpPr>
              <a:spLocks noChangeArrowheads="1"/>
            </p:cNvSpPr>
            <p:nvPr/>
          </p:nvSpPr>
          <p:spPr bwMode="hidden">
            <a:xfrm>
              <a:off x="1081" y="1065"/>
              <a:ext cx="4679" cy="159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anose="02020603050405020304" pitchFamily="18" charset="0"/>
              </a:endParaRPr>
            </a:p>
          </p:txBody>
        </p:sp>
        <p:grpSp>
          <p:nvGrpSpPr>
            <p:cNvPr id="29701" name="Group 5">
              <a:extLst>
                <a:ext uri="{FF2B5EF4-FFF2-40B4-BE49-F238E27FC236}">
                  <a16:creationId xmlns:a16="http://schemas.microsoft.com/office/drawing/2014/main" id="{AC01B30C-1D2A-4938-A483-9F823E609694}"/>
                </a:ext>
              </a:extLst>
            </p:cNvPr>
            <p:cNvGrpSpPr>
              <a:grpSpLocks/>
            </p:cNvGrpSpPr>
            <p:nvPr/>
          </p:nvGrpSpPr>
          <p:grpSpPr bwMode="auto">
            <a:xfrm>
              <a:off x="0" y="672"/>
              <a:ext cx="1806" cy="1989"/>
              <a:chOff x="0" y="672"/>
              <a:chExt cx="1806" cy="1989"/>
            </a:xfrm>
          </p:grpSpPr>
          <p:sp>
            <p:nvSpPr>
              <p:cNvPr id="29702" name="Rectangle 6">
                <a:extLst>
                  <a:ext uri="{FF2B5EF4-FFF2-40B4-BE49-F238E27FC236}">
                    <a16:creationId xmlns:a16="http://schemas.microsoft.com/office/drawing/2014/main" id="{2054F69F-1878-4EDF-A48B-E59D89D64FE1}"/>
                  </a:ext>
                </a:extLst>
              </p:cNvPr>
              <p:cNvSpPr>
                <a:spLocks noChangeArrowheads="1"/>
              </p:cNvSpPr>
              <p:nvPr userDrawn="1"/>
            </p:nvSpPr>
            <p:spPr bwMode="auto">
              <a:xfrm>
                <a:off x="361" y="2257"/>
                <a:ext cx="363" cy="404"/>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anose="02020603050405020304" pitchFamily="18" charset="0"/>
                </a:endParaRPr>
              </a:p>
            </p:txBody>
          </p:sp>
          <p:sp>
            <p:nvSpPr>
              <p:cNvPr id="29703" name="Rectangle 7">
                <a:extLst>
                  <a:ext uri="{FF2B5EF4-FFF2-40B4-BE49-F238E27FC236}">
                    <a16:creationId xmlns:a16="http://schemas.microsoft.com/office/drawing/2014/main" id="{585B3566-4EB7-49E0-A9C1-98563F1ABE63}"/>
                  </a:ext>
                </a:extLst>
              </p:cNvPr>
              <p:cNvSpPr>
                <a:spLocks noChangeArrowheads="1"/>
              </p:cNvSpPr>
              <p:nvPr userDrawn="1"/>
            </p:nvSpPr>
            <p:spPr bwMode="auto">
              <a:xfrm>
                <a:off x="1081" y="1065"/>
                <a:ext cx="362" cy="40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anose="02020603050405020304" pitchFamily="18" charset="0"/>
                </a:endParaRPr>
              </a:p>
            </p:txBody>
          </p:sp>
          <p:sp>
            <p:nvSpPr>
              <p:cNvPr id="29704" name="Rectangle 8">
                <a:extLst>
                  <a:ext uri="{FF2B5EF4-FFF2-40B4-BE49-F238E27FC236}">
                    <a16:creationId xmlns:a16="http://schemas.microsoft.com/office/drawing/2014/main" id="{6BA47FA8-F952-43B3-9165-49552E7547B7}"/>
                  </a:ext>
                </a:extLst>
              </p:cNvPr>
              <p:cNvSpPr>
                <a:spLocks noChangeArrowheads="1"/>
              </p:cNvSpPr>
              <p:nvPr userDrawn="1"/>
            </p:nvSpPr>
            <p:spPr bwMode="auto">
              <a:xfrm>
                <a:off x="1437" y="672"/>
                <a:ext cx="369" cy="4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anose="02020603050405020304" pitchFamily="18" charset="0"/>
                </a:endParaRPr>
              </a:p>
            </p:txBody>
          </p:sp>
          <p:sp>
            <p:nvSpPr>
              <p:cNvPr id="29705" name="Rectangle 9">
                <a:extLst>
                  <a:ext uri="{FF2B5EF4-FFF2-40B4-BE49-F238E27FC236}">
                    <a16:creationId xmlns:a16="http://schemas.microsoft.com/office/drawing/2014/main" id="{9D408330-8C6C-4B99-960C-3173B443C8B6}"/>
                  </a:ext>
                </a:extLst>
              </p:cNvPr>
              <p:cNvSpPr>
                <a:spLocks noChangeArrowheads="1"/>
              </p:cNvSpPr>
              <p:nvPr userDrawn="1"/>
            </p:nvSpPr>
            <p:spPr bwMode="auto">
              <a:xfrm>
                <a:off x="719" y="2257"/>
                <a:ext cx="368" cy="40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anose="02020603050405020304" pitchFamily="18" charset="0"/>
                </a:endParaRPr>
              </a:p>
            </p:txBody>
          </p:sp>
          <p:sp>
            <p:nvSpPr>
              <p:cNvPr id="29706" name="Rectangle 10">
                <a:extLst>
                  <a:ext uri="{FF2B5EF4-FFF2-40B4-BE49-F238E27FC236}">
                    <a16:creationId xmlns:a16="http://schemas.microsoft.com/office/drawing/2014/main" id="{6DADB660-670B-43E3-B0B3-E6797782571E}"/>
                  </a:ext>
                </a:extLst>
              </p:cNvPr>
              <p:cNvSpPr>
                <a:spLocks noChangeArrowheads="1"/>
              </p:cNvSpPr>
              <p:nvPr userDrawn="1"/>
            </p:nvSpPr>
            <p:spPr bwMode="auto">
              <a:xfrm>
                <a:off x="1437" y="1065"/>
                <a:ext cx="369" cy="40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anose="02020603050405020304" pitchFamily="18" charset="0"/>
                </a:endParaRPr>
              </a:p>
            </p:txBody>
          </p:sp>
          <p:sp>
            <p:nvSpPr>
              <p:cNvPr id="29707" name="Rectangle 11">
                <a:extLst>
                  <a:ext uri="{FF2B5EF4-FFF2-40B4-BE49-F238E27FC236}">
                    <a16:creationId xmlns:a16="http://schemas.microsoft.com/office/drawing/2014/main" id="{21F32A29-CBB3-405F-B62F-AFCA2142A926}"/>
                  </a:ext>
                </a:extLst>
              </p:cNvPr>
              <p:cNvSpPr>
                <a:spLocks noChangeArrowheads="1"/>
              </p:cNvSpPr>
              <p:nvPr userDrawn="1"/>
            </p:nvSpPr>
            <p:spPr bwMode="auto">
              <a:xfrm>
                <a:off x="719" y="1464"/>
                <a:ext cx="368" cy="3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anose="02020603050405020304" pitchFamily="18" charset="0"/>
                </a:endParaRPr>
              </a:p>
            </p:txBody>
          </p:sp>
          <p:sp>
            <p:nvSpPr>
              <p:cNvPr id="29708" name="Rectangle 12">
                <a:extLst>
                  <a:ext uri="{FF2B5EF4-FFF2-40B4-BE49-F238E27FC236}">
                    <a16:creationId xmlns:a16="http://schemas.microsoft.com/office/drawing/2014/main" id="{BED7B892-C9DA-47F7-8DB7-0162F5E59697}"/>
                  </a:ext>
                </a:extLst>
              </p:cNvPr>
              <p:cNvSpPr>
                <a:spLocks noChangeArrowheads="1"/>
              </p:cNvSpPr>
              <p:nvPr userDrawn="1"/>
            </p:nvSpPr>
            <p:spPr bwMode="auto">
              <a:xfrm>
                <a:off x="0" y="1464"/>
                <a:ext cx="367" cy="399"/>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anose="02020603050405020304" pitchFamily="18" charset="0"/>
                </a:endParaRPr>
              </a:p>
            </p:txBody>
          </p:sp>
          <p:sp>
            <p:nvSpPr>
              <p:cNvPr id="29709" name="Rectangle 13">
                <a:extLst>
                  <a:ext uri="{FF2B5EF4-FFF2-40B4-BE49-F238E27FC236}">
                    <a16:creationId xmlns:a16="http://schemas.microsoft.com/office/drawing/2014/main" id="{1CF2F4CA-5A16-4B2E-9649-8934827E6FEA}"/>
                  </a:ext>
                </a:extLst>
              </p:cNvPr>
              <p:cNvSpPr>
                <a:spLocks noChangeArrowheads="1"/>
              </p:cNvSpPr>
              <p:nvPr userDrawn="1"/>
            </p:nvSpPr>
            <p:spPr bwMode="auto">
              <a:xfrm>
                <a:off x="1081" y="1464"/>
                <a:ext cx="362" cy="3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anose="02020603050405020304" pitchFamily="18" charset="0"/>
                </a:endParaRPr>
              </a:p>
            </p:txBody>
          </p:sp>
          <p:sp>
            <p:nvSpPr>
              <p:cNvPr id="29710" name="Rectangle 14">
                <a:extLst>
                  <a:ext uri="{FF2B5EF4-FFF2-40B4-BE49-F238E27FC236}">
                    <a16:creationId xmlns:a16="http://schemas.microsoft.com/office/drawing/2014/main" id="{E44FE56F-87D5-470E-87AD-C89C43394C70}"/>
                  </a:ext>
                </a:extLst>
              </p:cNvPr>
              <p:cNvSpPr>
                <a:spLocks noChangeArrowheads="1"/>
              </p:cNvSpPr>
              <p:nvPr userDrawn="1"/>
            </p:nvSpPr>
            <p:spPr bwMode="auto">
              <a:xfrm>
                <a:off x="361" y="1857"/>
                <a:ext cx="363" cy="40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anose="02020603050405020304" pitchFamily="18" charset="0"/>
                </a:endParaRPr>
              </a:p>
            </p:txBody>
          </p:sp>
          <p:sp>
            <p:nvSpPr>
              <p:cNvPr id="29711" name="Rectangle 15">
                <a:extLst>
                  <a:ext uri="{FF2B5EF4-FFF2-40B4-BE49-F238E27FC236}">
                    <a16:creationId xmlns:a16="http://schemas.microsoft.com/office/drawing/2014/main" id="{2F046A15-3B8F-43A9-B095-F7C1CF803B9B}"/>
                  </a:ext>
                </a:extLst>
              </p:cNvPr>
              <p:cNvSpPr>
                <a:spLocks noChangeArrowheads="1"/>
              </p:cNvSpPr>
              <p:nvPr userDrawn="1"/>
            </p:nvSpPr>
            <p:spPr bwMode="auto">
              <a:xfrm>
                <a:off x="719" y="1857"/>
                <a:ext cx="368" cy="4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anose="02020603050405020304" pitchFamily="18" charset="0"/>
                </a:endParaRPr>
              </a:p>
            </p:txBody>
          </p:sp>
        </p:grpSp>
      </p:grpSp>
      <p:sp>
        <p:nvSpPr>
          <p:cNvPr id="29712" name="Rectangle 16">
            <a:extLst>
              <a:ext uri="{FF2B5EF4-FFF2-40B4-BE49-F238E27FC236}">
                <a16:creationId xmlns:a16="http://schemas.microsoft.com/office/drawing/2014/main" id="{67D1B36C-3839-47A5-A900-133A52291D66}"/>
              </a:ext>
            </a:extLst>
          </p:cNvPr>
          <p:cNvSpPr>
            <a:spLocks noGrp="1" noChangeArrowheads="1"/>
          </p:cNvSpPr>
          <p:nvPr>
            <p:ph type="dt" sz="half" idx="2"/>
          </p:nvPr>
        </p:nvSpPr>
        <p:spPr>
          <a:xfrm>
            <a:off x="457200" y="6248400"/>
            <a:ext cx="2133600" cy="457200"/>
          </a:xfrm>
        </p:spPr>
        <p:txBody>
          <a:bodyPr/>
          <a:lstStyle>
            <a:lvl1pPr>
              <a:defRPr/>
            </a:lvl1pPr>
          </a:lstStyle>
          <a:p>
            <a:endParaRPr lang="en-US" altLang="zh-CN"/>
          </a:p>
        </p:txBody>
      </p:sp>
      <p:sp>
        <p:nvSpPr>
          <p:cNvPr id="29713" name="Rectangle 17">
            <a:extLst>
              <a:ext uri="{FF2B5EF4-FFF2-40B4-BE49-F238E27FC236}">
                <a16:creationId xmlns:a16="http://schemas.microsoft.com/office/drawing/2014/main" id="{0509F7D1-0841-4DCC-9FE2-AE04AD9F3873}"/>
              </a:ext>
            </a:extLst>
          </p:cNvPr>
          <p:cNvSpPr>
            <a:spLocks noGrp="1" noChangeArrowheads="1"/>
          </p:cNvSpPr>
          <p:nvPr>
            <p:ph type="ftr" sz="quarter" idx="3"/>
          </p:nvPr>
        </p:nvSpPr>
        <p:spPr/>
        <p:txBody>
          <a:bodyPr/>
          <a:lstStyle>
            <a:lvl1pPr>
              <a:defRPr/>
            </a:lvl1pPr>
          </a:lstStyle>
          <a:p>
            <a:endParaRPr lang="en-US" altLang="zh-CN"/>
          </a:p>
        </p:txBody>
      </p:sp>
      <p:sp>
        <p:nvSpPr>
          <p:cNvPr id="29714" name="Rectangle 18">
            <a:extLst>
              <a:ext uri="{FF2B5EF4-FFF2-40B4-BE49-F238E27FC236}">
                <a16:creationId xmlns:a16="http://schemas.microsoft.com/office/drawing/2014/main" id="{80A1332F-FCA7-48B5-9F83-5973E300D742}"/>
              </a:ext>
            </a:extLst>
          </p:cNvPr>
          <p:cNvSpPr>
            <a:spLocks noGrp="1" noChangeArrowheads="1"/>
          </p:cNvSpPr>
          <p:nvPr>
            <p:ph type="sldNum" sz="quarter" idx="4"/>
          </p:nvPr>
        </p:nvSpPr>
        <p:spPr>
          <a:xfrm>
            <a:off x="6553200" y="6248400"/>
            <a:ext cx="2133600" cy="457200"/>
          </a:xfrm>
        </p:spPr>
        <p:txBody>
          <a:bodyPr/>
          <a:lstStyle>
            <a:lvl1pPr>
              <a:defRPr sz="1200" b="0">
                <a:latin typeface="Arial Black" panose="020B0A04020102020204" pitchFamily="34" charset="0"/>
                <a:ea typeface="+mn-ea"/>
              </a:defRPr>
            </a:lvl1pPr>
          </a:lstStyle>
          <a:p>
            <a:fld id="{E5309CBB-3AEB-4BD3-8A17-C01AB13CAED3}" type="slidenum">
              <a:rPr lang="en-US" altLang="zh-CN"/>
              <a:pPr/>
              <a:t>‹#›</a:t>
            </a:fld>
            <a:endParaRPr lang="en-US" altLang="zh-CN"/>
          </a:p>
        </p:txBody>
      </p:sp>
      <p:sp>
        <p:nvSpPr>
          <p:cNvPr id="29715" name="Rectangle 19">
            <a:extLst>
              <a:ext uri="{FF2B5EF4-FFF2-40B4-BE49-F238E27FC236}">
                <a16:creationId xmlns:a16="http://schemas.microsoft.com/office/drawing/2014/main" id="{8E8CB819-80A5-4466-9E73-B0A49F10772B}"/>
              </a:ext>
            </a:extLst>
          </p:cNvPr>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pPr lvl="0"/>
            <a:r>
              <a:rPr lang="zh-CN" altLang="en-US" noProof="0"/>
              <a:t>单击此处编辑母版标题样式</a:t>
            </a:r>
          </a:p>
        </p:txBody>
      </p:sp>
      <p:sp>
        <p:nvSpPr>
          <p:cNvPr id="29716" name="Rectangle 20">
            <a:extLst>
              <a:ext uri="{FF2B5EF4-FFF2-40B4-BE49-F238E27FC236}">
                <a16:creationId xmlns:a16="http://schemas.microsoft.com/office/drawing/2014/main" id="{92C074B9-A395-4156-9D56-1EC3461D110C}"/>
              </a:ext>
            </a:extLst>
          </p:cNvPr>
          <p:cNvSpPr>
            <a:spLocks noGrp="1" noChangeArrowheads="1"/>
          </p:cNvSpPr>
          <p:nvPr>
            <p:ph type="subTitle" idx="1"/>
          </p:nvPr>
        </p:nvSpPr>
        <p:spPr>
          <a:xfrm>
            <a:off x="2971800" y="4267200"/>
            <a:ext cx="6019800" cy="1752600"/>
          </a:xfrm>
        </p:spPr>
        <p:txBody>
          <a:bodyPr/>
          <a:lstStyle>
            <a:lvl1pPr marL="0" indent="0">
              <a:buFont typeface="Wingdings" panose="05000000000000000000" pitchFamily="2" charset="2"/>
              <a:buNone/>
              <a:defRPr sz="3400"/>
            </a:lvl1pPr>
          </a:lstStyle>
          <a:p>
            <a:pPr lvl="0"/>
            <a:r>
              <a:rPr lang="zh-CN" altLang="en-US" noProof="0"/>
              <a:t>单击此处编辑母版副标题样式</a:t>
            </a:r>
          </a:p>
        </p:txBody>
      </p:sp>
    </p:spTree>
    <p:extLst>
      <p:ext uri="{BB962C8B-B14F-4D97-AF65-F5344CB8AC3E}">
        <p14:creationId xmlns:p14="http://schemas.microsoft.com/office/powerpoint/2010/main" val="1916492592"/>
      </p:ext>
    </p:extLst>
  </p:cSld>
  <p:clrMapOvr>
    <a:masterClrMapping/>
  </p:clrMapOvr>
  <p:transition>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9048E9-7969-4300-BA6A-AB7F609A3F6B}"/>
              </a:ext>
            </a:extLst>
          </p:cNvPr>
          <p:cNvSpPr>
            <a:spLocks noGrp="1"/>
          </p:cNvSpPr>
          <p:nvPr>
            <p:ph type="title"/>
          </p:nvPr>
        </p:nvSpPr>
        <p:spPr/>
        <p:txBody>
          <a:bodyPr/>
          <a:lstStyle/>
          <a:p>
            <a:r>
              <a:rPr lang="zh-CN" altLang="en-US" dirty="0"/>
              <a:t>单击此处编辑母版标题样式</a:t>
            </a:r>
          </a:p>
        </p:txBody>
      </p:sp>
      <p:sp>
        <p:nvSpPr>
          <p:cNvPr id="3" name="内容占位符 2">
            <a:extLst>
              <a:ext uri="{FF2B5EF4-FFF2-40B4-BE49-F238E27FC236}">
                <a16:creationId xmlns:a16="http://schemas.microsoft.com/office/drawing/2014/main" id="{DF1078F0-05CD-4ADF-9A07-7E85E80AF73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71CF52D6-C64F-4484-B872-4491C534C9FC}"/>
              </a:ext>
            </a:extLst>
          </p:cNvPr>
          <p:cNvSpPr>
            <a:spLocks noGrp="1"/>
          </p:cNvSpPr>
          <p:nvPr>
            <p:ph type="ftr" sz="quarter" idx="10"/>
          </p:nvPr>
        </p:nvSpPr>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1AD00F02-548B-4135-9E7E-FAB4FED24FF6}"/>
              </a:ext>
            </a:extLst>
          </p:cNvPr>
          <p:cNvSpPr>
            <a:spLocks noGrp="1"/>
          </p:cNvSpPr>
          <p:nvPr>
            <p:ph type="sldNum" sz="quarter" idx="11"/>
          </p:nvPr>
        </p:nvSpPr>
        <p:spPr/>
        <p:txBody>
          <a:bodyPr/>
          <a:lstStyle>
            <a:lvl1pPr>
              <a:defRPr/>
            </a:lvl1pPr>
          </a:lstStyle>
          <a:p>
            <a:fld id="{67DFCF5C-C2A2-4C66-B481-19AC68269094}" type="slidenum">
              <a:rPr lang="en-US" altLang="zh-CN"/>
              <a:pPr/>
              <a:t>‹#›</a:t>
            </a:fld>
            <a:endParaRPr lang="en-US" altLang="zh-CN"/>
          </a:p>
        </p:txBody>
      </p:sp>
      <p:sp>
        <p:nvSpPr>
          <p:cNvPr id="6" name="日期占位符 5">
            <a:extLst>
              <a:ext uri="{FF2B5EF4-FFF2-40B4-BE49-F238E27FC236}">
                <a16:creationId xmlns:a16="http://schemas.microsoft.com/office/drawing/2014/main" id="{F846A2C3-D87A-417F-97B7-6D0A37C6295A}"/>
              </a:ext>
            </a:extLst>
          </p:cNvPr>
          <p:cNvSpPr>
            <a:spLocks noGrp="1"/>
          </p:cNvSpPr>
          <p:nvPr>
            <p:ph type="dt" sz="half" idx="12"/>
          </p:nvPr>
        </p:nvSpPr>
        <p:spPr/>
        <p:txBody>
          <a:bodyPr/>
          <a:lstStyle>
            <a:lvl1pPr>
              <a:defRPr/>
            </a:lvl1pPr>
          </a:lstStyle>
          <a:p>
            <a:endParaRPr lang="en-US" altLang="zh-CN"/>
          </a:p>
        </p:txBody>
      </p:sp>
    </p:spTree>
    <p:extLst>
      <p:ext uri="{BB962C8B-B14F-4D97-AF65-F5344CB8AC3E}">
        <p14:creationId xmlns:p14="http://schemas.microsoft.com/office/powerpoint/2010/main" val="3700644811"/>
      </p:ext>
    </p:extLst>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EE5B9B-EAD2-474C-80D9-55EDBD5B3B0F}"/>
              </a:ext>
            </a:extLst>
          </p:cNvPr>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4EDEB9AB-0B78-4779-B2DD-2156F4E52DEE}"/>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F9F454CB-5FA3-4EE5-A663-E5F42B206E69}"/>
              </a:ext>
            </a:extLst>
          </p:cNvPr>
          <p:cNvSpPr>
            <a:spLocks noGrp="1"/>
          </p:cNvSpPr>
          <p:nvPr>
            <p:ph type="ftr" sz="quarter" idx="10"/>
          </p:nvPr>
        </p:nvSpPr>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66BDDD17-3EEF-410F-AD08-0F2841DB8E0C}"/>
              </a:ext>
            </a:extLst>
          </p:cNvPr>
          <p:cNvSpPr>
            <a:spLocks noGrp="1"/>
          </p:cNvSpPr>
          <p:nvPr>
            <p:ph type="sldNum" sz="quarter" idx="11"/>
          </p:nvPr>
        </p:nvSpPr>
        <p:spPr/>
        <p:txBody>
          <a:bodyPr/>
          <a:lstStyle>
            <a:lvl1pPr>
              <a:defRPr/>
            </a:lvl1pPr>
          </a:lstStyle>
          <a:p>
            <a:fld id="{9561422F-630F-49A1-B5EE-888F39F5095F}" type="slidenum">
              <a:rPr lang="en-US" altLang="zh-CN"/>
              <a:pPr/>
              <a:t>‹#›</a:t>
            </a:fld>
            <a:endParaRPr lang="en-US" altLang="zh-CN"/>
          </a:p>
        </p:txBody>
      </p:sp>
      <p:sp>
        <p:nvSpPr>
          <p:cNvPr id="6" name="日期占位符 5">
            <a:extLst>
              <a:ext uri="{FF2B5EF4-FFF2-40B4-BE49-F238E27FC236}">
                <a16:creationId xmlns:a16="http://schemas.microsoft.com/office/drawing/2014/main" id="{30C34C09-E65E-40A6-A4C3-564AF5414211}"/>
              </a:ext>
            </a:extLst>
          </p:cNvPr>
          <p:cNvSpPr>
            <a:spLocks noGrp="1"/>
          </p:cNvSpPr>
          <p:nvPr>
            <p:ph type="dt" sz="half" idx="12"/>
          </p:nvPr>
        </p:nvSpPr>
        <p:spPr/>
        <p:txBody>
          <a:bodyPr/>
          <a:lstStyle>
            <a:lvl1pPr>
              <a:defRPr/>
            </a:lvl1pPr>
          </a:lstStyle>
          <a:p>
            <a:endParaRPr lang="en-US" altLang="zh-CN"/>
          </a:p>
        </p:txBody>
      </p:sp>
    </p:spTree>
    <p:extLst>
      <p:ext uri="{BB962C8B-B14F-4D97-AF65-F5344CB8AC3E}">
        <p14:creationId xmlns:p14="http://schemas.microsoft.com/office/powerpoint/2010/main" val="243990964"/>
      </p:ext>
    </p:extLst>
  </p:cSld>
  <p:clrMapOvr>
    <a:masterClrMapping/>
  </p:clrMapOvr>
  <p:transition>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BF6908-2681-4A69-81B6-7F484EF544C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3703E58-A1D6-4DFF-B8A7-9F42B3BFBB56}"/>
              </a:ext>
            </a:extLst>
          </p:cNvPr>
          <p:cNvSpPr>
            <a:spLocks noGrp="1"/>
          </p:cNvSpPr>
          <p:nvPr>
            <p:ph sz="half" idx="1"/>
          </p:nvPr>
        </p:nvSpPr>
        <p:spPr>
          <a:xfrm>
            <a:off x="457200" y="1981200"/>
            <a:ext cx="4038600" cy="38862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136F388D-E693-4968-8F3F-2567DCC1639E}"/>
              </a:ext>
            </a:extLst>
          </p:cNvPr>
          <p:cNvSpPr>
            <a:spLocks noGrp="1"/>
          </p:cNvSpPr>
          <p:nvPr>
            <p:ph sz="half" idx="2"/>
          </p:nvPr>
        </p:nvSpPr>
        <p:spPr>
          <a:xfrm>
            <a:off x="4648200" y="1981200"/>
            <a:ext cx="4038600" cy="38862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A9FC00AB-6640-4CB8-8B95-ACA87343E42E}"/>
              </a:ext>
            </a:extLst>
          </p:cNvPr>
          <p:cNvSpPr>
            <a:spLocks noGrp="1"/>
          </p:cNvSpPr>
          <p:nvPr>
            <p:ph type="ftr" sz="quarter" idx="10"/>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6C4F2435-F14C-427A-B97F-EC0D7144A283}"/>
              </a:ext>
            </a:extLst>
          </p:cNvPr>
          <p:cNvSpPr>
            <a:spLocks noGrp="1"/>
          </p:cNvSpPr>
          <p:nvPr>
            <p:ph type="sldNum" sz="quarter" idx="11"/>
          </p:nvPr>
        </p:nvSpPr>
        <p:spPr/>
        <p:txBody>
          <a:bodyPr/>
          <a:lstStyle>
            <a:lvl1pPr>
              <a:defRPr/>
            </a:lvl1pPr>
          </a:lstStyle>
          <a:p>
            <a:fld id="{8A31931F-EF41-40CE-B503-7D416B9597B0}" type="slidenum">
              <a:rPr lang="en-US" altLang="zh-CN"/>
              <a:pPr/>
              <a:t>‹#›</a:t>
            </a:fld>
            <a:endParaRPr lang="en-US" altLang="zh-CN"/>
          </a:p>
        </p:txBody>
      </p:sp>
      <p:sp>
        <p:nvSpPr>
          <p:cNvPr id="7" name="日期占位符 6">
            <a:extLst>
              <a:ext uri="{FF2B5EF4-FFF2-40B4-BE49-F238E27FC236}">
                <a16:creationId xmlns:a16="http://schemas.microsoft.com/office/drawing/2014/main" id="{83DAA1C9-D806-430A-BD3F-C90F1F931617}"/>
              </a:ext>
            </a:extLst>
          </p:cNvPr>
          <p:cNvSpPr>
            <a:spLocks noGrp="1"/>
          </p:cNvSpPr>
          <p:nvPr>
            <p:ph type="dt" sz="half" idx="12"/>
          </p:nvPr>
        </p:nvSpPr>
        <p:spPr/>
        <p:txBody>
          <a:bodyPr/>
          <a:lstStyle>
            <a:lvl1pPr>
              <a:defRPr/>
            </a:lvl1pPr>
          </a:lstStyle>
          <a:p>
            <a:endParaRPr lang="en-US" altLang="zh-CN"/>
          </a:p>
        </p:txBody>
      </p:sp>
    </p:spTree>
    <p:extLst>
      <p:ext uri="{BB962C8B-B14F-4D97-AF65-F5344CB8AC3E}">
        <p14:creationId xmlns:p14="http://schemas.microsoft.com/office/powerpoint/2010/main" val="1081368443"/>
      </p:ext>
    </p:extLst>
  </p:cSld>
  <p:clrMapOvr>
    <a:masterClrMapping/>
  </p:clrMapOvr>
  <p:transition>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C85370-78EB-4017-B873-01488CBEC901}"/>
              </a:ext>
            </a:extLst>
          </p:cNvPr>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6BFAADA-45BF-4757-B837-AB17A262AABC}"/>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04242B3C-64ED-4CAB-AAEC-5DCA64A313F5}"/>
              </a:ext>
            </a:extLst>
          </p:cNvPr>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61AD68A9-2257-42C5-BE0E-6B350D9FE444}"/>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47D4182D-0893-4FF4-8917-C7E4B519F53D}"/>
              </a:ext>
            </a:extLst>
          </p:cNvPr>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8E19D611-22C1-4CD5-98B3-34A658251273}"/>
              </a:ext>
            </a:extLst>
          </p:cNvPr>
          <p:cNvSpPr>
            <a:spLocks noGrp="1"/>
          </p:cNvSpPr>
          <p:nvPr>
            <p:ph type="ftr" sz="quarter" idx="10"/>
          </p:nvPr>
        </p:nvSpPr>
        <p:spPr/>
        <p:txBody>
          <a:bodyPr/>
          <a:lstStyle>
            <a:lvl1pPr>
              <a:defRPr/>
            </a:lvl1pPr>
          </a:lstStyle>
          <a:p>
            <a:endParaRPr lang="en-US" altLang="zh-CN"/>
          </a:p>
        </p:txBody>
      </p:sp>
      <p:sp>
        <p:nvSpPr>
          <p:cNvPr id="8" name="灯片编号占位符 7">
            <a:extLst>
              <a:ext uri="{FF2B5EF4-FFF2-40B4-BE49-F238E27FC236}">
                <a16:creationId xmlns:a16="http://schemas.microsoft.com/office/drawing/2014/main" id="{50070C82-9147-4D12-AE04-F72416F8B8CF}"/>
              </a:ext>
            </a:extLst>
          </p:cNvPr>
          <p:cNvSpPr>
            <a:spLocks noGrp="1"/>
          </p:cNvSpPr>
          <p:nvPr>
            <p:ph type="sldNum" sz="quarter" idx="11"/>
          </p:nvPr>
        </p:nvSpPr>
        <p:spPr/>
        <p:txBody>
          <a:bodyPr/>
          <a:lstStyle>
            <a:lvl1pPr>
              <a:defRPr/>
            </a:lvl1pPr>
          </a:lstStyle>
          <a:p>
            <a:fld id="{8ED5FE2A-6A0D-46F0-9A25-D63A1B86CAAF}" type="slidenum">
              <a:rPr lang="en-US" altLang="zh-CN"/>
              <a:pPr/>
              <a:t>‹#›</a:t>
            </a:fld>
            <a:endParaRPr lang="en-US" altLang="zh-CN"/>
          </a:p>
        </p:txBody>
      </p:sp>
      <p:sp>
        <p:nvSpPr>
          <p:cNvPr id="9" name="日期占位符 8">
            <a:extLst>
              <a:ext uri="{FF2B5EF4-FFF2-40B4-BE49-F238E27FC236}">
                <a16:creationId xmlns:a16="http://schemas.microsoft.com/office/drawing/2014/main" id="{FC29BF08-1F99-4F41-9FE0-897CAFB2533F}"/>
              </a:ext>
            </a:extLst>
          </p:cNvPr>
          <p:cNvSpPr>
            <a:spLocks noGrp="1"/>
          </p:cNvSpPr>
          <p:nvPr>
            <p:ph type="dt" sz="half" idx="12"/>
          </p:nvPr>
        </p:nvSpPr>
        <p:spPr/>
        <p:txBody>
          <a:bodyPr/>
          <a:lstStyle>
            <a:lvl1pPr>
              <a:defRPr/>
            </a:lvl1pPr>
          </a:lstStyle>
          <a:p>
            <a:endParaRPr lang="en-US" altLang="zh-CN"/>
          </a:p>
        </p:txBody>
      </p:sp>
    </p:spTree>
    <p:extLst>
      <p:ext uri="{BB962C8B-B14F-4D97-AF65-F5344CB8AC3E}">
        <p14:creationId xmlns:p14="http://schemas.microsoft.com/office/powerpoint/2010/main" val="2474274667"/>
      </p:ext>
    </p:extLst>
  </p:cSld>
  <p:clrMapOvr>
    <a:masterClrMapping/>
  </p:clrMapOvr>
  <p:transition>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7D100A-5B57-4855-8146-C6CF87D3EF5C}"/>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7E59A4E8-8ACF-4115-8384-5197E01C8D62}"/>
              </a:ext>
            </a:extLst>
          </p:cNvPr>
          <p:cNvSpPr>
            <a:spLocks noGrp="1"/>
          </p:cNvSpPr>
          <p:nvPr>
            <p:ph type="ftr" sz="quarter" idx="10"/>
          </p:nvPr>
        </p:nvSpPr>
        <p:spPr/>
        <p:txBody>
          <a:bodyPr/>
          <a:lstStyle>
            <a:lvl1pPr>
              <a:defRPr/>
            </a:lvl1pPr>
          </a:lstStyle>
          <a:p>
            <a:endParaRPr lang="en-US" altLang="zh-CN"/>
          </a:p>
        </p:txBody>
      </p:sp>
      <p:sp>
        <p:nvSpPr>
          <p:cNvPr id="4" name="灯片编号占位符 3">
            <a:extLst>
              <a:ext uri="{FF2B5EF4-FFF2-40B4-BE49-F238E27FC236}">
                <a16:creationId xmlns:a16="http://schemas.microsoft.com/office/drawing/2014/main" id="{BF4A9A5F-FC52-48D2-AF1A-4C84D2DFE5B2}"/>
              </a:ext>
            </a:extLst>
          </p:cNvPr>
          <p:cNvSpPr>
            <a:spLocks noGrp="1"/>
          </p:cNvSpPr>
          <p:nvPr>
            <p:ph type="sldNum" sz="quarter" idx="11"/>
          </p:nvPr>
        </p:nvSpPr>
        <p:spPr/>
        <p:txBody>
          <a:bodyPr/>
          <a:lstStyle>
            <a:lvl1pPr>
              <a:defRPr/>
            </a:lvl1pPr>
          </a:lstStyle>
          <a:p>
            <a:fld id="{74F561C9-FB71-4454-A9F9-B9626922A02F}" type="slidenum">
              <a:rPr lang="en-US" altLang="zh-CN"/>
              <a:pPr/>
              <a:t>‹#›</a:t>
            </a:fld>
            <a:endParaRPr lang="en-US" altLang="zh-CN"/>
          </a:p>
        </p:txBody>
      </p:sp>
      <p:sp>
        <p:nvSpPr>
          <p:cNvPr id="5" name="日期占位符 4">
            <a:extLst>
              <a:ext uri="{FF2B5EF4-FFF2-40B4-BE49-F238E27FC236}">
                <a16:creationId xmlns:a16="http://schemas.microsoft.com/office/drawing/2014/main" id="{5B90ABE2-FCE1-4421-818A-7C71304F76E3}"/>
              </a:ext>
            </a:extLst>
          </p:cNvPr>
          <p:cNvSpPr>
            <a:spLocks noGrp="1"/>
          </p:cNvSpPr>
          <p:nvPr>
            <p:ph type="dt" sz="half" idx="12"/>
          </p:nvPr>
        </p:nvSpPr>
        <p:spPr/>
        <p:txBody>
          <a:bodyPr/>
          <a:lstStyle>
            <a:lvl1pPr>
              <a:defRPr/>
            </a:lvl1pPr>
          </a:lstStyle>
          <a:p>
            <a:endParaRPr lang="en-US" altLang="zh-CN"/>
          </a:p>
        </p:txBody>
      </p:sp>
    </p:spTree>
    <p:extLst>
      <p:ext uri="{BB962C8B-B14F-4D97-AF65-F5344CB8AC3E}">
        <p14:creationId xmlns:p14="http://schemas.microsoft.com/office/powerpoint/2010/main" val="2154071399"/>
      </p:ext>
    </p:extLst>
  </p:cSld>
  <p:clrMapOvr>
    <a:masterClrMapping/>
  </p:clrMapOvr>
  <p:transition>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DAAE7580-9D24-411F-8067-CE1FA87A8B8C}"/>
              </a:ext>
            </a:extLst>
          </p:cNvPr>
          <p:cNvSpPr>
            <a:spLocks noGrp="1"/>
          </p:cNvSpPr>
          <p:nvPr>
            <p:ph type="ftr" sz="quarter" idx="10"/>
          </p:nvPr>
        </p:nvSpPr>
        <p:spPr/>
        <p:txBody>
          <a:bodyPr/>
          <a:lstStyle>
            <a:lvl1pPr>
              <a:defRPr/>
            </a:lvl1pPr>
          </a:lstStyle>
          <a:p>
            <a:endParaRPr lang="en-US" altLang="zh-CN"/>
          </a:p>
        </p:txBody>
      </p:sp>
      <p:sp>
        <p:nvSpPr>
          <p:cNvPr id="3" name="灯片编号占位符 2">
            <a:extLst>
              <a:ext uri="{FF2B5EF4-FFF2-40B4-BE49-F238E27FC236}">
                <a16:creationId xmlns:a16="http://schemas.microsoft.com/office/drawing/2014/main" id="{62A20B5A-2B24-441F-827C-9288EFD0DD98}"/>
              </a:ext>
            </a:extLst>
          </p:cNvPr>
          <p:cNvSpPr>
            <a:spLocks noGrp="1"/>
          </p:cNvSpPr>
          <p:nvPr>
            <p:ph type="sldNum" sz="quarter" idx="11"/>
          </p:nvPr>
        </p:nvSpPr>
        <p:spPr/>
        <p:txBody>
          <a:bodyPr/>
          <a:lstStyle>
            <a:lvl1pPr>
              <a:defRPr/>
            </a:lvl1pPr>
          </a:lstStyle>
          <a:p>
            <a:fld id="{261FF4EF-7BBD-4FA0-9747-34A363CFCF8F}" type="slidenum">
              <a:rPr lang="en-US" altLang="zh-CN"/>
              <a:pPr/>
              <a:t>‹#›</a:t>
            </a:fld>
            <a:endParaRPr lang="en-US" altLang="zh-CN"/>
          </a:p>
        </p:txBody>
      </p:sp>
      <p:sp>
        <p:nvSpPr>
          <p:cNvPr id="4" name="日期占位符 3">
            <a:extLst>
              <a:ext uri="{FF2B5EF4-FFF2-40B4-BE49-F238E27FC236}">
                <a16:creationId xmlns:a16="http://schemas.microsoft.com/office/drawing/2014/main" id="{FA84933C-F8BA-4D78-8B20-AC7E97CDEB78}"/>
              </a:ext>
            </a:extLst>
          </p:cNvPr>
          <p:cNvSpPr>
            <a:spLocks noGrp="1"/>
          </p:cNvSpPr>
          <p:nvPr>
            <p:ph type="dt" sz="half" idx="12"/>
          </p:nvPr>
        </p:nvSpPr>
        <p:spPr/>
        <p:txBody>
          <a:bodyPr/>
          <a:lstStyle>
            <a:lvl1pPr>
              <a:defRPr/>
            </a:lvl1pPr>
          </a:lstStyle>
          <a:p>
            <a:endParaRPr lang="en-US" altLang="zh-CN"/>
          </a:p>
        </p:txBody>
      </p:sp>
    </p:spTree>
    <p:extLst>
      <p:ext uri="{BB962C8B-B14F-4D97-AF65-F5344CB8AC3E}">
        <p14:creationId xmlns:p14="http://schemas.microsoft.com/office/powerpoint/2010/main" val="469601979"/>
      </p:ext>
    </p:extLst>
  </p:cSld>
  <p:clrMapOvr>
    <a:masterClrMapping/>
  </p:clrMapOvr>
  <p:transition>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EDAD98-0F2F-43ED-B9B8-D9BB4FA071AF}"/>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05088B04-690B-4362-8C14-48C7BF31391C}"/>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1E6A5527-53B5-431B-94A1-540395E6C69E}"/>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5112205B-3744-49D9-8FE7-56DF158DA2B1}"/>
              </a:ext>
            </a:extLst>
          </p:cNvPr>
          <p:cNvSpPr>
            <a:spLocks noGrp="1"/>
          </p:cNvSpPr>
          <p:nvPr>
            <p:ph type="ftr" sz="quarter" idx="10"/>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D57C1708-194E-464B-A327-7D2563DDCB94}"/>
              </a:ext>
            </a:extLst>
          </p:cNvPr>
          <p:cNvSpPr>
            <a:spLocks noGrp="1"/>
          </p:cNvSpPr>
          <p:nvPr>
            <p:ph type="sldNum" sz="quarter" idx="11"/>
          </p:nvPr>
        </p:nvSpPr>
        <p:spPr/>
        <p:txBody>
          <a:bodyPr/>
          <a:lstStyle>
            <a:lvl1pPr>
              <a:defRPr/>
            </a:lvl1pPr>
          </a:lstStyle>
          <a:p>
            <a:fld id="{E77B8F39-10B7-4545-A6C0-3F0F860BA4FE}" type="slidenum">
              <a:rPr lang="en-US" altLang="zh-CN"/>
              <a:pPr/>
              <a:t>‹#›</a:t>
            </a:fld>
            <a:endParaRPr lang="en-US" altLang="zh-CN"/>
          </a:p>
        </p:txBody>
      </p:sp>
      <p:sp>
        <p:nvSpPr>
          <p:cNvPr id="7" name="日期占位符 6">
            <a:extLst>
              <a:ext uri="{FF2B5EF4-FFF2-40B4-BE49-F238E27FC236}">
                <a16:creationId xmlns:a16="http://schemas.microsoft.com/office/drawing/2014/main" id="{97918829-C0AE-484B-B38E-2B3238969187}"/>
              </a:ext>
            </a:extLst>
          </p:cNvPr>
          <p:cNvSpPr>
            <a:spLocks noGrp="1"/>
          </p:cNvSpPr>
          <p:nvPr>
            <p:ph type="dt" sz="half" idx="12"/>
          </p:nvPr>
        </p:nvSpPr>
        <p:spPr/>
        <p:txBody>
          <a:bodyPr/>
          <a:lstStyle>
            <a:lvl1pPr>
              <a:defRPr/>
            </a:lvl1pPr>
          </a:lstStyle>
          <a:p>
            <a:endParaRPr lang="en-US" altLang="zh-CN"/>
          </a:p>
        </p:txBody>
      </p:sp>
    </p:spTree>
    <p:extLst>
      <p:ext uri="{BB962C8B-B14F-4D97-AF65-F5344CB8AC3E}">
        <p14:creationId xmlns:p14="http://schemas.microsoft.com/office/powerpoint/2010/main" val="720165786"/>
      </p:ext>
    </p:extLst>
  </p:cSld>
  <p:clrMapOvr>
    <a:masterClrMapping/>
  </p:clrMapOvr>
  <p:transition>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830182-45BC-4F98-8B9A-8E68F5430A45}"/>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8F2BEAD-96DE-46FB-9A5C-AE3D7EEA5720}"/>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9B6901F3-5B60-466C-895C-D40C8DA05C6C}"/>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F6B48F8F-5375-459A-8CD5-32FB7BFCB97C}"/>
              </a:ext>
            </a:extLst>
          </p:cNvPr>
          <p:cNvSpPr>
            <a:spLocks noGrp="1"/>
          </p:cNvSpPr>
          <p:nvPr>
            <p:ph type="ftr" sz="quarter" idx="10"/>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A5B7A2D5-5350-4E5D-8EE4-5E291E74D07D}"/>
              </a:ext>
            </a:extLst>
          </p:cNvPr>
          <p:cNvSpPr>
            <a:spLocks noGrp="1"/>
          </p:cNvSpPr>
          <p:nvPr>
            <p:ph type="sldNum" sz="quarter" idx="11"/>
          </p:nvPr>
        </p:nvSpPr>
        <p:spPr/>
        <p:txBody>
          <a:bodyPr/>
          <a:lstStyle>
            <a:lvl1pPr>
              <a:defRPr/>
            </a:lvl1pPr>
          </a:lstStyle>
          <a:p>
            <a:fld id="{3B5074B4-9195-4B33-9557-6D03CD715FC5}" type="slidenum">
              <a:rPr lang="en-US" altLang="zh-CN"/>
              <a:pPr/>
              <a:t>‹#›</a:t>
            </a:fld>
            <a:endParaRPr lang="en-US" altLang="zh-CN"/>
          </a:p>
        </p:txBody>
      </p:sp>
      <p:sp>
        <p:nvSpPr>
          <p:cNvPr id="7" name="日期占位符 6">
            <a:extLst>
              <a:ext uri="{FF2B5EF4-FFF2-40B4-BE49-F238E27FC236}">
                <a16:creationId xmlns:a16="http://schemas.microsoft.com/office/drawing/2014/main" id="{87C5420C-4B03-4E48-8D15-78B4EC17B174}"/>
              </a:ext>
            </a:extLst>
          </p:cNvPr>
          <p:cNvSpPr>
            <a:spLocks noGrp="1"/>
          </p:cNvSpPr>
          <p:nvPr>
            <p:ph type="dt" sz="half" idx="12"/>
          </p:nvPr>
        </p:nvSpPr>
        <p:spPr/>
        <p:txBody>
          <a:bodyPr/>
          <a:lstStyle>
            <a:lvl1pPr>
              <a:defRPr/>
            </a:lvl1pPr>
          </a:lstStyle>
          <a:p>
            <a:endParaRPr lang="en-US" altLang="zh-CN"/>
          </a:p>
        </p:txBody>
      </p:sp>
    </p:spTree>
    <p:extLst>
      <p:ext uri="{BB962C8B-B14F-4D97-AF65-F5344CB8AC3E}">
        <p14:creationId xmlns:p14="http://schemas.microsoft.com/office/powerpoint/2010/main" val="2795680716"/>
      </p:ext>
    </p:extLst>
  </p:cSld>
  <p:clrMapOvr>
    <a:masterClrMapping/>
  </p:clrMapOvr>
  <p:transition>
    <p:wipe dir="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72601D-8D66-4148-91AA-04A14BE1BEB7}"/>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2538F4D0-70DC-4DFD-A3A5-D0403CBDABAF}"/>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8320218F-08AA-4223-829D-1B50B3FCAA65}"/>
              </a:ext>
            </a:extLst>
          </p:cNvPr>
          <p:cNvSpPr>
            <a:spLocks noGrp="1"/>
          </p:cNvSpPr>
          <p:nvPr>
            <p:ph type="ftr" sz="quarter" idx="10"/>
          </p:nvPr>
        </p:nvSpPr>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89E890FB-3E52-45DE-9DED-992E246EC619}"/>
              </a:ext>
            </a:extLst>
          </p:cNvPr>
          <p:cNvSpPr>
            <a:spLocks noGrp="1"/>
          </p:cNvSpPr>
          <p:nvPr>
            <p:ph type="sldNum" sz="quarter" idx="11"/>
          </p:nvPr>
        </p:nvSpPr>
        <p:spPr/>
        <p:txBody>
          <a:bodyPr/>
          <a:lstStyle>
            <a:lvl1pPr>
              <a:defRPr/>
            </a:lvl1pPr>
          </a:lstStyle>
          <a:p>
            <a:fld id="{E31AE139-FCD8-49E9-AEFA-5B65DCDF169F}" type="slidenum">
              <a:rPr lang="en-US" altLang="zh-CN"/>
              <a:pPr/>
              <a:t>‹#›</a:t>
            </a:fld>
            <a:endParaRPr lang="en-US" altLang="zh-CN"/>
          </a:p>
        </p:txBody>
      </p:sp>
      <p:sp>
        <p:nvSpPr>
          <p:cNvPr id="6" name="日期占位符 5">
            <a:extLst>
              <a:ext uri="{FF2B5EF4-FFF2-40B4-BE49-F238E27FC236}">
                <a16:creationId xmlns:a16="http://schemas.microsoft.com/office/drawing/2014/main" id="{7D1184F0-437D-45B8-BF2D-28153DE19E96}"/>
              </a:ext>
            </a:extLst>
          </p:cNvPr>
          <p:cNvSpPr>
            <a:spLocks noGrp="1"/>
          </p:cNvSpPr>
          <p:nvPr>
            <p:ph type="dt" sz="half" idx="12"/>
          </p:nvPr>
        </p:nvSpPr>
        <p:spPr/>
        <p:txBody>
          <a:bodyPr/>
          <a:lstStyle>
            <a:lvl1pPr>
              <a:defRPr/>
            </a:lvl1pPr>
          </a:lstStyle>
          <a:p>
            <a:endParaRPr lang="en-US" altLang="zh-CN"/>
          </a:p>
        </p:txBody>
      </p:sp>
    </p:spTree>
    <p:extLst>
      <p:ext uri="{BB962C8B-B14F-4D97-AF65-F5344CB8AC3E}">
        <p14:creationId xmlns:p14="http://schemas.microsoft.com/office/powerpoint/2010/main" val="799332841"/>
      </p:ext>
    </p:extLst>
  </p:cSld>
  <p:clrMapOvr>
    <a:masterClrMapping/>
  </p:clrMapOvr>
  <p:transition>
    <p:wipe dir="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27092409-CC5C-48C3-997B-292643DBCE53}"/>
              </a:ext>
            </a:extLst>
          </p:cNvPr>
          <p:cNvSpPr>
            <a:spLocks noGrp="1"/>
          </p:cNvSpPr>
          <p:nvPr>
            <p:ph type="title" orient="vert"/>
          </p:nvPr>
        </p:nvSpPr>
        <p:spPr>
          <a:xfrm>
            <a:off x="6629400" y="457200"/>
            <a:ext cx="2057400" cy="5410200"/>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680ABE33-88BC-4EE2-8363-6804A8DD6D85}"/>
              </a:ext>
            </a:extLst>
          </p:cNvPr>
          <p:cNvSpPr>
            <a:spLocks noGrp="1"/>
          </p:cNvSpPr>
          <p:nvPr>
            <p:ph type="body" orient="vert" idx="1"/>
          </p:nvPr>
        </p:nvSpPr>
        <p:spPr>
          <a:xfrm>
            <a:off x="457200" y="457200"/>
            <a:ext cx="6019800" cy="541020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1D00B62E-76DB-4459-8ED0-41FE776239FB}"/>
              </a:ext>
            </a:extLst>
          </p:cNvPr>
          <p:cNvSpPr>
            <a:spLocks noGrp="1"/>
          </p:cNvSpPr>
          <p:nvPr>
            <p:ph type="ftr" sz="quarter" idx="10"/>
          </p:nvPr>
        </p:nvSpPr>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8E00F402-EFE4-4030-B673-02DA40FDB931}"/>
              </a:ext>
            </a:extLst>
          </p:cNvPr>
          <p:cNvSpPr>
            <a:spLocks noGrp="1"/>
          </p:cNvSpPr>
          <p:nvPr>
            <p:ph type="sldNum" sz="quarter" idx="11"/>
          </p:nvPr>
        </p:nvSpPr>
        <p:spPr/>
        <p:txBody>
          <a:bodyPr/>
          <a:lstStyle>
            <a:lvl1pPr>
              <a:defRPr/>
            </a:lvl1pPr>
          </a:lstStyle>
          <a:p>
            <a:fld id="{23D69601-9D7C-43AD-8E1E-015C13AF9FF6}" type="slidenum">
              <a:rPr lang="en-US" altLang="zh-CN"/>
              <a:pPr/>
              <a:t>‹#›</a:t>
            </a:fld>
            <a:endParaRPr lang="en-US" altLang="zh-CN"/>
          </a:p>
        </p:txBody>
      </p:sp>
      <p:sp>
        <p:nvSpPr>
          <p:cNvPr id="6" name="日期占位符 5">
            <a:extLst>
              <a:ext uri="{FF2B5EF4-FFF2-40B4-BE49-F238E27FC236}">
                <a16:creationId xmlns:a16="http://schemas.microsoft.com/office/drawing/2014/main" id="{E1AE1A58-1346-4E35-A034-D1C2F1FD2B88}"/>
              </a:ext>
            </a:extLst>
          </p:cNvPr>
          <p:cNvSpPr>
            <a:spLocks noGrp="1"/>
          </p:cNvSpPr>
          <p:nvPr>
            <p:ph type="dt" sz="half" idx="12"/>
          </p:nvPr>
        </p:nvSpPr>
        <p:spPr/>
        <p:txBody>
          <a:bodyPr/>
          <a:lstStyle>
            <a:lvl1pPr>
              <a:defRPr/>
            </a:lvl1pPr>
          </a:lstStyle>
          <a:p>
            <a:endParaRPr lang="en-US" altLang="zh-CN"/>
          </a:p>
        </p:txBody>
      </p:sp>
    </p:spTree>
    <p:extLst>
      <p:ext uri="{BB962C8B-B14F-4D97-AF65-F5344CB8AC3E}">
        <p14:creationId xmlns:p14="http://schemas.microsoft.com/office/powerpoint/2010/main" val="3156974373"/>
      </p:ext>
    </p:extLst>
  </p:cSld>
  <p:clrMapOvr>
    <a:masterClrMapping/>
  </p:clrMapOvr>
  <p:transition>
    <p:wipe dir="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DDBD91-EC1A-40D2-9866-C876A1679DC2}"/>
              </a:ext>
            </a:extLst>
          </p:cNvPr>
          <p:cNvSpPr>
            <a:spLocks noGrp="1"/>
          </p:cNvSpPr>
          <p:nvPr>
            <p:ph type="title"/>
          </p:nvPr>
        </p:nvSpPr>
        <p:spPr>
          <a:xfrm>
            <a:off x="457200" y="457200"/>
            <a:ext cx="8229600" cy="1371600"/>
          </a:xfrm>
        </p:spPr>
        <p:txBody>
          <a:bodyPr/>
          <a:lstStyle/>
          <a:p>
            <a:r>
              <a:rPr lang="zh-CN" altLang="en-US"/>
              <a:t>单击此处编辑母版标题样式</a:t>
            </a:r>
          </a:p>
        </p:txBody>
      </p:sp>
      <p:sp>
        <p:nvSpPr>
          <p:cNvPr id="3" name="表格占位符 2">
            <a:extLst>
              <a:ext uri="{FF2B5EF4-FFF2-40B4-BE49-F238E27FC236}">
                <a16:creationId xmlns:a16="http://schemas.microsoft.com/office/drawing/2014/main" id="{8F8FAA65-1A10-4BF7-BD70-92C1323D8424}"/>
              </a:ext>
            </a:extLst>
          </p:cNvPr>
          <p:cNvSpPr>
            <a:spLocks noGrp="1"/>
          </p:cNvSpPr>
          <p:nvPr>
            <p:ph type="tbl" idx="1"/>
          </p:nvPr>
        </p:nvSpPr>
        <p:spPr>
          <a:xfrm>
            <a:off x="457200" y="1981200"/>
            <a:ext cx="8229600" cy="3886200"/>
          </a:xfrm>
        </p:spPr>
        <p:txBody>
          <a:bodyPr/>
          <a:lstStyle/>
          <a:p>
            <a:endParaRPr lang="zh-CN" altLang="en-US"/>
          </a:p>
        </p:txBody>
      </p:sp>
      <p:sp>
        <p:nvSpPr>
          <p:cNvPr id="4" name="页脚占位符 3">
            <a:extLst>
              <a:ext uri="{FF2B5EF4-FFF2-40B4-BE49-F238E27FC236}">
                <a16:creationId xmlns:a16="http://schemas.microsoft.com/office/drawing/2014/main" id="{7B7B263A-6192-4A79-BDC8-8FCDE3A27400}"/>
              </a:ext>
            </a:extLst>
          </p:cNvPr>
          <p:cNvSpPr>
            <a:spLocks noGrp="1"/>
          </p:cNvSpPr>
          <p:nvPr>
            <p:ph type="ftr" sz="quarter" idx="10"/>
          </p:nvPr>
        </p:nvSpPr>
        <p:spPr>
          <a:xfrm>
            <a:off x="3124200" y="6248400"/>
            <a:ext cx="2895600" cy="457200"/>
          </a:xfrm>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D3D9E543-2961-4C47-A642-897040921659}"/>
              </a:ext>
            </a:extLst>
          </p:cNvPr>
          <p:cNvSpPr>
            <a:spLocks noGrp="1"/>
          </p:cNvSpPr>
          <p:nvPr>
            <p:ph type="sldNum" sz="quarter" idx="11"/>
          </p:nvPr>
        </p:nvSpPr>
        <p:spPr>
          <a:xfrm>
            <a:off x="6553200" y="6200775"/>
            <a:ext cx="2133600" cy="457200"/>
          </a:xfrm>
        </p:spPr>
        <p:txBody>
          <a:bodyPr/>
          <a:lstStyle>
            <a:lvl1pPr>
              <a:defRPr/>
            </a:lvl1pPr>
          </a:lstStyle>
          <a:p>
            <a:fld id="{3EE2D7AF-3E92-46C1-9199-DB3F303CD0D0}" type="slidenum">
              <a:rPr lang="en-US" altLang="zh-CN"/>
              <a:pPr/>
              <a:t>‹#›</a:t>
            </a:fld>
            <a:endParaRPr lang="en-US" altLang="zh-CN"/>
          </a:p>
        </p:txBody>
      </p:sp>
      <p:sp>
        <p:nvSpPr>
          <p:cNvPr id="6" name="日期占位符 5">
            <a:extLst>
              <a:ext uri="{FF2B5EF4-FFF2-40B4-BE49-F238E27FC236}">
                <a16:creationId xmlns:a16="http://schemas.microsoft.com/office/drawing/2014/main" id="{80BE2EAB-A84B-4F08-9F09-4EB913DF9E18}"/>
              </a:ext>
            </a:extLst>
          </p:cNvPr>
          <p:cNvSpPr>
            <a:spLocks noGrp="1"/>
          </p:cNvSpPr>
          <p:nvPr>
            <p:ph type="dt" sz="half" idx="12"/>
          </p:nvPr>
        </p:nvSpPr>
        <p:spPr>
          <a:xfrm>
            <a:off x="457200" y="6245225"/>
            <a:ext cx="2133600" cy="476250"/>
          </a:xfrm>
        </p:spPr>
        <p:txBody>
          <a:bodyPr/>
          <a:lstStyle>
            <a:lvl1pPr>
              <a:defRPr/>
            </a:lvl1pPr>
          </a:lstStyle>
          <a:p>
            <a:endParaRPr lang="en-US" altLang="zh-CN"/>
          </a:p>
        </p:txBody>
      </p:sp>
    </p:spTree>
    <p:extLst>
      <p:ext uri="{BB962C8B-B14F-4D97-AF65-F5344CB8AC3E}">
        <p14:creationId xmlns:p14="http://schemas.microsoft.com/office/powerpoint/2010/main" val="3141184602"/>
      </p:ext>
    </p:extLst>
  </p:cSld>
  <p:clrMapOvr>
    <a:masterClrMapping/>
  </p:clrMapOvr>
  <p:transition>
    <p:wipe dir="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dgm" preserve="1">
  <p:cSld name="标题和图示或组织结构图">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E5570E-AAE7-4CA9-9BBE-D75B9AE97BFF}"/>
              </a:ext>
            </a:extLst>
          </p:cNvPr>
          <p:cNvSpPr>
            <a:spLocks noGrp="1"/>
          </p:cNvSpPr>
          <p:nvPr>
            <p:ph type="title"/>
          </p:nvPr>
        </p:nvSpPr>
        <p:spPr>
          <a:xfrm>
            <a:off x="457200" y="457200"/>
            <a:ext cx="8229600" cy="1371600"/>
          </a:xfrm>
        </p:spPr>
        <p:txBody>
          <a:bodyPr/>
          <a:lstStyle/>
          <a:p>
            <a:r>
              <a:rPr lang="zh-CN" altLang="en-US"/>
              <a:t>单击此处编辑母版标题样式</a:t>
            </a:r>
          </a:p>
        </p:txBody>
      </p:sp>
      <p:sp>
        <p:nvSpPr>
          <p:cNvPr id="3" name="SmartArt 占位符 2">
            <a:extLst>
              <a:ext uri="{FF2B5EF4-FFF2-40B4-BE49-F238E27FC236}">
                <a16:creationId xmlns:a16="http://schemas.microsoft.com/office/drawing/2014/main" id="{69F0F830-8A64-4C74-B83A-8811742AEB6E}"/>
              </a:ext>
            </a:extLst>
          </p:cNvPr>
          <p:cNvSpPr>
            <a:spLocks noGrp="1"/>
          </p:cNvSpPr>
          <p:nvPr>
            <p:ph type="dgm" idx="1"/>
          </p:nvPr>
        </p:nvSpPr>
        <p:spPr>
          <a:xfrm>
            <a:off x="457200" y="1981200"/>
            <a:ext cx="8229600" cy="3886200"/>
          </a:xfrm>
        </p:spPr>
        <p:txBody>
          <a:bodyPr/>
          <a:lstStyle/>
          <a:p>
            <a:endParaRPr lang="zh-CN" altLang="en-US"/>
          </a:p>
        </p:txBody>
      </p:sp>
      <p:sp>
        <p:nvSpPr>
          <p:cNvPr id="4" name="页脚占位符 3">
            <a:extLst>
              <a:ext uri="{FF2B5EF4-FFF2-40B4-BE49-F238E27FC236}">
                <a16:creationId xmlns:a16="http://schemas.microsoft.com/office/drawing/2014/main" id="{696245BF-E54E-4380-8C53-2103FE397214}"/>
              </a:ext>
            </a:extLst>
          </p:cNvPr>
          <p:cNvSpPr>
            <a:spLocks noGrp="1"/>
          </p:cNvSpPr>
          <p:nvPr>
            <p:ph type="ftr" sz="quarter" idx="10"/>
          </p:nvPr>
        </p:nvSpPr>
        <p:spPr>
          <a:xfrm>
            <a:off x="3124200" y="6248400"/>
            <a:ext cx="2895600" cy="457200"/>
          </a:xfrm>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1940811D-1E6E-4F6C-AB3B-E81853771184}"/>
              </a:ext>
            </a:extLst>
          </p:cNvPr>
          <p:cNvSpPr>
            <a:spLocks noGrp="1"/>
          </p:cNvSpPr>
          <p:nvPr>
            <p:ph type="sldNum" sz="quarter" idx="11"/>
          </p:nvPr>
        </p:nvSpPr>
        <p:spPr>
          <a:xfrm>
            <a:off x="6553200" y="6200775"/>
            <a:ext cx="2133600" cy="457200"/>
          </a:xfrm>
        </p:spPr>
        <p:txBody>
          <a:bodyPr/>
          <a:lstStyle>
            <a:lvl1pPr>
              <a:defRPr/>
            </a:lvl1pPr>
          </a:lstStyle>
          <a:p>
            <a:fld id="{5D438AE6-C331-480D-9D64-09098024A32B}" type="slidenum">
              <a:rPr lang="en-US" altLang="zh-CN"/>
              <a:pPr/>
              <a:t>‹#›</a:t>
            </a:fld>
            <a:endParaRPr lang="en-US" altLang="zh-CN"/>
          </a:p>
        </p:txBody>
      </p:sp>
      <p:sp>
        <p:nvSpPr>
          <p:cNvPr id="6" name="日期占位符 5">
            <a:extLst>
              <a:ext uri="{FF2B5EF4-FFF2-40B4-BE49-F238E27FC236}">
                <a16:creationId xmlns:a16="http://schemas.microsoft.com/office/drawing/2014/main" id="{9F6DDA6E-80B0-47AF-9E5B-F22706BE61AE}"/>
              </a:ext>
            </a:extLst>
          </p:cNvPr>
          <p:cNvSpPr>
            <a:spLocks noGrp="1"/>
          </p:cNvSpPr>
          <p:nvPr>
            <p:ph type="dt" sz="half" idx="12"/>
          </p:nvPr>
        </p:nvSpPr>
        <p:spPr>
          <a:xfrm>
            <a:off x="457200" y="6245225"/>
            <a:ext cx="2133600" cy="476250"/>
          </a:xfrm>
        </p:spPr>
        <p:txBody>
          <a:bodyPr/>
          <a:lstStyle>
            <a:lvl1pPr>
              <a:defRPr/>
            </a:lvl1pPr>
          </a:lstStyle>
          <a:p>
            <a:endParaRPr lang="en-US" altLang="zh-CN"/>
          </a:p>
        </p:txBody>
      </p:sp>
    </p:spTree>
    <p:extLst>
      <p:ext uri="{BB962C8B-B14F-4D97-AF65-F5344CB8AC3E}">
        <p14:creationId xmlns:p14="http://schemas.microsoft.com/office/powerpoint/2010/main" val="3507896575"/>
      </p:ext>
    </p:extLst>
  </p:cSld>
  <p:clrMapOvr>
    <a:masterClrMapping/>
  </p:clrMapOvr>
  <p:transition>
    <p:wipe dir="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29698" name="Group 2">
            <a:extLst>
              <a:ext uri="{FF2B5EF4-FFF2-40B4-BE49-F238E27FC236}">
                <a16:creationId xmlns:a16="http://schemas.microsoft.com/office/drawing/2014/main" id="{E9A96EB6-ADFA-40BE-B523-31C0C4BED1EB}"/>
              </a:ext>
            </a:extLst>
          </p:cNvPr>
          <p:cNvGrpSpPr>
            <a:grpSpLocks/>
          </p:cNvGrpSpPr>
          <p:nvPr/>
        </p:nvGrpSpPr>
        <p:grpSpPr bwMode="auto">
          <a:xfrm>
            <a:off x="0" y="0"/>
            <a:ext cx="9144000" cy="6858000"/>
            <a:chOff x="0" y="0"/>
            <a:chExt cx="5760" cy="4320"/>
          </a:xfrm>
        </p:grpSpPr>
        <p:sp>
          <p:nvSpPr>
            <p:cNvPr id="29699" name="Rectangle 3">
              <a:extLst>
                <a:ext uri="{FF2B5EF4-FFF2-40B4-BE49-F238E27FC236}">
                  <a16:creationId xmlns:a16="http://schemas.microsoft.com/office/drawing/2014/main" id="{A232F4EF-9EB1-41BA-9509-C88201A8F669}"/>
                </a:ext>
              </a:extLst>
            </p:cNvPr>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b="0">
                <a:latin typeface="Times New Roman" panose="02020603050405020304" pitchFamily="18" charset="0"/>
              </a:endParaRPr>
            </a:p>
          </p:txBody>
        </p:sp>
        <p:sp>
          <p:nvSpPr>
            <p:cNvPr id="29700" name="Rectangle 4">
              <a:extLst>
                <a:ext uri="{FF2B5EF4-FFF2-40B4-BE49-F238E27FC236}">
                  <a16:creationId xmlns:a16="http://schemas.microsoft.com/office/drawing/2014/main" id="{F0C94FC4-A870-4EC7-A461-AD8812FDCAB4}"/>
                </a:ext>
              </a:extLst>
            </p:cNvPr>
            <p:cNvSpPr>
              <a:spLocks noChangeArrowheads="1"/>
            </p:cNvSpPr>
            <p:nvPr/>
          </p:nvSpPr>
          <p:spPr bwMode="hidden">
            <a:xfrm>
              <a:off x="1081" y="1065"/>
              <a:ext cx="4679" cy="159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b="0">
                <a:latin typeface="Times New Roman" panose="02020603050405020304" pitchFamily="18" charset="0"/>
              </a:endParaRPr>
            </a:p>
          </p:txBody>
        </p:sp>
        <p:grpSp>
          <p:nvGrpSpPr>
            <p:cNvPr id="29701" name="Group 5">
              <a:extLst>
                <a:ext uri="{FF2B5EF4-FFF2-40B4-BE49-F238E27FC236}">
                  <a16:creationId xmlns:a16="http://schemas.microsoft.com/office/drawing/2014/main" id="{819F1D3B-9BC0-4C7B-ADFA-5445818B377F}"/>
                </a:ext>
              </a:extLst>
            </p:cNvPr>
            <p:cNvGrpSpPr>
              <a:grpSpLocks/>
            </p:cNvGrpSpPr>
            <p:nvPr/>
          </p:nvGrpSpPr>
          <p:grpSpPr bwMode="auto">
            <a:xfrm>
              <a:off x="0" y="672"/>
              <a:ext cx="1806" cy="1989"/>
              <a:chOff x="0" y="672"/>
              <a:chExt cx="1806" cy="1989"/>
            </a:xfrm>
          </p:grpSpPr>
          <p:sp>
            <p:nvSpPr>
              <p:cNvPr id="29702" name="Rectangle 6">
                <a:extLst>
                  <a:ext uri="{FF2B5EF4-FFF2-40B4-BE49-F238E27FC236}">
                    <a16:creationId xmlns:a16="http://schemas.microsoft.com/office/drawing/2014/main" id="{A1F871CA-AEA8-4A5B-9F83-4FC38D605570}"/>
                  </a:ext>
                </a:extLst>
              </p:cNvPr>
              <p:cNvSpPr>
                <a:spLocks noChangeArrowheads="1"/>
              </p:cNvSpPr>
              <p:nvPr userDrawn="1"/>
            </p:nvSpPr>
            <p:spPr bwMode="auto">
              <a:xfrm>
                <a:off x="361" y="2257"/>
                <a:ext cx="363" cy="404"/>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b="0">
                  <a:latin typeface="Times New Roman" panose="02020603050405020304" pitchFamily="18" charset="0"/>
                </a:endParaRPr>
              </a:p>
            </p:txBody>
          </p:sp>
          <p:sp>
            <p:nvSpPr>
              <p:cNvPr id="29703" name="Rectangle 7">
                <a:extLst>
                  <a:ext uri="{FF2B5EF4-FFF2-40B4-BE49-F238E27FC236}">
                    <a16:creationId xmlns:a16="http://schemas.microsoft.com/office/drawing/2014/main" id="{3043408B-002A-46E6-BFA5-10339CFC1F95}"/>
                  </a:ext>
                </a:extLst>
              </p:cNvPr>
              <p:cNvSpPr>
                <a:spLocks noChangeArrowheads="1"/>
              </p:cNvSpPr>
              <p:nvPr userDrawn="1"/>
            </p:nvSpPr>
            <p:spPr bwMode="auto">
              <a:xfrm>
                <a:off x="1081" y="1065"/>
                <a:ext cx="362" cy="40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b="0">
                  <a:latin typeface="Times New Roman" panose="02020603050405020304" pitchFamily="18" charset="0"/>
                </a:endParaRPr>
              </a:p>
            </p:txBody>
          </p:sp>
          <p:sp>
            <p:nvSpPr>
              <p:cNvPr id="29704" name="Rectangle 8">
                <a:extLst>
                  <a:ext uri="{FF2B5EF4-FFF2-40B4-BE49-F238E27FC236}">
                    <a16:creationId xmlns:a16="http://schemas.microsoft.com/office/drawing/2014/main" id="{219464C0-422E-409C-82C9-A56577DCB228}"/>
                  </a:ext>
                </a:extLst>
              </p:cNvPr>
              <p:cNvSpPr>
                <a:spLocks noChangeArrowheads="1"/>
              </p:cNvSpPr>
              <p:nvPr userDrawn="1"/>
            </p:nvSpPr>
            <p:spPr bwMode="auto">
              <a:xfrm>
                <a:off x="1437" y="672"/>
                <a:ext cx="369" cy="4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b="0">
                  <a:latin typeface="Times New Roman" panose="02020603050405020304" pitchFamily="18" charset="0"/>
                </a:endParaRPr>
              </a:p>
            </p:txBody>
          </p:sp>
          <p:sp>
            <p:nvSpPr>
              <p:cNvPr id="29705" name="Rectangle 9">
                <a:extLst>
                  <a:ext uri="{FF2B5EF4-FFF2-40B4-BE49-F238E27FC236}">
                    <a16:creationId xmlns:a16="http://schemas.microsoft.com/office/drawing/2014/main" id="{54A7BA51-E8D9-4B48-A586-3F4EEB6D2603}"/>
                  </a:ext>
                </a:extLst>
              </p:cNvPr>
              <p:cNvSpPr>
                <a:spLocks noChangeArrowheads="1"/>
              </p:cNvSpPr>
              <p:nvPr userDrawn="1"/>
            </p:nvSpPr>
            <p:spPr bwMode="auto">
              <a:xfrm>
                <a:off x="719" y="2257"/>
                <a:ext cx="368" cy="40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b="0">
                  <a:latin typeface="Times New Roman" panose="02020603050405020304" pitchFamily="18" charset="0"/>
                </a:endParaRPr>
              </a:p>
            </p:txBody>
          </p:sp>
          <p:sp>
            <p:nvSpPr>
              <p:cNvPr id="29706" name="Rectangle 10">
                <a:extLst>
                  <a:ext uri="{FF2B5EF4-FFF2-40B4-BE49-F238E27FC236}">
                    <a16:creationId xmlns:a16="http://schemas.microsoft.com/office/drawing/2014/main" id="{624E875A-2740-4342-A3FD-B2B4C5211AF0}"/>
                  </a:ext>
                </a:extLst>
              </p:cNvPr>
              <p:cNvSpPr>
                <a:spLocks noChangeArrowheads="1"/>
              </p:cNvSpPr>
              <p:nvPr userDrawn="1"/>
            </p:nvSpPr>
            <p:spPr bwMode="auto">
              <a:xfrm>
                <a:off x="1437" y="1065"/>
                <a:ext cx="369" cy="40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b="0">
                  <a:latin typeface="Times New Roman" panose="02020603050405020304" pitchFamily="18" charset="0"/>
                </a:endParaRPr>
              </a:p>
            </p:txBody>
          </p:sp>
          <p:sp>
            <p:nvSpPr>
              <p:cNvPr id="29707" name="Rectangle 11">
                <a:extLst>
                  <a:ext uri="{FF2B5EF4-FFF2-40B4-BE49-F238E27FC236}">
                    <a16:creationId xmlns:a16="http://schemas.microsoft.com/office/drawing/2014/main" id="{4CFF9FB1-383D-4826-A5E8-A1F2CBC3A53E}"/>
                  </a:ext>
                </a:extLst>
              </p:cNvPr>
              <p:cNvSpPr>
                <a:spLocks noChangeArrowheads="1"/>
              </p:cNvSpPr>
              <p:nvPr userDrawn="1"/>
            </p:nvSpPr>
            <p:spPr bwMode="auto">
              <a:xfrm>
                <a:off x="719" y="1464"/>
                <a:ext cx="368" cy="3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b="0">
                  <a:latin typeface="Times New Roman" panose="02020603050405020304" pitchFamily="18" charset="0"/>
                </a:endParaRPr>
              </a:p>
            </p:txBody>
          </p:sp>
          <p:sp>
            <p:nvSpPr>
              <p:cNvPr id="29708" name="Rectangle 12">
                <a:extLst>
                  <a:ext uri="{FF2B5EF4-FFF2-40B4-BE49-F238E27FC236}">
                    <a16:creationId xmlns:a16="http://schemas.microsoft.com/office/drawing/2014/main" id="{F8462682-04A7-4633-8332-B608A976EC9D}"/>
                  </a:ext>
                </a:extLst>
              </p:cNvPr>
              <p:cNvSpPr>
                <a:spLocks noChangeArrowheads="1"/>
              </p:cNvSpPr>
              <p:nvPr userDrawn="1"/>
            </p:nvSpPr>
            <p:spPr bwMode="auto">
              <a:xfrm>
                <a:off x="0" y="1464"/>
                <a:ext cx="367" cy="399"/>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b="0">
                  <a:latin typeface="Times New Roman" panose="02020603050405020304" pitchFamily="18" charset="0"/>
                </a:endParaRPr>
              </a:p>
            </p:txBody>
          </p:sp>
          <p:sp>
            <p:nvSpPr>
              <p:cNvPr id="29709" name="Rectangle 13">
                <a:extLst>
                  <a:ext uri="{FF2B5EF4-FFF2-40B4-BE49-F238E27FC236}">
                    <a16:creationId xmlns:a16="http://schemas.microsoft.com/office/drawing/2014/main" id="{800F9DEF-B524-472E-A253-A9AB41D410FC}"/>
                  </a:ext>
                </a:extLst>
              </p:cNvPr>
              <p:cNvSpPr>
                <a:spLocks noChangeArrowheads="1"/>
              </p:cNvSpPr>
              <p:nvPr userDrawn="1"/>
            </p:nvSpPr>
            <p:spPr bwMode="auto">
              <a:xfrm>
                <a:off x="1081" y="1464"/>
                <a:ext cx="362" cy="3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b="0">
                  <a:latin typeface="Times New Roman" panose="02020603050405020304" pitchFamily="18" charset="0"/>
                </a:endParaRPr>
              </a:p>
            </p:txBody>
          </p:sp>
          <p:sp>
            <p:nvSpPr>
              <p:cNvPr id="29710" name="Rectangle 14">
                <a:extLst>
                  <a:ext uri="{FF2B5EF4-FFF2-40B4-BE49-F238E27FC236}">
                    <a16:creationId xmlns:a16="http://schemas.microsoft.com/office/drawing/2014/main" id="{E68A0E3A-0DE1-4D6E-AA82-3C4A4296916C}"/>
                  </a:ext>
                </a:extLst>
              </p:cNvPr>
              <p:cNvSpPr>
                <a:spLocks noChangeArrowheads="1"/>
              </p:cNvSpPr>
              <p:nvPr userDrawn="1"/>
            </p:nvSpPr>
            <p:spPr bwMode="auto">
              <a:xfrm>
                <a:off x="361" y="1857"/>
                <a:ext cx="363" cy="40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b="0">
                  <a:latin typeface="Times New Roman" panose="02020603050405020304" pitchFamily="18" charset="0"/>
                </a:endParaRPr>
              </a:p>
            </p:txBody>
          </p:sp>
          <p:sp>
            <p:nvSpPr>
              <p:cNvPr id="29711" name="Rectangle 15">
                <a:extLst>
                  <a:ext uri="{FF2B5EF4-FFF2-40B4-BE49-F238E27FC236}">
                    <a16:creationId xmlns:a16="http://schemas.microsoft.com/office/drawing/2014/main" id="{3C9844C1-110A-459A-8E4A-C568B977C0CE}"/>
                  </a:ext>
                </a:extLst>
              </p:cNvPr>
              <p:cNvSpPr>
                <a:spLocks noChangeArrowheads="1"/>
              </p:cNvSpPr>
              <p:nvPr userDrawn="1"/>
            </p:nvSpPr>
            <p:spPr bwMode="auto">
              <a:xfrm>
                <a:off x="719" y="1857"/>
                <a:ext cx="368" cy="4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b="0">
                  <a:latin typeface="Times New Roman" panose="02020603050405020304" pitchFamily="18" charset="0"/>
                </a:endParaRPr>
              </a:p>
            </p:txBody>
          </p:sp>
        </p:grpSp>
      </p:grpSp>
      <p:sp>
        <p:nvSpPr>
          <p:cNvPr id="29712" name="Rectangle 16">
            <a:extLst>
              <a:ext uri="{FF2B5EF4-FFF2-40B4-BE49-F238E27FC236}">
                <a16:creationId xmlns:a16="http://schemas.microsoft.com/office/drawing/2014/main" id="{CA2204DE-2651-40DD-9E92-4A53CF50EE0D}"/>
              </a:ext>
            </a:extLst>
          </p:cNvPr>
          <p:cNvSpPr>
            <a:spLocks noGrp="1" noChangeArrowheads="1"/>
          </p:cNvSpPr>
          <p:nvPr>
            <p:ph type="dt" sz="half" idx="2"/>
          </p:nvPr>
        </p:nvSpPr>
        <p:spPr>
          <a:xfrm>
            <a:off x="457200" y="6248400"/>
            <a:ext cx="2133600" cy="457200"/>
          </a:xfrm>
        </p:spPr>
        <p:txBody>
          <a:bodyPr/>
          <a:lstStyle>
            <a:lvl1pPr>
              <a:defRPr/>
            </a:lvl1pPr>
          </a:lstStyle>
          <a:p>
            <a:endParaRPr lang="en-US" altLang="zh-CN"/>
          </a:p>
        </p:txBody>
      </p:sp>
      <p:sp>
        <p:nvSpPr>
          <p:cNvPr id="29713" name="Rectangle 17">
            <a:extLst>
              <a:ext uri="{FF2B5EF4-FFF2-40B4-BE49-F238E27FC236}">
                <a16:creationId xmlns:a16="http://schemas.microsoft.com/office/drawing/2014/main" id="{DA745752-C0FC-407E-AD52-C0D6BF6C6E2B}"/>
              </a:ext>
            </a:extLst>
          </p:cNvPr>
          <p:cNvSpPr>
            <a:spLocks noGrp="1" noChangeArrowheads="1"/>
          </p:cNvSpPr>
          <p:nvPr>
            <p:ph type="ftr" sz="quarter" idx="3"/>
          </p:nvPr>
        </p:nvSpPr>
        <p:spPr/>
        <p:txBody>
          <a:bodyPr/>
          <a:lstStyle>
            <a:lvl1pPr>
              <a:defRPr/>
            </a:lvl1pPr>
          </a:lstStyle>
          <a:p>
            <a:endParaRPr lang="en-US" altLang="zh-CN"/>
          </a:p>
        </p:txBody>
      </p:sp>
      <p:sp>
        <p:nvSpPr>
          <p:cNvPr id="29714" name="Rectangle 18">
            <a:extLst>
              <a:ext uri="{FF2B5EF4-FFF2-40B4-BE49-F238E27FC236}">
                <a16:creationId xmlns:a16="http://schemas.microsoft.com/office/drawing/2014/main" id="{1335D782-37BC-4E1D-A959-168C654F7B0E}"/>
              </a:ext>
            </a:extLst>
          </p:cNvPr>
          <p:cNvSpPr>
            <a:spLocks noGrp="1" noChangeArrowheads="1"/>
          </p:cNvSpPr>
          <p:nvPr>
            <p:ph type="sldNum" sz="quarter" idx="4"/>
          </p:nvPr>
        </p:nvSpPr>
        <p:spPr>
          <a:xfrm>
            <a:off x="6553200" y="6248400"/>
            <a:ext cx="2133600" cy="457200"/>
          </a:xfrm>
        </p:spPr>
        <p:txBody>
          <a:bodyPr/>
          <a:lstStyle>
            <a:lvl1pPr>
              <a:defRPr sz="1200" b="0">
                <a:latin typeface="Arial Black" panose="020B0A04020102020204" pitchFamily="34" charset="0"/>
                <a:ea typeface="+mn-ea"/>
              </a:defRPr>
            </a:lvl1pPr>
          </a:lstStyle>
          <a:p>
            <a:fld id="{6A7A68BE-360F-430A-AC9D-B3D308CF4A4C}" type="slidenum">
              <a:rPr lang="en-US" altLang="zh-CN"/>
              <a:pPr/>
              <a:t>‹#›</a:t>
            </a:fld>
            <a:endParaRPr lang="en-US" altLang="zh-CN"/>
          </a:p>
        </p:txBody>
      </p:sp>
      <p:sp>
        <p:nvSpPr>
          <p:cNvPr id="29715" name="Rectangle 19">
            <a:extLst>
              <a:ext uri="{FF2B5EF4-FFF2-40B4-BE49-F238E27FC236}">
                <a16:creationId xmlns:a16="http://schemas.microsoft.com/office/drawing/2014/main" id="{711D6F14-44F6-42CC-ACF8-1E2127341300}"/>
              </a:ext>
            </a:extLst>
          </p:cNvPr>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pPr lvl="0"/>
            <a:r>
              <a:rPr lang="zh-CN" altLang="en-US" noProof="0"/>
              <a:t>单击此处编辑母版标题样式</a:t>
            </a:r>
          </a:p>
        </p:txBody>
      </p:sp>
      <p:sp>
        <p:nvSpPr>
          <p:cNvPr id="29716" name="Rectangle 20">
            <a:extLst>
              <a:ext uri="{FF2B5EF4-FFF2-40B4-BE49-F238E27FC236}">
                <a16:creationId xmlns:a16="http://schemas.microsoft.com/office/drawing/2014/main" id="{318040FA-B2F7-4294-8480-AEE542E8F3CF}"/>
              </a:ext>
            </a:extLst>
          </p:cNvPr>
          <p:cNvSpPr>
            <a:spLocks noGrp="1" noChangeArrowheads="1"/>
          </p:cNvSpPr>
          <p:nvPr>
            <p:ph type="subTitle" idx="1"/>
          </p:nvPr>
        </p:nvSpPr>
        <p:spPr>
          <a:xfrm>
            <a:off x="2971800" y="4267200"/>
            <a:ext cx="6019800" cy="1752600"/>
          </a:xfrm>
        </p:spPr>
        <p:txBody>
          <a:bodyPr/>
          <a:lstStyle>
            <a:lvl1pPr marL="0" indent="0">
              <a:buFont typeface="Wingdings" panose="05000000000000000000" pitchFamily="2" charset="2"/>
              <a:buNone/>
              <a:defRPr sz="3400"/>
            </a:lvl1pPr>
          </a:lstStyle>
          <a:p>
            <a:pPr lvl="0"/>
            <a:r>
              <a:rPr lang="zh-CN" altLang="en-US" noProof="0"/>
              <a:t>单击此处编辑母版副标题样式</a:t>
            </a:r>
          </a:p>
        </p:txBody>
      </p:sp>
    </p:spTree>
    <p:extLst>
      <p:ext uri="{BB962C8B-B14F-4D97-AF65-F5344CB8AC3E}">
        <p14:creationId xmlns:p14="http://schemas.microsoft.com/office/powerpoint/2010/main" val="1331484180"/>
      </p:ext>
    </p:extLst>
  </p:cSld>
  <p:clrMapOvr>
    <a:masterClrMapping/>
  </p:clrMapOvr>
  <p:transition>
    <p:wipe dir="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765E6D-8BBA-4A7B-BE15-8DD70BA2EB1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FDC1DE3-BE16-4E6B-BF20-52AB4861AC11}"/>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04E73B82-422C-4DDF-8F31-64FF08664602}"/>
              </a:ext>
            </a:extLst>
          </p:cNvPr>
          <p:cNvSpPr>
            <a:spLocks noGrp="1"/>
          </p:cNvSpPr>
          <p:nvPr>
            <p:ph type="ftr" sz="quarter" idx="10"/>
          </p:nvPr>
        </p:nvSpPr>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E37D0EAD-9E4A-4135-8FD0-EC4B705DDBFB}"/>
              </a:ext>
            </a:extLst>
          </p:cNvPr>
          <p:cNvSpPr>
            <a:spLocks noGrp="1"/>
          </p:cNvSpPr>
          <p:nvPr>
            <p:ph type="sldNum" sz="quarter" idx="11"/>
          </p:nvPr>
        </p:nvSpPr>
        <p:spPr/>
        <p:txBody>
          <a:bodyPr/>
          <a:lstStyle>
            <a:lvl1pPr>
              <a:defRPr/>
            </a:lvl1pPr>
          </a:lstStyle>
          <a:p>
            <a:fld id="{97B22E1B-FD46-4503-B6DE-01921F0A4B45}" type="slidenum">
              <a:rPr lang="en-US" altLang="zh-CN"/>
              <a:pPr/>
              <a:t>‹#›</a:t>
            </a:fld>
            <a:endParaRPr lang="en-US" altLang="zh-CN"/>
          </a:p>
        </p:txBody>
      </p:sp>
      <p:sp>
        <p:nvSpPr>
          <p:cNvPr id="6" name="日期占位符 5">
            <a:extLst>
              <a:ext uri="{FF2B5EF4-FFF2-40B4-BE49-F238E27FC236}">
                <a16:creationId xmlns:a16="http://schemas.microsoft.com/office/drawing/2014/main" id="{FED4EA07-BDF9-4ED0-BDE5-BCDC93AD60C7}"/>
              </a:ext>
            </a:extLst>
          </p:cNvPr>
          <p:cNvSpPr>
            <a:spLocks noGrp="1"/>
          </p:cNvSpPr>
          <p:nvPr>
            <p:ph type="dt" sz="half" idx="12"/>
          </p:nvPr>
        </p:nvSpPr>
        <p:spPr/>
        <p:txBody>
          <a:bodyPr/>
          <a:lstStyle>
            <a:lvl1pPr>
              <a:defRPr/>
            </a:lvl1pPr>
          </a:lstStyle>
          <a:p>
            <a:endParaRPr lang="en-US" altLang="zh-CN"/>
          </a:p>
        </p:txBody>
      </p:sp>
    </p:spTree>
    <p:extLst>
      <p:ext uri="{BB962C8B-B14F-4D97-AF65-F5344CB8AC3E}">
        <p14:creationId xmlns:p14="http://schemas.microsoft.com/office/powerpoint/2010/main" val="2051735987"/>
      </p:ext>
    </p:extLst>
  </p:cSld>
  <p:clrMapOvr>
    <a:masterClrMapping/>
  </p:clrMapOvr>
  <p:transition>
    <p:wipe dir="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A02C44-B05B-444E-AE0A-06745836DB55}"/>
              </a:ext>
            </a:extLst>
          </p:cNvPr>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C4D001BD-A7F4-4EB7-A25C-797EF4957525}"/>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AA7F1299-B7B3-4454-B05B-BD2C8E14172F}"/>
              </a:ext>
            </a:extLst>
          </p:cNvPr>
          <p:cNvSpPr>
            <a:spLocks noGrp="1"/>
          </p:cNvSpPr>
          <p:nvPr>
            <p:ph type="ftr" sz="quarter" idx="10"/>
          </p:nvPr>
        </p:nvSpPr>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D2C92FE9-24F5-47BC-9DE0-77F4F8074884}"/>
              </a:ext>
            </a:extLst>
          </p:cNvPr>
          <p:cNvSpPr>
            <a:spLocks noGrp="1"/>
          </p:cNvSpPr>
          <p:nvPr>
            <p:ph type="sldNum" sz="quarter" idx="11"/>
          </p:nvPr>
        </p:nvSpPr>
        <p:spPr/>
        <p:txBody>
          <a:bodyPr/>
          <a:lstStyle>
            <a:lvl1pPr>
              <a:defRPr/>
            </a:lvl1pPr>
          </a:lstStyle>
          <a:p>
            <a:fld id="{F7CEB360-97D7-4880-99E1-341843F8BF9D}" type="slidenum">
              <a:rPr lang="en-US" altLang="zh-CN"/>
              <a:pPr/>
              <a:t>‹#›</a:t>
            </a:fld>
            <a:endParaRPr lang="en-US" altLang="zh-CN"/>
          </a:p>
        </p:txBody>
      </p:sp>
      <p:sp>
        <p:nvSpPr>
          <p:cNvPr id="6" name="日期占位符 5">
            <a:extLst>
              <a:ext uri="{FF2B5EF4-FFF2-40B4-BE49-F238E27FC236}">
                <a16:creationId xmlns:a16="http://schemas.microsoft.com/office/drawing/2014/main" id="{E20389F2-C031-4D67-A13F-4B82C720163B}"/>
              </a:ext>
            </a:extLst>
          </p:cNvPr>
          <p:cNvSpPr>
            <a:spLocks noGrp="1"/>
          </p:cNvSpPr>
          <p:nvPr>
            <p:ph type="dt" sz="half" idx="12"/>
          </p:nvPr>
        </p:nvSpPr>
        <p:spPr/>
        <p:txBody>
          <a:bodyPr/>
          <a:lstStyle>
            <a:lvl1pPr>
              <a:defRPr/>
            </a:lvl1pPr>
          </a:lstStyle>
          <a:p>
            <a:endParaRPr lang="en-US" altLang="zh-CN"/>
          </a:p>
        </p:txBody>
      </p:sp>
    </p:spTree>
    <p:extLst>
      <p:ext uri="{BB962C8B-B14F-4D97-AF65-F5344CB8AC3E}">
        <p14:creationId xmlns:p14="http://schemas.microsoft.com/office/powerpoint/2010/main" val="850334487"/>
      </p:ext>
    </p:extLst>
  </p:cSld>
  <p:clrMapOvr>
    <a:masterClrMapping/>
  </p:clrMapOvr>
  <p:transition>
    <p:wipe dir="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2EE818-7329-47CC-9307-63D1F8445F1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D92DBF5-6691-4203-B8E3-93563C031C09}"/>
              </a:ext>
            </a:extLst>
          </p:cNvPr>
          <p:cNvSpPr>
            <a:spLocks noGrp="1"/>
          </p:cNvSpPr>
          <p:nvPr>
            <p:ph sz="half" idx="1"/>
          </p:nvPr>
        </p:nvSpPr>
        <p:spPr>
          <a:xfrm>
            <a:off x="457200" y="1981200"/>
            <a:ext cx="4038600" cy="38862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EBA7E32A-43C6-41DC-BAF0-D15D396F3E9B}"/>
              </a:ext>
            </a:extLst>
          </p:cNvPr>
          <p:cNvSpPr>
            <a:spLocks noGrp="1"/>
          </p:cNvSpPr>
          <p:nvPr>
            <p:ph sz="half" idx="2"/>
          </p:nvPr>
        </p:nvSpPr>
        <p:spPr>
          <a:xfrm>
            <a:off x="4648200" y="1981200"/>
            <a:ext cx="4038600" cy="38862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485A40D4-92FC-488B-AA40-142750A33ADD}"/>
              </a:ext>
            </a:extLst>
          </p:cNvPr>
          <p:cNvSpPr>
            <a:spLocks noGrp="1"/>
          </p:cNvSpPr>
          <p:nvPr>
            <p:ph type="ftr" sz="quarter" idx="10"/>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8E83C555-75D1-4BAB-9C8C-9BF448616A88}"/>
              </a:ext>
            </a:extLst>
          </p:cNvPr>
          <p:cNvSpPr>
            <a:spLocks noGrp="1"/>
          </p:cNvSpPr>
          <p:nvPr>
            <p:ph type="sldNum" sz="quarter" idx="11"/>
          </p:nvPr>
        </p:nvSpPr>
        <p:spPr/>
        <p:txBody>
          <a:bodyPr/>
          <a:lstStyle>
            <a:lvl1pPr>
              <a:defRPr/>
            </a:lvl1pPr>
          </a:lstStyle>
          <a:p>
            <a:fld id="{5A8DD759-C0FA-4338-9640-1F55486D0B39}" type="slidenum">
              <a:rPr lang="en-US" altLang="zh-CN"/>
              <a:pPr/>
              <a:t>‹#›</a:t>
            </a:fld>
            <a:endParaRPr lang="en-US" altLang="zh-CN"/>
          </a:p>
        </p:txBody>
      </p:sp>
      <p:sp>
        <p:nvSpPr>
          <p:cNvPr id="7" name="日期占位符 6">
            <a:extLst>
              <a:ext uri="{FF2B5EF4-FFF2-40B4-BE49-F238E27FC236}">
                <a16:creationId xmlns:a16="http://schemas.microsoft.com/office/drawing/2014/main" id="{C319EB41-913B-4BB4-9EB0-CF5C746793DA}"/>
              </a:ext>
            </a:extLst>
          </p:cNvPr>
          <p:cNvSpPr>
            <a:spLocks noGrp="1"/>
          </p:cNvSpPr>
          <p:nvPr>
            <p:ph type="dt" sz="half" idx="12"/>
          </p:nvPr>
        </p:nvSpPr>
        <p:spPr/>
        <p:txBody>
          <a:bodyPr/>
          <a:lstStyle>
            <a:lvl1pPr>
              <a:defRPr/>
            </a:lvl1pPr>
          </a:lstStyle>
          <a:p>
            <a:endParaRPr lang="en-US" altLang="zh-CN"/>
          </a:p>
        </p:txBody>
      </p:sp>
    </p:spTree>
    <p:extLst>
      <p:ext uri="{BB962C8B-B14F-4D97-AF65-F5344CB8AC3E}">
        <p14:creationId xmlns:p14="http://schemas.microsoft.com/office/powerpoint/2010/main" val="3163580410"/>
      </p:ext>
    </p:extLst>
  </p:cSld>
  <p:clrMapOvr>
    <a:masterClrMapping/>
  </p:clrMapOvr>
  <p:transition>
    <p:wipe dir="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4E9086-56FB-4683-8317-843F166738B3}"/>
              </a:ext>
            </a:extLst>
          </p:cNvPr>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9333D755-CACC-454C-8A00-24D1037A62D6}"/>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AFB51DE6-1941-4179-B445-3F43139993F4}"/>
              </a:ext>
            </a:extLst>
          </p:cNvPr>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C4B79EAB-CC82-4699-AF28-198EF97A6E7F}"/>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926B814C-A23F-4092-9BB8-30DC4C888279}"/>
              </a:ext>
            </a:extLst>
          </p:cNvPr>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9ECB4356-0E49-4B13-9ABE-7075B2424019}"/>
              </a:ext>
            </a:extLst>
          </p:cNvPr>
          <p:cNvSpPr>
            <a:spLocks noGrp="1"/>
          </p:cNvSpPr>
          <p:nvPr>
            <p:ph type="ftr" sz="quarter" idx="10"/>
          </p:nvPr>
        </p:nvSpPr>
        <p:spPr/>
        <p:txBody>
          <a:bodyPr/>
          <a:lstStyle>
            <a:lvl1pPr>
              <a:defRPr/>
            </a:lvl1pPr>
          </a:lstStyle>
          <a:p>
            <a:endParaRPr lang="en-US" altLang="zh-CN"/>
          </a:p>
        </p:txBody>
      </p:sp>
      <p:sp>
        <p:nvSpPr>
          <p:cNvPr id="8" name="灯片编号占位符 7">
            <a:extLst>
              <a:ext uri="{FF2B5EF4-FFF2-40B4-BE49-F238E27FC236}">
                <a16:creationId xmlns:a16="http://schemas.microsoft.com/office/drawing/2014/main" id="{D2F04D52-ACA6-4FB5-A855-476EB2C68D35}"/>
              </a:ext>
            </a:extLst>
          </p:cNvPr>
          <p:cNvSpPr>
            <a:spLocks noGrp="1"/>
          </p:cNvSpPr>
          <p:nvPr>
            <p:ph type="sldNum" sz="quarter" idx="11"/>
          </p:nvPr>
        </p:nvSpPr>
        <p:spPr/>
        <p:txBody>
          <a:bodyPr/>
          <a:lstStyle>
            <a:lvl1pPr>
              <a:defRPr/>
            </a:lvl1pPr>
          </a:lstStyle>
          <a:p>
            <a:fld id="{60F0EA41-0244-4189-BA98-3F3D065A8E75}" type="slidenum">
              <a:rPr lang="en-US" altLang="zh-CN"/>
              <a:pPr/>
              <a:t>‹#›</a:t>
            </a:fld>
            <a:endParaRPr lang="en-US" altLang="zh-CN"/>
          </a:p>
        </p:txBody>
      </p:sp>
      <p:sp>
        <p:nvSpPr>
          <p:cNvPr id="9" name="日期占位符 8">
            <a:extLst>
              <a:ext uri="{FF2B5EF4-FFF2-40B4-BE49-F238E27FC236}">
                <a16:creationId xmlns:a16="http://schemas.microsoft.com/office/drawing/2014/main" id="{0631E7AC-0DDE-42DA-BCA2-EACA571EF9BF}"/>
              </a:ext>
            </a:extLst>
          </p:cNvPr>
          <p:cNvSpPr>
            <a:spLocks noGrp="1"/>
          </p:cNvSpPr>
          <p:nvPr>
            <p:ph type="dt" sz="half" idx="12"/>
          </p:nvPr>
        </p:nvSpPr>
        <p:spPr/>
        <p:txBody>
          <a:bodyPr/>
          <a:lstStyle>
            <a:lvl1pPr>
              <a:defRPr/>
            </a:lvl1pPr>
          </a:lstStyle>
          <a:p>
            <a:endParaRPr lang="en-US" altLang="zh-CN"/>
          </a:p>
        </p:txBody>
      </p:sp>
    </p:spTree>
    <p:extLst>
      <p:ext uri="{BB962C8B-B14F-4D97-AF65-F5344CB8AC3E}">
        <p14:creationId xmlns:p14="http://schemas.microsoft.com/office/powerpoint/2010/main" val="953456782"/>
      </p:ext>
    </p:extLst>
  </p:cSld>
  <p:clrMapOvr>
    <a:masterClrMapping/>
  </p:clrMapOvr>
  <p:transition>
    <p:wipe dir="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FB4F47-FE63-4C04-BC86-57B7D9C76CC4}"/>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C64B83F0-94FC-4C7E-9973-4A8A3BEAEDCC}"/>
              </a:ext>
            </a:extLst>
          </p:cNvPr>
          <p:cNvSpPr>
            <a:spLocks noGrp="1"/>
          </p:cNvSpPr>
          <p:nvPr>
            <p:ph type="ftr" sz="quarter" idx="10"/>
          </p:nvPr>
        </p:nvSpPr>
        <p:spPr/>
        <p:txBody>
          <a:bodyPr/>
          <a:lstStyle>
            <a:lvl1pPr>
              <a:defRPr/>
            </a:lvl1pPr>
          </a:lstStyle>
          <a:p>
            <a:endParaRPr lang="en-US" altLang="zh-CN"/>
          </a:p>
        </p:txBody>
      </p:sp>
      <p:sp>
        <p:nvSpPr>
          <p:cNvPr id="4" name="灯片编号占位符 3">
            <a:extLst>
              <a:ext uri="{FF2B5EF4-FFF2-40B4-BE49-F238E27FC236}">
                <a16:creationId xmlns:a16="http://schemas.microsoft.com/office/drawing/2014/main" id="{C092032A-02AD-4FAD-A4DF-8209EB8FCC10}"/>
              </a:ext>
            </a:extLst>
          </p:cNvPr>
          <p:cNvSpPr>
            <a:spLocks noGrp="1"/>
          </p:cNvSpPr>
          <p:nvPr>
            <p:ph type="sldNum" sz="quarter" idx="11"/>
          </p:nvPr>
        </p:nvSpPr>
        <p:spPr/>
        <p:txBody>
          <a:bodyPr/>
          <a:lstStyle>
            <a:lvl1pPr>
              <a:defRPr/>
            </a:lvl1pPr>
          </a:lstStyle>
          <a:p>
            <a:fld id="{3061463E-671D-48AF-B5D7-8841323B30DC}" type="slidenum">
              <a:rPr lang="en-US" altLang="zh-CN"/>
              <a:pPr/>
              <a:t>‹#›</a:t>
            </a:fld>
            <a:endParaRPr lang="en-US" altLang="zh-CN"/>
          </a:p>
        </p:txBody>
      </p:sp>
      <p:sp>
        <p:nvSpPr>
          <p:cNvPr id="5" name="日期占位符 4">
            <a:extLst>
              <a:ext uri="{FF2B5EF4-FFF2-40B4-BE49-F238E27FC236}">
                <a16:creationId xmlns:a16="http://schemas.microsoft.com/office/drawing/2014/main" id="{CF881488-37F1-4BFC-A275-1EBB410A5D49}"/>
              </a:ext>
            </a:extLst>
          </p:cNvPr>
          <p:cNvSpPr>
            <a:spLocks noGrp="1"/>
          </p:cNvSpPr>
          <p:nvPr>
            <p:ph type="dt" sz="half" idx="12"/>
          </p:nvPr>
        </p:nvSpPr>
        <p:spPr/>
        <p:txBody>
          <a:bodyPr/>
          <a:lstStyle>
            <a:lvl1pPr>
              <a:defRPr/>
            </a:lvl1pPr>
          </a:lstStyle>
          <a:p>
            <a:endParaRPr lang="en-US" altLang="zh-CN"/>
          </a:p>
        </p:txBody>
      </p:sp>
    </p:spTree>
    <p:extLst>
      <p:ext uri="{BB962C8B-B14F-4D97-AF65-F5344CB8AC3E}">
        <p14:creationId xmlns:p14="http://schemas.microsoft.com/office/powerpoint/2010/main" val="2654118025"/>
      </p:ext>
    </p:extLst>
  </p:cSld>
  <p:clrMapOvr>
    <a:masterClrMapping/>
  </p:clrMapOvr>
  <p:transition>
    <p:wipe dir="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5C312282-4299-42A8-8A0F-4687099907A7}"/>
              </a:ext>
            </a:extLst>
          </p:cNvPr>
          <p:cNvSpPr>
            <a:spLocks noGrp="1"/>
          </p:cNvSpPr>
          <p:nvPr>
            <p:ph type="ftr" sz="quarter" idx="10"/>
          </p:nvPr>
        </p:nvSpPr>
        <p:spPr/>
        <p:txBody>
          <a:bodyPr/>
          <a:lstStyle>
            <a:lvl1pPr>
              <a:defRPr/>
            </a:lvl1pPr>
          </a:lstStyle>
          <a:p>
            <a:endParaRPr lang="en-US" altLang="zh-CN"/>
          </a:p>
        </p:txBody>
      </p:sp>
      <p:sp>
        <p:nvSpPr>
          <p:cNvPr id="3" name="灯片编号占位符 2">
            <a:extLst>
              <a:ext uri="{FF2B5EF4-FFF2-40B4-BE49-F238E27FC236}">
                <a16:creationId xmlns:a16="http://schemas.microsoft.com/office/drawing/2014/main" id="{DDA28875-629A-40BC-A172-E7BC2DFAFC8F}"/>
              </a:ext>
            </a:extLst>
          </p:cNvPr>
          <p:cNvSpPr>
            <a:spLocks noGrp="1"/>
          </p:cNvSpPr>
          <p:nvPr>
            <p:ph type="sldNum" sz="quarter" idx="11"/>
          </p:nvPr>
        </p:nvSpPr>
        <p:spPr/>
        <p:txBody>
          <a:bodyPr/>
          <a:lstStyle>
            <a:lvl1pPr>
              <a:defRPr/>
            </a:lvl1pPr>
          </a:lstStyle>
          <a:p>
            <a:fld id="{BF772E03-A3B6-45F0-8906-D5CDF583970F}" type="slidenum">
              <a:rPr lang="en-US" altLang="zh-CN"/>
              <a:pPr/>
              <a:t>‹#›</a:t>
            </a:fld>
            <a:endParaRPr lang="en-US" altLang="zh-CN"/>
          </a:p>
        </p:txBody>
      </p:sp>
      <p:sp>
        <p:nvSpPr>
          <p:cNvPr id="4" name="日期占位符 3">
            <a:extLst>
              <a:ext uri="{FF2B5EF4-FFF2-40B4-BE49-F238E27FC236}">
                <a16:creationId xmlns:a16="http://schemas.microsoft.com/office/drawing/2014/main" id="{85D541FE-553D-460D-AC03-980D7EA2728E}"/>
              </a:ext>
            </a:extLst>
          </p:cNvPr>
          <p:cNvSpPr>
            <a:spLocks noGrp="1"/>
          </p:cNvSpPr>
          <p:nvPr>
            <p:ph type="dt" sz="half" idx="12"/>
          </p:nvPr>
        </p:nvSpPr>
        <p:spPr/>
        <p:txBody>
          <a:bodyPr/>
          <a:lstStyle>
            <a:lvl1pPr>
              <a:defRPr/>
            </a:lvl1pPr>
          </a:lstStyle>
          <a:p>
            <a:endParaRPr lang="en-US" altLang="zh-CN"/>
          </a:p>
        </p:txBody>
      </p:sp>
    </p:spTree>
    <p:extLst>
      <p:ext uri="{BB962C8B-B14F-4D97-AF65-F5344CB8AC3E}">
        <p14:creationId xmlns:p14="http://schemas.microsoft.com/office/powerpoint/2010/main" val="3515504489"/>
      </p:ext>
    </p:extLst>
  </p:cSld>
  <p:clrMapOvr>
    <a:masterClrMapping/>
  </p:clrMapOvr>
  <p:transition>
    <p:wipe dir="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FCE5D2-2352-41AC-B47C-FB631CF2AE66}"/>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25CEF2DF-BCC9-4EF0-B980-655205DD811D}"/>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473CE66-17CA-40F3-BF7C-AE2B6A0CC277}"/>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F5AC7F52-F15A-4A9D-8C1E-E99530FFFFA9}"/>
              </a:ext>
            </a:extLst>
          </p:cNvPr>
          <p:cNvSpPr>
            <a:spLocks noGrp="1"/>
          </p:cNvSpPr>
          <p:nvPr>
            <p:ph type="ftr" sz="quarter" idx="10"/>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571C1024-32FA-4578-834E-F0B0CB23207A}"/>
              </a:ext>
            </a:extLst>
          </p:cNvPr>
          <p:cNvSpPr>
            <a:spLocks noGrp="1"/>
          </p:cNvSpPr>
          <p:nvPr>
            <p:ph type="sldNum" sz="quarter" idx="11"/>
          </p:nvPr>
        </p:nvSpPr>
        <p:spPr/>
        <p:txBody>
          <a:bodyPr/>
          <a:lstStyle>
            <a:lvl1pPr>
              <a:defRPr/>
            </a:lvl1pPr>
          </a:lstStyle>
          <a:p>
            <a:fld id="{D530D4B7-7D4D-4FB5-BB9A-78B2FB3F1F8A}" type="slidenum">
              <a:rPr lang="en-US" altLang="zh-CN"/>
              <a:pPr/>
              <a:t>‹#›</a:t>
            </a:fld>
            <a:endParaRPr lang="en-US" altLang="zh-CN"/>
          </a:p>
        </p:txBody>
      </p:sp>
      <p:sp>
        <p:nvSpPr>
          <p:cNvPr id="7" name="日期占位符 6">
            <a:extLst>
              <a:ext uri="{FF2B5EF4-FFF2-40B4-BE49-F238E27FC236}">
                <a16:creationId xmlns:a16="http://schemas.microsoft.com/office/drawing/2014/main" id="{1485F117-3012-4DD1-A8A6-016F588439E1}"/>
              </a:ext>
            </a:extLst>
          </p:cNvPr>
          <p:cNvSpPr>
            <a:spLocks noGrp="1"/>
          </p:cNvSpPr>
          <p:nvPr>
            <p:ph type="dt" sz="half" idx="12"/>
          </p:nvPr>
        </p:nvSpPr>
        <p:spPr/>
        <p:txBody>
          <a:bodyPr/>
          <a:lstStyle>
            <a:lvl1pPr>
              <a:defRPr/>
            </a:lvl1pPr>
          </a:lstStyle>
          <a:p>
            <a:endParaRPr lang="en-US" altLang="zh-CN"/>
          </a:p>
        </p:txBody>
      </p:sp>
    </p:spTree>
    <p:extLst>
      <p:ext uri="{BB962C8B-B14F-4D97-AF65-F5344CB8AC3E}">
        <p14:creationId xmlns:p14="http://schemas.microsoft.com/office/powerpoint/2010/main" val="309941347"/>
      </p:ext>
    </p:extLst>
  </p:cSld>
  <p:clrMapOvr>
    <a:masterClrMapping/>
  </p:clrMapOvr>
  <p:transition>
    <p:wipe dir="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6FA8AE-2A4A-45A9-A463-EA46861E310F}"/>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C40DC90-53AA-4288-93B9-D5D3A72F7A04}"/>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4E63EFD2-44D6-4A40-A077-9009EF3FD371}"/>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56458366-8CC2-4067-AFB3-45B2225F1D21}"/>
              </a:ext>
            </a:extLst>
          </p:cNvPr>
          <p:cNvSpPr>
            <a:spLocks noGrp="1"/>
          </p:cNvSpPr>
          <p:nvPr>
            <p:ph type="ftr" sz="quarter" idx="10"/>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9D97FF94-A9D4-4034-A0B1-060E5CA77F8D}"/>
              </a:ext>
            </a:extLst>
          </p:cNvPr>
          <p:cNvSpPr>
            <a:spLocks noGrp="1"/>
          </p:cNvSpPr>
          <p:nvPr>
            <p:ph type="sldNum" sz="quarter" idx="11"/>
          </p:nvPr>
        </p:nvSpPr>
        <p:spPr/>
        <p:txBody>
          <a:bodyPr/>
          <a:lstStyle>
            <a:lvl1pPr>
              <a:defRPr/>
            </a:lvl1pPr>
          </a:lstStyle>
          <a:p>
            <a:fld id="{31327474-D634-4F8A-BDA1-B2CA829344B5}" type="slidenum">
              <a:rPr lang="en-US" altLang="zh-CN"/>
              <a:pPr/>
              <a:t>‹#›</a:t>
            </a:fld>
            <a:endParaRPr lang="en-US" altLang="zh-CN"/>
          </a:p>
        </p:txBody>
      </p:sp>
      <p:sp>
        <p:nvSpPr>
          <p:cNvPr id="7" name="日期占位符 6">
            <a:extLst>
              <a:ext uri="{FF2B5EF4-FFF2-40B4-BE49-F238E27FC236}">
                <a16:creationId xmlns:a16="http://schemas.microsoft.com/office/drawing/2014/main" id="{7BE1B26C-1D83-4F1F-9CDE-3442B6E1EB69}"/>
              </a:ext>
            </a:extLst>
          </p:cNvPr>
          <p:cNvSpPr>
            <a:spLocks noGrp="1"/>
          </p:cNvSpPr>
          <p:nvPr>
            <p:ph type="dt" sz="half" idx="12"/>
          </p:nvPr>
        </p:nvSpPr>
        <p:spPr/>
        <p:txBody>
          <a:bodyPr/>
          <a:lstStyle>
            <a:lvl1pPr>
              <a:defRPr/>
            </a:lvl1pPr>
          </a:lstStyle>
          <a:p>
            <a:endParaRPr lang="en-US" altLang="zh-CN"/>
          </a:p>
        </p:txBody>
      </p:sp>
    </p:spTree>
    <p:extLst>
      <p:ext uri="{BB962C8B-B14F-4D97-AF65-F5344CB8AC3E}">
        <p14:creationId xmlns:p14="http://schemas.microsoft.com/office/powerpoint/2010/main" val="4151381816"/>
      </p:ext>
    </p:extLst>
  </p:cSld>
  <p:clrMapOvr>
    <a:masterClrMapping/>
  </p:clrMapOvr>
  <p:transition>
    <p:wipe dir="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1F7D88-4162-4317-B418-6507FF10AD1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5C64DD3-F7F5-402B-9493-64C0C8153B73}"/>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0AC0A9B0-7E9A-4405-A0E8-60E38E005CAE}"/>
              </a:ext>
            </a:extLst>
          </p:cNvPr>
          <p:cNvSpPr>
            <a:spLocks noGrp="1"/>
          </p:cNvSpPr>
          <p:nvPr>
            <p:ph type="ftr" sz="quarter" idx="10"/>
          </p:nvPr>
        </p:nvSpPr>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1054C566-2A97-4839-A233-D76DAC120D7E}"/>
              </a:ext>
            </a:extLst>
          </p:cNvPr>
          <p:cNvSpPr>
            <a:spLocks noGrp="1"/>
          </p:cNvSpPr>
          <p:nvPr>
            <p:ph type="sldNum" sz="quarter" idx="11"/>
          </p:nvPr>
        </p:nvSpPr>
        <p:spPr/>
        <p:txBody>
          <a:bodyPr/>
          <a:lstStyle>
            <a:lvl1pPr>
              <a:defRPr/>
            </a:lvl1pPr>
          </a:lstStyle>
          <a:p>
            <a:fld id="{8B9E6132-461E-40FC-A3A0-443AB383DF60}" type="slidenum">
              <a:rPr lang="en-US" altLang="zh-CN"/>
              <a:pPr/>
              <a:t>‹#›</a:t>
            </a:fld>
            <a:endParaRPr lang="en-US" altLang="zh-CN"/>
          </a:p>
        </p:txBody>
      </p:sp>
      <p:sp>
        <p:nvSpPr>
          <p:cNvPr id="6" name="日期占位符 5">
            <a:extLst>
              <a:ext uri="{FF2B5EF4-FFF2-40B4-BE49-F238E27FC236}">
                <a16:creationId xmlns:a16="http://schemas.microsoft.com/office/drawing/2014/main" id="{BD1CD97E-93DB-4576-BB79-56C6421EA2E0}"/>
              </a:ext>
            </a:extLst>
          </p:cNvPr>
          <p:cNvSpPr>
            <a:spLocks noGrp="1"/>
          </p:cNvSpPr>
          <p:nvPr>
            <p:ph type="dt" sz="half" idx="12"/>
          </p:nvPr>
        </p:nvSpPr>
        <p:spPr/>
        <p:txBody>
          <a:bodyPr/>
          <a:lstStyle>
            <a:lvl1pPr>
              <a:defRPr/>
            </a:lvl1pPr>
          </a:lstStyle>
          <a:p>
            <a:endParaRPr lang="en-US" altLang="zh-CN"/>
          </a:p>
        </p:txBody>
      </p:sp>
    </p:spTree>
    <p:extLst>
      <p:ext uri="{BB962C8B-B14F-4D97-AF65-F5344CB8AC3E}">
        <p14:creationId xmlns:p14="http://schemas.microsoft.com/office/powerpoint/2010/main" val="2014179509"/>
      </p:ext>
    </p:extLst>
  </p:cSld>
  <p:clrMapOvr>
    <a:masterClrMapping/>
  </p:clrMapOvr>
  <p:transition>
    <p:wipe dir="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429E277-79EF-45B2-88FF-14C3DB92B4B0}"/>
              </a:ext>
            </a:extLst>
          </p:cNvPr>
          <p:cNvSpPr>
            <a:spLocks noGrp="1"/>
          </p:cNvSpPr>
          <p:nvPr>
            <p:ph type="title" orient="vert"/>
          </p:nvPr>
        </p:nvSpPr>
        <p:spPr>
          <a:xfrm>
            <a:off x="6629400" y="457200"/>
            <a:ext cx="2057400" cy="5410200"/>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6D8DA275-3491-4FE9-B441-C3986FF0DB7E}"/>
              </a:ext>
            </a:extLst>
          </p:cNvPr>
          <p:cNvSpPr>
            <a:spLocks noGrp="1"/>
          </p:cNvSpPr>
          <p:nvPr>
            <p:ph type="body" orient="vert" idx="1"/>
          </p:nvPr>
        </p:nvSpPr>
        <p:spPr>
          <a:xfrm>
            <a:off x="457200" y="457200"/>
            <a:ext cx="6019800" cy="541020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410BC738-30CF-4651-B6D9-2F3743554C73}"/>
              </a:ext>
            </a:extLst>
          </p:cNvPr>
          <p:cNvSpPr>
            <a:spLocks noGrp="1"/>
          </p:cNvSpPr>
          <p:nvPr>
            <p:ph type="ftr" sz="quarter" idx="10"/>
          </p:nvPr>
        </p:nvSpPr>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E17D25AE-4670-45F2-9E08-420A15C4300B}"/>
              </a:ext>
            </a:extLst>
          </p:cNvPr>
          <p:cNvSpPr>
            <a:spLocks noGrp="1"/>
          </p:cNvSpPr>
          <p:nvPr>
            <p:ph type="sldNum" sz="quarter" idx="11"/>
          </p:nvPr>
        </p:nvSpPr>
        <p:spPr/>
        <p:txBody>
          <a:bodyPr/>
          <a:lstStyle>
            <a:lvl1pPr>
              <a:defRPr/>
            </a:lvl1pPr>
          </a:lstStyle>
          <a:p>
            <a:fld id="{09910FD8-C67D-4915-8FBB-C95C017B3E5D}" type="slidenum">
              <a:rPr lang="en-US" altLang="zh-CN"/>
              <a:pPr/>
              <a:t>‹#›</a:t>
            </a:fld>
            <a:endParaRPr lang="en-US" altLang="zh-CN"/>
          </a:p>
        </p:txBody>
      </p:sp>
      <p:sp>
        <p:nvSpPr>
          <p:cNvPr id="6" name="日期占位符 5">
            <a:extLst>
              <a:ext uri="{FF2B5EF4-FFF2-40B4-BE49-F238E27FC236}">
                <a16:creationId xmlns:a16="http://schemas.microsoft.com/office/drawing/2014/main" id="{3EC84096-45EB-4687-A248-E71060F38637}"/>
              </a:ext>
            </a:extLst>
          </p:cNvPr>
          <p:cNvSpPr>
            <a:spLocks noGrp="1"/>
          </p:cNvSpPr>
          <p:nvPr>
            <p:ph type="dt" sz="half" idx="12"/>
          </p:nvPr>
        </p:nvSpPr>
        <p:spPr/>
        <p:txBody>
          <a:bodyPr/>
          <a:lstStyle>
            <a:lvl1pPr>
              <a:defRPr/>
            </a:lvl1pPr>
          </a:lstStyle>
          <a:p>
            <a:endParaRPr lang="en-US" altLang="zh-CN"/>
          </a:p>
        </p:txBody>
      </p:sp>
    </p:spTree>
    <p:extLst>
      <p:ext uri="{BB962C8B-B14F-4D97-AF65-F5344CB8AC3E}">
        <p14:creationId xmlns:p14="http://schemas.microsoft.com/office/powerpoint/2010/main" val="371852668"/>
      </p:ext>
    </p:extLst>
  </p:cSld>
  <p:clrMapOvr>
    <a:masterClrMapping/>
  </p:clrMapOvr>
  <p:transition>
    <p:wipe dir="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9910C4-72B8-44A6-94AA-F3DC84E9C2A3}"/>
              </a:ext>
            </a:extLst>
          </p:cNvPr>
          <p:cNvSpPr>
            <a:spLocks noGrp="1"/>
          </p:cNvSpPr>
          <p:nvPr>
            <p:ph type="title"/>
          </p:nvPr>
        </p:nvSpPr>
        <p:spPr>
          <a:xfrm>
            <a:off x="457200" y="457200"/>
            <a:ext cx="8229600" cy="1371600"/>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4127DAE8-15CD-46CE-A313-E0E1F0831A38}"/>
              </a:ext>
            </a:extLst>
          </p:cNvPr>
          <p:cNvSpPr>
            <a:spLocks noGrp="1"/>
          </p:cNvSpPr>
          <p:nvPr>
            <p:ph type="body" sz="half" idx="1"/>
          </p:nvPr>
        </p:nvSpPr>
        <p:spPr>
          <a:xfrm>
            <a:off x="457200" y="1981200"/>
            <a:ext cx="4038600" cy="38862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联机映像占位符 3">
            <a:extLst>
              <a:ext uri="{FF2B5EF4-FFF2-40B4-BE49-F238E27FC236}">
                <a16:creationId xmlns:a16="http://schemas.microsoft.com/office/drawing/2014/main" id="{441064E7-9F53-4201-864D-3BB602DC6744}"/>
              </a:ext>
            </a:extLst>
          </p:cNvPr>
          <p:cNvSpPr>
            <a:spLocks noGrp="1"/>
          </p:cNvSpPr>
          <p:nvPr>
            <p:ph type="clipArt" sz="half" idx="2"/>
          </p:nvPr>
        </p:nvSpPr>
        <p:spPr>
          <a:xfrm>
            <a:off x="4648200" y="1981200"/>
            <a:ext cx="4038600" cy="3886200"/>
          </a:xfrm>
        </p:spPr>
        <p:txBody>
          <a:bodyPr/>
          <a:lstStyle/>
          <a:p>
            <a:endParaRPr lang="zh-CN" altLang="en-US"/>
          </a:p>
        </p:txBody>
      </p:sp>
      <p:sp>
        <p:nvSpPr>
          <p:cNvPr id="5" name="页脚占位符 4">
            <a:extLst>
              <a:ext uri="{FF2B5EF4-FFF2-40B4-BE49-F238E27FC236}">
                <a16:creationId xmlns:a16="http://schemas.microsoft.com/office/drawing/2014/main" id="{6EBA6417-D088-4C9B-ABF4-992F0A4436B6}"/>
              </a:ext>
            </a:extLst>
          </p:cNvPr>
          <p:cNvSpPr>
            <a:spLocks noGrp="1"/>
          </p:cNvSpPr>
          <p:nvPr>
            <p:ph type="ftr" sz="quarter" idx="10"/>
          </p:nvPr>
        </p:nvSpPr>
        <p:spPr>
          <a:xfrm>
            <a:off x="3124200" y="6248400"/>
            <a:ext cx="2895600" cy="457200"/>
          </a:xfrm>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10C332C2-A28F-47AA-89A2-85DB6D4C0D0A}"/>
              </a:ext>
            </a:extLst>
          </p:cNvPr>
          <p:cNvSpPr>
            <a:spLocks noGrp="1"/>
          </p:cNvSpPr>
          <p:nvPr>
            <p:ph type="sldNum" sz="quarter" idx="11"/>
          </p:nvPr>
        </p:nvSpPr>
        <p:spPr>
          <a:xfrm>
            <a:off x="6553200" y="6200775"/>
            <a:ext cx="2133600" cy="457200"/>
          </a:xfrm>
        </p:spPr>
        <p:txBody>
          <a:bodyPr/>
          <a:lstStyle>
            <a:lvl1pPr>
              <a:defRPr/>
            </a:lvl1pPr>
          </a:lstStyle>
          <a:p>
            <a:fld id="{6397F377-319B-417F-917F-B7EF4794386B}" type="slidenum">
              <a:rPr lang="en-US" altLang="zh-CN"/>
              <a:pPr/>
              <a:t>‹#›</a:t>
            </a:fld>
            <a:endParaRPr lang="en-US" altLang="zh-CN"/>
          </a:p>
        </p:txBody>
      </p:sp>
      <p:sp>
        <p:nvSpPr>
          <p:cNvPr id="7" name="日期占位符 6">
            <a:extLst>
              <a:ext uri="{FF2B5EF4-FFF2-40B4-BE49-F238E27FC236}">
                <a16:creationId xmlns:a16="http://schemas.microsoft.com/office/drawing/2014/main" id="{8FFC6041-70D3-47FB-9014-E05A0EFFC0E4}"/>
              </a:ext>
            </a:extLst>
          </p:cNvPr>
          <p:cNvSpPr>
            <a:spLocks noGrp="1"/>
          </p:cNvSpPr>
          <p:nvPr>
            <p:ph type="dt" sz="half" idx="12"/>
          </p:nvPr>
        </p:nvSpPr>
        <p:spPr>
          <a:xfrm>
            <a:off x="457200" y="6245225"/>
            <a:ext cx="2133600" cy="476250"/>
          </a:xfrm>
        </p:spPr>
        <p:txBody>
          <a:bodyPr/>
          <a:lstStyle>
            <a:lvl1pPr>
              <a:defRPr/>
            </a:lvl1pPr>
          </a:lstStyle>
          <a:p>
            <a:endParaRPr lang="en-US" altLang="zh-CN"/>
          </a:p>
        </p:txBody>
      </p:sp>
    </p:spTree>
    <p:extLst>
      <p:ext uri="{BB962C8B-B14F-4D97-AF65-F5344CB8AC3E}">
        <p14:creationId xmlns:p14="http://schemas.microsoft.com/office/powerpoint/2010/main" val="191922997"/>
      </p:ext>
    </p:extLst>
  </p:cSld>
  <p:clrMapOvr>
    <a:masterClrMapping/>
  </p:clrMapOvr>
  <p:transition>
    <p:wipe dir="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C9607B-C153-4809-B371-17C0B454D71B}"/>
              </a:ext>
            </a:extLst>
          </p:cNvPr>
          <p:cNvSpPr>
            <a:spLocks noGrp="1"/>
          </p:cNvSpPr>
          <p:nvPr>
            <p:ph type="title"/>
          </p:nvPr>
        </p:nvSpPr>
        <p:spPr>
          <a:xfrm>
            <a:off x="457200" y="457200"/>
            <a:ext cx="8229600" cy="1371600"/>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39186FC-4E4B-46A9-A455-68B9654DE4EB}"/>
              </a:ext>
            </a:extLst>
          </p:cNvPr>
          <p:cNvSpPr>
            <a:spLocks noGrp="1"/>
          </p:cNvSpPr>
          <p:nvPr>
            <p:ph type="body" sz="half" idx="1"/>
          </p:nvPr>
        </p:nvSpPr>
        <p:spPr>
          <a:xfrm>
            <a:off x="457200" y="1981200"/>
            <a:ext cx="4038600" cy="38862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B1B25177-D05C-4A9B-AB5B-A01A5122F944}"/>
              </a:ext>
            </a:extLst>
          </p:cNvPr>
          <p:cNvSpPr>
            <a:spLocks noGrp="1"/>
          </p:cNvSpPr>
          <p:nvPr>
            <p:ph sz="half" idx="2"/>
          </p:nvPr>
        </p:nvSpPr>
        <p:spPr>
          <a:xfrm>
            <a:off x="4648200" y="1981200"/>
            <a:ext cx="4038600" cy="38862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1AF9D932-BFBC-4D20-B6E8-F9A9C0AB0AA2}"/>
              </a:ext>
            </a:extLst>
          </p:cNvPr>
          <p:cNvSpPr>
            <a:spLocks noGrp="1"/>
          </p:cNvSpPr>
          <p:nvPr>
            <p:ph type="ftr" sz="quarter" idx="10"/>
          </p:nvPr>
        </p:nvSpPr>
        <p:spPr>
          <a:xfrm>
            <a:off x="3124200" y="6248400"/>
            <a:ext cx="2895600" cy="457200"/>
          </a:xfrm>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A9B21288-0B76-4502-9C4F-2523157137BB}"/>
              </a:ext>
            </a:extLst>
          </p:cNvPr>
          <p:cNvSpPr>
            <a:spLocks noGrp="1"/>
          </p:cNvSpPr>
          <p:nvPr>
            <p:ph type="sldNum" sz="quarter" idx="11"/>
          </p:nvPr>
        </p:nvSpPr>
        <p:spPr>
          <a:xfrm>
            <a:off x="6553200" y="6200775"/>
            <a:ext cx="2133600" cy="457200"/>
          </a:xfrm>
        </p:spPr>
        <p:txBody>
          <a:bodyPr/>
          <a:lstStyle>
            <a:lvl1pPr>
              <a:defRPr/>
            </a:lvl1pPr>
          </a:lstStyle>
          <a:p>
            <a:fld id="{66D5DB6A-40E1-43F5-ADA5-2817A118B094}" type="slidenum">
              <a:rPr lang="en-US" altLang="zh-CN"/>
              <a:pPr/>
              <a:t>‹#›</a:t>
            </a:fld>
            <a:endParaRPr lang="en-US" altLang="zh-CN"/>
          </a:p>
        </p:txBody>
      </p:sp>
      <p:sp>
        <p:nvSpPr>
          <p:cNvPr id="7" name="日期占位符 6">
            <a:extLst>
              <a:ext uri="{FF2B5EF4-FFF2-40B4-BE49-F238E27FC236}">
                <a16:creationId xmlns:a16="http://schemas.microsoft.com/office/drawing/2014/main" id="{F9A74075-EE6E-4762-BE9D-CE5A9F3DE32C}"/>
              </a:ext>
            </a:extLst>
          </p:cNvPr>
          <p:cNvSpPr>
            <a:spLocks noGrp="1"/>
          </p:cNvSpPr>
          <p:nvPr>
            <p:ph type="dt" sz="half" idx="12"/>
          </p:nvPr>
        </p:nvSpPr>
        <p:spPr>
          <a:xfrm>
            <a:off x="457200" y="6245225"/>
            <a:ext cx="2133600" cy="476250"/>
          </a:xfrm>
        </p:spPr>
        <p:txBody>
          <a:bodyPr/>
          <a:lstStyle>
            <a:lvl1pPr>
              <a:defRPr/>
            </a:lvl1pPr>
          </a:lstStyle>
          <a:p>
            <a:endParaRPr lang="en-US" altLang="zh-CN"/>
          </a:p>
        </p:txBody>
      </p:sp>
    </p:spTree>
    <p:extLst>
      <p:ext uri="{BB962C8B-B14F-4D97-AF65-F5344CB8AC3E}">
        <p14:creationId xmlns:p14="http://schemas.microsoft.com/office/powerpoint/2010/main" val="4100503615"/>
      </p:ext>
    </p:extLst>
  </p:cSld>
  <p:clrMapOvr>
    <a:masterClrMapping/>
  </p:clrMapOvr>
  <p:transition>
    <p:wipe dir="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1A93E5-72AE-44E0-9BB8-A134FA10AA29}"/>
              </a:ext>
            </a:extLst>
          </p:cNvPr>
          <p:cNvSpPr>
            <a:spLocks noGrp="1"/>
          </p:cNvSpPr>
          <p:nvPr>
            <p:ph type="title"/>
          </p:nvPr>
        </p:nvSpPr>
        <p:spPr>
          <a:xfrm>
            <a:off x="457200" y="457200"/>
            <a:ext cx="8229600" cy="1371600"/>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E2C182C0-0C4E-4EF5-ABCE-1ED9A7A69683}"/>
              </a:ext>
            </a:extLst>
          </p:cNvPr>
          <p:cNvSpPr>
            <a:spLocks noGrp="1"/>
          </p:cNvSpPr>
          <p:nvPr>
            <p:ph type="body" sz="half" idx="1"/>
          </p:nvPr>
        </p:nvSpPr>
        <p:spPr>
          <a:xfrm>
            <a:off x="457200" y="1981200"/>
            <a:ext cx="4038600" cy="38862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7409C603-67C4-4406-B8E3-EBC9B289FDBB}"/>
              </a:ext>
            </a:extLst>
          </p:cNvPr>
          <p:cNvSpPr>
            <a:spLocks noGrp="1"/>
          </p:cNvSpPr>
          <p:nvPr>
            <p:ph sz="quarter" idx="2"/>
          </p:nvPr>
        </p:nvSpPr>
        <p:spPr>
          <a:xfrm>
            <a:off x="4648200" y="1981200"/>
            <a:ext cx="4038600" cy="18669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内容占位符 4">
            <a:extLst>
              <a:ext uri="{FF2B5EF4-FFF2-40B4-BE49-F238E27FC236}">
                <a16:creationId xmlns:a16="http://schemas.microsoft.com/office/drawing/2014/main" id="{951DCD04-BA2D-4DD3-B082-E734C749A3E2}"/>
              </a:ext>
            </a:extLst>
          </p:cNvPr>
          <p:cNvSpPr>
            <a:spLocks noGrp="1"/>
          </p:cNvSpPr>
          <p:nvPr>
            <p:ph sz="quarter" idx="3"/>
          </p:nvPr>
        </p:nvSpPr>
        <p:spPr>
          <a:xfrm>
            <a:off x="4648200" y="4000500"/>
            <a:ext cx="4038600" cy="18669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a:extLst>
              <a:ext uri="{FF2B5EF4-FFF2-40B4-BE49-F238E27FC236}">
                <a16:creationId xmlns:a16="http://schemas.microsoft.com/office/drawing/2014/main" id="{C9C51CE4-E105-4E1B-B3F2-384102185F60}"/>
              </a:ext>
            </a:extLst>
          </p:cNvPr>
          <p:cNvSpPr>
            <a:spLocks noGrp="1"/>
          </p:cNvSpPr>
          <p:nvPr>
            <p:ph type="ftr" sz="quarter" idx="10"/>
          </p:nvPr>
        </p:nvSpPr>
        <p:spPr>
          <a:xfrm>
            <a:off x="3124200" y="6248400"/>
            <a:ext cx="2895600" cy="457200"/>
          </a:xfrm>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648898A2-347A-4E7D-9B37-E4E17C3029DE}"/>
              </a:ext>
            </a:extLst>
          </p:cNvPr>
          <p:cNvSpPr>
            <a:spLocks noGrp="1"/>
          </p:cNvSpPr>
          <p:nvPr>
            <p:ph type="sldNum" sz="quarter" idx="11"/>
          </p:nvPr>
        </p:nvSpPr>
        <p:spPr>
          <a:xfrm>
            <a:off x="6553200" y="6200775"/>
            <a:ext cx="2133600" cy="457200"/>
          </a:xfrm>
        </p:spPr>
        <p:txBody>
          <a:bodyPr/>
          <a:lstStyle>
            <a:lvl1pPr>
              <a:defRPr/>
            </a:lvl1pPr>
          </a:lstStyle>
          <a:p>
            <a:fld id="{A3E95E46-D5B8-491E-B9DE-ED4D15127FC0}" type="slidenum">
              <a:rPr lang="en-US" altLang="zh-CN"/>
              <a:pPr/>
              <a:t>‹#›</a:t>
            </a:fld>
            <a:endParaRPr lang="en-US" altLang="zh-CN"/>
          </a:p>
        </p:txBody>
      </p:sp>
      <p:sp>
        <p:nvSpPr>
          <p:cNvPr id="8" name="日期占位符 7">
            <a:extLst>
              <a:ext uri="{FF2B5EF4-FFF2-40B4-BE49-F238E27FC236}">
                <a16:creationId xmlns:a16="http://schemas.microsoft.com/office/drawing/2014/main" id="{0DC3B569-176F-41ED-9B88-AF61AF2BC434}"/>
              </a:ext>
            </a:extLst>
          </p:cNvPr>
          <p:cNvSpPr>
            <a:spLocks noGrp="1"/>
          </p:cNvSpPr>
          <p:nvPr>
            <p:ph type="dt" sz="half" idx="12"/>
          </p:nvPr>
        </p:nvSpPr>
        <p:spPr>
          <a:xfrm>
            <a:off x="457200" y="6245225"/>
            <a:ext cx="2133600" cy="476250"/>
          </a:xfrm>
        </p:spPr>
        <p:txBody>
          <a:bodyPr/>
          <a:lstStyle>
            <a:lvl1pPr>
              <a:defRPr/>
            </a:lvl1pPr>
          </a:lstStyle>
          <a:p>
            <a:endParaRPr lang="en-US" altLang="zh-CN"/>
          </a:p>
        </p:txBody>
      </p:sp>
    </p:spTree>
    <p:extLst>
      <p:ext uri="{BB962C8B-B14F-4D97-AF65-F5344CB8AC3E}">
        <p14:creationId xmlns:p14="http://schemas.microsoft.com/office/powerpoint/2010/main" val="3290105326"/>
      </p:ext>
    </p:extLst>
  </p:cSld>
  <p:clrMapOvr>
    <a:masterClrMapping/>
  </p:clrMapOvr>
  <p:transition>
    <p:wipe dir="r"/>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slideLayout" Target="../slideLayouts/slideLayout19.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slideLayout" Target="../slideLayouts/slideLayout18.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slideLayout" Target="../slideLayouts/slideLayout32.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5" Type="http://schemas.openxmlformats.org/officeDocument/2006/relationships/theme" Target="../theme/theme3.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p:cNvSpPr>
          <p:nvPr>
            <p:ph type="body"/>
          </p:nvPr>
        </p:nvSpPr>
        <p:spPr>
          <a:xfrm>
            <a:off x="496888" y="1116013"/>
            <a:ext cx="8251825" cy="5472112"/>
          </a:xfrm>
          <a:prstGeom prst="rect">
            <a:avLst/>
          </a:prstGeom>
          <a:noFill/>
          <a:ln w="9525">
            <a:noFill/>
          </a:ln>
        </p:spPr>
        <p:txBody>
          <a:bodyPr/>
          <a:lstStyle/>
          <a:p>
            <a:pPr lvl="0"/>
            <a:r>
              <a:rPr lang="zh-CN" altLang="en-US" dirty="0"/>
              <a:t>单击以编辑母版文本样式</a:t>
            </a:r>
          </a:p>
        </p:txBody>
      </p:sp>
      <p:cxnSp>
        <p:nvCxnSpPr>
          <p:cNvPr id="1027" name="直接连接符 9"/>
          <p:cNvCxnSpPr/>
          <p:nvPr userDrawn="1"/>
        </p:nvCxnSpPr>
        <p:spPr>
          <a:xfrm>
            <a:off x="0" y="6357938"/>
            <a:ext cx="9144000" cy="71437"/>
          </a:xfrm>
          <a:prstGeom prst="line">
            <a:avLst/>
          </a:prstGeom>
          <a:ln w="9525">
            <a:noFill/>
          </a:ln>
        </p:spPr>
      </p:cxnSp>
      <p:sp>
        <p:nvSpPr>
          <p:cNvPr id="10" name="矩形 9"/>
          <p:cNvSpPr/>
          <p:nvPr/>
        </p:nvSpPr>
        <p:spPr>
          <a:xfrm>
            <a:off x="0" y="190500"/>
            <a:ext cx="9144000" cy="536575"/>
          </a:xfrm>
          <a:prstGeom prst="rect">
            <a:avLst/>
          </a:prstGeom>
          <a:solidFill>
            <a:schemeClr val="accent2"/>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800" b="0" i="0" u="none" strike="noStrike" kern="1200" cap="none" spc="0" normalizeH="0" baseline="0" noProof="0">
              <a:ln>
                <a:noFill/>
              </a:ln>
              <a:solidFill>
                <a:srgbClr val="FEFFFF"/>
              </a:solidFill>
              <a:effectLst/>
              <a:uLnTx/>
              <a:uFillTx/>
              <a:latin typeface="+mn-lt"/>
              <a:ea typeface="+mn-ea"/>
              <a:cs typeface="+mn-cs"/>
            </a:endParaRPr>
          </a:p>
        </p:txBody>
      </p:sp>
      <p:grpSp>
        <p:nvGrpSpPr>
          <p:cNvPr id="2" name="组合 1"/>
          <p:cNvGrpSpPr/>
          <p:nvPr/>
        </p:nvGrpSpPr>
        <p:grpSpPr>
          <a:xfrm>
            <a:off x="115637" y="385924"/>
            <a:ext cx="617410" cy="174607"/>
            <a:chOff x="384175" y="480608"/>
            <a:chExt cx="348872" cy="98663"/>
          </a:xfrm>
          <a:solidFill>
            <a:schemeClr val="accent3">
              <a:lumMod val="90000"/>
            </a:schemeClr>
          </a:solidFill>
        </p:grpSpPr>
        <p:sp>
          <p:nvSpPr>
            <p:cNvPr id="12" name="等腰三角形 11">
              <a:hlinkClick r:id="" action="ppaction://hlinkshowjump?jump=previousslide"/>
            </p:cNvPr>
            <p:cNvSpPr/>
            <p:nvPr/>
          </p:nvSpPr>
          <p:spPr>
            <a:xfrm rot="5400000" flipH="1">
              <a:off x="3727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sp>
          <p:nvSpPr>
            <p:cNvPr id="13" name="等腰三角形 12">
              <a:hlinkClick r:id="" action="ppaction://hlinkshowjump?jump=previousslide"/>
            </p:cNvPr>
            <p:cNvSpPr/>
            <p:nvPr/>
          </p:nvSpPr>
          <p:spPr>
            <a:xfrm rot="5400000" flipH="1">
              <a:off x="51245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sp>
          <p:nvSpPr>
            <p:cNvPr id="14" name="等腰三角形 13">
              <a:hlinkClick r:id="" action="ppaction://hlinkshowjump?jump=previousslide"/>
            </p:cNvPr>
            <p:cNvSpPr/>
            <p:nvPr/>
          </p:nvSpPr>
          <p:spPr>
            <a:xfrm rot="5400000" flipH="1">
              <a:off x="645804" y="492029"/>
              <a:ext cx="98663" cy="75822"/>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rgbClr val="FEFFFF"/>
                </a:solidFill>
                <a:effectLst/>
                <a:uLnTx/>
                <a:uFillTx/>
                <a:latin typeface="+mn-lt"/>
                <a:ea typeface="+mn-ea"/>
                <a:cs typeface="+mn-cs"/>
              </a:endParaRPr>
            </a:p>
          </p:txBody>
        </p:sp>
      </p:grpSp>
      <p:sp>
        <p:nvSpPr>
          <p:cNvPr id="1031" name="Rectangle 2"/>
          <p:cNvSpPr>
            <a:spLocks noGrp="1"/>
          </p:cNvSpPr>
          <p:nvPr>
            <p:ph type="title"/>
          </p:nvPr>
        </p:nvSpPr>
        <p:spPr>
          <a:xfrm>
            <a:off x="844550" y="242594"/>
            <a:ext cx="6400800" cy="457200"/>
          </a:xfrm>
          <a:prstGeom prst="rect">
            <a:avLst/>
          </a:prstGeom>
          <a:noFill/>
          <a:ln w="9525">
            <a:noFill/>
          </a:ln>
        </p:spPr>
        <p:txBody>
          <a:bodyPr anchor="ctr" anchorCtr="0"/>
          <a:lstStyle/>
          <a:p>
            <a:pPr lvl="0"/>
            <a:r>
              <a:rPr lang="" altLang="zh-CN" dirty="0"/>
              <a:t>单击以编辑</a:t>
            </a:r>
            <a:r>
              <a:rPr lang="" altLang="en-US" dirty="0"/>
              <a:t>母版标题样式</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6" r:id="rId5"/>
    <p:sldLayoutId id="2147483673" r:id="rId6"/>
  </p:sldLayoutIdLst>
  <p:hf sldNum="0" hdr="0" ftr="0" dt="0"/>
  <p:txStyles>
    <p:titleStyle>
      <a:lvl1pPr algn="l" rtl="0" eaLnBrk="0" fontAlgn="base" hangingPunct="0">
        <a:spcBef>
          <a:spcPct val="0"/>
        </a:spcBef>
        <a:spcAft>
          <a:spcPct val="0"/>
        </a:spcAft>
        <a:defRPr sz="2800">
          <a:solidFill>
            <a:schemeClr val="bg1"/>
          </a:solidFill>
          <a:latin typeface="+mj-lt"/>
          <a:ea typeface="微软雅黑" panose="020B0503020204020204" pitchFamily="34" charset="-122"/>
          <a:cs typeface="+mj-cs"/>
        </a:defRPr>
      </a:lvl1pPr>
      <a:lvl2pPr algn="l" rtl="0" eaLnBrk="0" fontAlgn="base" hangingPunct="0">
        <a:spcBef>
          <a:spcPct val="0"/>
        </a:spcBef>
        <a:spcAft>
          <a:spcPct val="0"/>
        </a:spcAft>
        <a:defRPr sz="2800">
          <a:solidFill>
            <a:schemeClr val="bg1"/>
          </a:solidFill>
          <a:effectLst>
            <a:outerShdw blurRad="38100" dist="38100" dir="2700000" algn="tl">
              <a:srgbClr val="C0C0C0"/>
            </a:outerShdw>
          </a:effectLst>
          <a:latin typeface="Times New Roman" panose="02020603050405020304" pitchFamily="18" charset="0"/>
          <a:ea typeface="微软雅黑" panose="020B0503020204020204" pitchFamily="34" charset="-122"/>
        </a:defRPr>
      </a:lvl2pPr>
      <a:lvl3pPr algn="l" rtl="0" eaLnBrk="0" fontAlgn="base" hangingPunct="0">
        <a:spcBef>
          <a:spcPct val="0"/>
        </a:spcBef>
        <a:spcAft>
          <a:spcPct val="0"/>
        </a:spcAft>
        <a:defRPr sz="2800">
          <a:solidFill>
            <a:schemeClr val="bg1"/>
          </a:solidFill>
          <a:effectLst>
            <a:outerShdw blurRad="38100" dist="38100" dir="2700000" algn="tl">
              <a:srgbClr val="C0C0C0"/>
            </a:outerShdw>
          </a:effectLst>
          <a:latin typeface="Times New Roman" panose="02020603050405020304" pitchFamily="18" charset="0"/>
          <a:ea typeface="微软雅黑" panose="020B0503020204020204" pitchFamily="34" charset="-122"/>
        </a:defRPr>
      </a:lvl3pPr>
      <a:lvl4pPr algn="l" rtl="0" eaLnBrk="0" fontAlgn="base" hangingPunct="0">
        <a:spcBef>
          <a:spcPct val="0"/>
        </a:spcBef>
        <a:spcAft>
          <a:spcPct val="0"/>
        </a:spcAft>
        <a:defRPr sz="2800">
          <a:solidFill>
            <a:schemeClr val="bg1"/>
          </a:solidFill>
          <a:effectLst>
            <a:outerShdw blurRad="38100" dist="38100" dir="2700000" algn="tl">
              <a:srgbClr val="C0C0C0"/>
            </a:outerShdw>
          </a:effectLst>
          <a:latin typeface="Times New Roman" panose="02020603050405020304" pitchFamily="18" charset="0"/>
          <a:ea typeface="微软雅黑" panose="020B0503020204020204" pitchFamily="34" charset="-122"/>
        </a:defRPr>
      </a:lvl4pPr>
      <a:lvl5pPr algn="l" rtl="0" eaLnBrk="0" fontAlgn="base" hangingPunct="0">
        <a:spcBef>
          <a:spcPct val="0"/>
        </a:spcBef>
        <a:spcAft>
          <a:spcPct val="0"/>
        </a:spcAft>
        <a:defRPr sz="2800">
          <a:solidFill>
            <a:schemeClr val="bg1"/>
          </a:solidFill>
          <a:effectLst>
            <a:outerShdw blurRad="38100" dist="38100" dir="2700000" algn="tl">
              <a:srgbClr val="C0C0C0"/>
            </a:outerShdw>
          </a:effectLst>
          <a:latin typeface="Times New Roman" panose="02020603050405020304" pitchFamily="18" charset="0"/>
          <a:ea typeface="微软雅黑" panose="020B0503020204020204" pitchFamily="34" charset="-122"/>
        </a:defRPr>
      </a:lvl5pPr>
      <a:lvl6pPr marL="457200" algn="ctr" rtl="0" eaLnBrk="0" fontAlgn="base" hangingPunct="0">
        <a:spcBef>
          <a:spcPct val="0"/>
        </a:spcBef>
        <a:spcAft>
          <a:spcPct val="0"/>
        </a:spcAft>
        <a:defRPr kumimoji="1" sz="4400" b="1">
          <a:solidFill>
            <a:schemeClr val="accent1"/>
          </a:solidFill>
          <a:effectLst>
            <a:outerShdw blurRad="38100" dist="38100" dir="2700000" algn="tl">
              <a:srgbClr val="C0C0C0"/>
            </a:outerShdw>
          </a:effectLst>
          <a:latin typeface="Times New Roman" panose="02020603050405020304" pitchFamily="18" charset="0"/>
          <a:ea typeface="仿宋_GB2312" pitchFamily="49" charset="-122"/>
        </a:defRPr>
      </a:lvl6pPr>
      <a:lvl7pPr marL="914400" algn="ctr" rtl="0" eaLnBrk="0" fontAlgn="base" hangingPunct="0">
        <a:spcBef>
          <a:spcPct val="0"/>
        </a:spcBef>
        <a:spcAft>
          <a:spcPct val="0"/>
        </a:spcAft>
        <a:defRPr kumimoji="1" sz="4400" b="1">
          <a:solidFill>
            <a:schemeClr val="accent1"/>
          </a:solidFill>
          <a:effectLst>
            <a:outerShdw blurRad="38100" dist="38100" dir="2700000" algn="tl">
              <a:srgbClr val="C0C0C0"/>
            </a:outerShdw>
          </a:effectLst>
          <a:latin typeface="Times New Roman" panose="02020603050405020304" pitchFamily="18" charset="0"/>
          <a:ea typeface="仿宋_GB2312" pitchFamily="49" charset="-122"/>
        </a:defRPr>
      </a:lvl7pPr>
      <a:lvl8pPr marL="1371600" algn="ctr" rtl="0" eaLnBrk="0" fontAlgn="base" hangingPunct="0">
        <a:spcBef>
          <a:spcPct val="0"/>
        </a:spcBef>
        <a:spcAft>
          <a:spcPct val="0"/>
        </a:spcAft>
        <a:defRPr kumimoji="1" sz="4400" b="1">
          <a:solidFill>
            <a:schemeClr val="accent1"/>
          </a:solidFill>
          <a:effectLst>
            <a:outerShdw blurRad="38100" dist="38100" dir="2700000" algn="tl">
              <a:srgbClr val="C0C0C0"/>
            </a:outerShdw>
          </a:effectLst>
          <a:latin typeface="Times New Roman" panose="02020603050405020304" pitchFamily="18" charset="0"/>
          <a:ea typeface="仿宋_GB2312" pitchFamily="49" charset="-122"/>
        </a:defRPr>
      </a:lvl8pPr>
      <a:lvl9pPr marL="1828800" algn="ctr" rtl="0" eaLnBrk="0" fontAlgn="base" hangingPunct="0">
        <a:spcBef>
          <a:spcPct val="0"/>
        </a:spcBef>
        <a:spcAft>
          <a:spcPct val="0"/>
        </a:spcAft>
        <a:defRPr kumimoji="1" sz="4400" b="1">
          <a:solidFill>
            <a:schemeClr val="accent1"/>
          </a:solidFill>
          <a:effectLst>
            <a:outerShdw blurRad="38100" dist="38100" dir="2700000" algn="tl">
              <a:srgbClr val="C0C0C0"/>
            </a:outerShdw>
          </a:effectLst>
          <a:latin typeface="Times New Roman" panose="02020603050405020304" pitchFamily="18" charset="0"/>
          <a:ea typeface="仿宋_GB2312" pitchFamily="49" charset="-122"/>
        </a:defRPr>
      </a:lvl9pPr>
    </p:titleStyle>
    <p:body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vl6pPr marL="2514600" indent="-228600" algn="l" rtl="0" eaLnBrk="0" fontAlgn="base" hangingPunct="0">
        <a:spcBef>
          <a:spcPct val="20000"/>
        </a:spcBef>
        <a:spcAft>
          <a:spcPct val="0"/>
        </a:spcAft>
        <a:buChar char="»"/>
        <a:defRPr kumimoji="1" sz="2000">
          <a:solidFill>
            <a:schemeClr val="tx1"/>
          </a:solidFill>
          <a:latin typeface="+mn-lt"/>
          <a:ea typeface="+mn-ea"/>
        </a:defRPr>
      </a:lvl6pPr>
      <a:lvl7pPr marL="2971800" indent="-228600" algn="l" rtl="0" eaLnBrk="0" fontAlgn="base" hangingPunct="0">
        <a:spcBef>
          <a:spcPct val="20000"/>
        </a:spcBef>
        <a:spcAft>
          <a:spcPct val="0"/>
        </a:spcAft>
        <a:buChar char="»"/>
        <a:defRPr kumimoji="1" sz="2000">
          <a:solidFill>
            <a:schemeClr val="tx1"/>
          </a:solidFill>
          <a:latin typeface="+mn-lt"/>
          <a:ea typeface="+mn-ea"/>
        </a:defRPr>
      </a:lvl7pPr>
      <a:lvl8pPr marL="3429000" indent="-228600" algn="l" rtl="0" eaLnBrk="0" fontAlgn="base" hangingPunct="0">
        <a:spcBef>
          <a:spcPct val="20000"/>
        </a:spcBef>
        <a:spcAft>
          <a:spcPct val="0"/>
        </a:spcAft>
        <a:buChar char="»"/>
        <a:defRPr kumimoji="1" sz="2000">
          <a:solidFill>
            <a:schemeClr val="tx1"/>
          </a:solidFill>
          <a:latin typeface="+mn-lt"/>
          <a:ea typeface="+mn-ea"/>
        </a:defRPr>
      </a:lvl8pPr>
      <a:lvl9pPr marL="3886200" indent="-228600" algn="l" rtl="0" eaLnBrk="0" fontAlgn="base" hangingPunct="0">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AA46C38E-1E1E-4D64-934F-7CE1F6CA869E}"/>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defRPr sz="1200"/>
            </a:lvl1pPr>
          </a:lstStyle>
          <a:p>
            <a:endParaRPr lang="en-US" altLang="zh-CN"/>
          </a:p>
        </p:txBody>
      </p:sp>
      <p:sp>
        <p:nvSpPr>
          <p:cNvPr id="28675" name="Rectangle 3">
            <a:extLst>
              <a:ext uri="{FF2B5EF4-FFF2-40B4-BE49-F238E27FC236}">
                <a16:creationId xmlns:a16="http://schemas.microsoft.com/office/drawing/2014/main" id="{95FE34E4-5EAA-43C2-A785-ACA20CF6D62B}"/>
              </a:ext>
            </a:extLst>
          </p:cNvPr>
          <p:cNvSpPr>
            <a:spLocks noGrp="1" noChangeArrowheads="1"/>
          </p:cNvSpPr>
          <p:nvPr>
            <p:ph type="sldNum" sz="quarter" idx="4"/>
          </p:nvPr>
        </p:nvSpPr>
        <p:spPr bwMode="auto">
          <a:xfrm>
            <a:off x="6553200" y="6200775"/>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b="1">
                <a:latin typeface="华文新魏" panose="02010800040101010101" pitchFamily="2" charset="-122"/>
                <a:ea typeface="华文新魏" panose="02010800040101010101" pitchFamily="2" charset="-122"/>
              </a:defRPr>
            </a:lvl1pPr>
          </a:lstStyle>
          <a:p>
            <a:fld id="{1F4AA395-A1D4-4B09-9C75-AA052D7FA1A0}" type="slidenum">
              <a:rPr lang="en-US" altLang="zh-CN"/>
              <a:pPr/>
              <a:t>‹#›</a:t>
            </a:fld>
            <a:endParaRPr lang="en-US" altLang="zh-CN"/>
          </a:p>
        </p:txBody>
      </p:sp>
      <p:grpSp>
        <p:nvGrpSpPr>
          <p:cNvPr id="28676" name="Group 4">
            <a:extLst>
              <a:ext uri="{FF2B5EF4-FFF2-40B4-BE49-F238E27FC236}">
                <a16:creationId xmlns:a16="http://schemas.microsoft.com/office/drawing/2014/main" id="{0C925DCF-12C5-4B95-9392-08B66831CCBF}"/>
              </a:ext>
            </a:extLst>
          </p:cNvPr>
          <p:cNvGrpSpPr>
            <a:grpSpLocks/>
          </p:cNvGrpSpPr>
          <p:nvPr/>
        </p:nvGrpSpPr>
        <p:grpSpPr bwMode="auto">
          <a:xfrm>
            <a:off x="0" y="0"/>
            <a:ext cx="9144000" cy="546100"/>
            <a:chOff x="0" y="0"/>
            <a:chExt cx="5760" cy="344"/>
          </a:xfrm>
        </p:grpSpPr>
        <p:sp>
          <p:nvSpPr>
            <p:cNvPr id="28677" name="Rectangle 5">
              <a:extLst>
                <a:ext uri="{FF2B5EF4-FFF2-40B4-BE49-F238E27FC236}">
                  <a16:creationId xmlns:a16="http://schemas.microsoft.com/office/drawing/2014/main" id="{7A338ACE-7AF2-4137-83FE-E24491DBD305}"/>
                </a:ext>
              </a:extLst>
            </p:cNvPr>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a:latin typeface="Times New Roman" panose="02020603050405020304" pitchFamily="18" charset="0"/>
              </a:endParaRPr>
            </a:p>
          </p:txBody>
        </p:sp>
        <p:sp>
          <p:nvSpPr>
            <p:cNvPr id="28678" name="Rectangle 6">
              <a:extLst>
                <a:ext uri="{FF2B5EF4-FFF2-40B4-BE49-F238E27FC236}">
                  <a16:creationId xmlns:a16="http://schemas.microsoft.com/office/drawing/2014/main" id="{93653F84-1782-4A00-B81C-167BEBA3C5A9}"/>
                </a:ext>
              </a:extLst>
            </p:cNvPr>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anose="02020603050405020304" pitchFamily="18" charset="0"/>
              </a:endParaRPr>
            </a:p>
          </p:txBody>
        </p:sp>
        <p:sp>
          <p:nvSpPr>
            <p:cNvPr id="28679" name="Rectangle 7">
              <a:extLst>
                <a:ext uri="{FF2B5EF4-FFF2-40B4-BE49-F238E27FC236}">
                  <a16:creationId xmlns:a16="http://schemas.microsoft.com/office/drawing/2014/main" id="{F1A954A5-F7A0-4640-BEF0-93F5458C0196}"/>
                </a:ext>
              </a:extLst>
            </p:cNvPr>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solidFill>
                  <a:schemeClr val="hlink"/>
                </a:solidFill>
              </a:endParaRPr>
            </a:p>
          </p:txBody>
        </p:sp>
        <p:sp>
          <p:nvSpPr>
            <p:cNvPr id="28680" name="Rectangle 8">
              <a:extLst>
                <a:ext uri="{FF2B5EF4-FFF2-40B4-BE49-F238E27FC236}">
                  <a16:creationId xmlns:a16="http://schemas.microsoft.com/office/drawing/2014/main" id="{2D195F7B-269B-458F-A0EE-2C766E6C8E5E}"/>
                </a:ext>
              </a:extLst>
            </p:cNvPr>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solidFill>
                  <a:schemeClr val="hlink"/>
                </a:solidFill>
              </a:endParaRPr>
            </a:p>
          </p:txBody>
        </p:sp>
        <p:sp>
          <p:nvSpPr>
            <p:cNvPr id="28681" name="Rectangle 9">
              <a:extLst>
                <a:ext uri="{FF2B5EF4-FFF2-40B4-BE49-F238E27FC236}">
                  <a16:creationId xmlns:a16="http://schemas.microsoft.com/office/drawing/2014/main" id="{DFB9C109-16C6-4E42-816C-B69A23CCEEDA}"/>
                </a:ext>
              </a:extLst>
            </p:cNvPr>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solidFill>
                  <a:schemeClr val="accent2"/>
                </a:solidFill>
              </a:endParaRPr>
            </a:p>
          </p:txBody>
        </p:sp>
        <p:sp>
          <p:nvSpPr>
            <p:cNvPr id="28682" name="Rectangle 10">
              <a:extLst>
                <a:ext uri="{FF2B5EF4-FFF2-40B4-BE49-F238E27FC236}">
                  <a16:creationId xmlns:a16="http://schemas.microsoft.com/office/drawing/2014/main" id="{98CC751E-7F3A-4B73-8A1C-62AE9BAD475D}"/>
                </a:ext>
              </a:extLst>
            </p:cNvPr>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solidFill>
                  <a:schemeClr val="hlink"/>
                </a:solidFill>
              </a:endParaRPr>
            </a:p>
          </p:txBody>
        </p:sp>
        <p:sp>
          <p:nvSpPr>
            <p:cNvPr id="28683" name="Rectangle 11">
              <a:extLst>
                <a:ext uri="{FF2B5EF4-FFF2-40B4-BE49-F238E27FC236}">
                  <a16:creationId xmlns:a16="http://schemas.microsoft.com/office/drawing/2014/main" id="{104DD1E0-86CE-44BA-A4C3-8DF5C9D3A62E}"/>
                </a:ext>
              </a:extLst>
            </p:cNvPr>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a:latin typeface="Times New Roman" panose="02020603050405020304" pitchFamily="18" charset="0"/>
              </a:endParaRPr>
            </a:p>
          </p:txBody>
        </p:sp>
        <p:sp>
          <p:nvSpPr>
            <p:cNvPr id="28684" name="Rectangle 12">
              <a:extLst>
                <a:ext uri="{FF2B5EF4-FFF2-40B4-BE49-F238E27FC236}">
                  <a16:creationId xmlns:a16="http://schemas.microsoft.com/office/drawing/2014/main" id="{0A789231-86A8-496A-A5CB-7895349BA3AF}"/>
                </a:ext>
              </a:extLst>
            </p:cNvPr>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solidFill>
                  <a:schemeClr val="accent2"/>
                </a:solidFill>
              </a:endParaRPr>
            </a:p>
          </p:txBody>
        </p:sp>
        <p:sp>
          <p:nvSpPr>
            <p:cNvPr id="28685" name="Rectangle 13">
              <a:extLst>
                <a:ext uri="{FF2B5EF4-FFF2-40B4-BE49-F238E27FC236}">
                  <a16:creationId xmlns:a16="http://schemas.microsoft.com/office/drawing/2014/main" id="{D24B3D9C-AB33-4D7F-82CC-7B005423D6DC}"/>
                </a:ext>
              </a:extLst>
            </p:cNvPr>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solidFill>
                  <a:schemeClr val="accent2"/>
                </a:solidFill>
              </a:endParaRPr>
            </a:p>
          </p:txBody>
        </p:sp>
      </p:grpSp>
      <p:sp>
        <p:nvSpPr>
          <p:cNvPr id="28686" name="Rectangle 14">
            <a:extLst>
              <a:ext uri="{FF2B5EF4-FFF2-40B4-BE49-F238E27FC236}">
                <a16:creationId xmlns:a16="http://schemas.microsoft.com/office/drawing/2014/main" id="{49D69E84-F191-4AF1-93FC-AF67C344A58B}"/>
              </a:ext>
            </a:extLst>
          </p:cNvPr>
          <p:cNvSpPr>
            <a:spLocks noGrp="1" noChangeArrowheads="1"/>
          </p:cNvSpPr>
          <p:nvPr>
            <p:ph type="title"/>
          </p:nvPr>
        </p:nvSpPr>
        <p:spPr bwMode="auto">
          <a:xfrm>
            <a:off x="457200" y="457200"/>
            <a:ext cx="82296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8687" name="Rectangle 15">
            <a:extLst>
              <a:ext uri="{FF2B5EF4-FFF2-40B4-BE49-F238E27FC236}">
                <a16:creationId xmlns:a16="http://schemas.microsoft.com/office/drawing/2014/main" id="{B118BF2E-8CDD-4976-A602-1FAE0C53A967}"/>
              </a:ext>
            </a:extLst>
          </p:cNvPr>
          <p:cNvSpPr>
            <a:spLocks noGrp="1" noChangeArrowheads="1"/>
          </p:cNvSpPr>
          <p:nvPr>
            <p:ph type="body" idx="1"/>
          </p:nvPr>
        </p:nvSpPr>
        <p:spPr bwMode="auto">
          <a:xfrm>
            <a:off x="457200" y="1981200"/>
            <a:ext cx="8229600"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8688" name="Rectangle 16">
            <a:extLst>
              <a:ext uri="{FF2B5EF4-FFF2-40B4-BE49-F238E27FC236}">
                <a16:creationId xmlns:a16="http://schemas.microsoft.com/office/drawing/2014/main" id="{1670E9EC-8BD9-4ED0-AB5C-50279F4B6909}"/>
              </a:ext>
            </a:extLst>
          </p:cNvPr>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ltLang="zh-CN"/>
          </a:p>
        </p:txBody>
      </p:sp>
    </p:spTree>
    <p:extLst>
      <p:ext uri="{BB962C8B-B14F-4D97-AF65-F5344CB8AC3E}">
        <p14:creationId xmlns:p14="http://schemas.microsoft.com/office/powerpoint/2010/main" val="1444006708"/>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Lst>
  <p:transition>
    <p:wipe dir="r"/>
  </p:transition>
  <p:hf hdr="0" ftr="0" dt="0"/>
  <p:txStyles>
    <p:titleStyle>
      <a:lvl1pPr algn="l" rtl="0" fontAlgn="base">
        <a:spcBef>
          <a:spcPct val="0"/>
        </a:spcBef>
        <a:spcAft>
          <a:spcPct val="0"/>
        </a:spcAft>
        <a:defRPr sz="4400" kern="1200">
          <a:solidFill>
            <a:schemeClr val="tx1"/>
          </a:solidFill>
          <a:latin typeface="+mj-lt"/>
          <a:ea typeface="+mj-ea"/>
          <a:cs typeface="+mj-cs"/>
        </a:defRPr>
      </a:lvl1pPr>
      <a:lvl2pPr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2pPr>
      <a:lvl3pPr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3pPr>
      <a:lvl4pPr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4pPr>
      <a:lvl5pPr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B833D299-DA5C-4A7C-B890-12855A26052A}"/>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defRPr sz="1200" b="0"/>
            </a:lvl1pPr>
          </a:lstStyle>
          <a:p>
            <a:endParaRPr lang="en-US" altLang="zh-CN"/>
          </a:p>
        </p:txBody>
      </p:sp>
      <p:sp>
        <p:nvSpPr>
          <p:cNvPr id="28675" name="Rectangle 3">
            <a:extLst>
              <a:ext uri="{FF2B5EF4-FFF2-40B4-BE49-F238E27FC236}">
                <a16:creationId xmlns:a16="http://schemas.microsoft.com/office/drawing/2014/main" id="{9CC66479-48FE-49C5-A0E5-425516EE51E4}"/>
              </a:ext>
            </a:extLst>
          </p:cNvPr>
          <p:cNvSpPr>
            <a:spLocks noGrp="1" noChangeArrowheads="1"/>
          </p:cNvSpPr>
          <p:nvPr>
            <p:ph type="sldNum" sz="quarter" idx="4"/>
          </p:nvPr>
        </p:nvSpPr>
        <p:spPr bwMode="auto">
          <a:xfrm>
            <a:off x="6553200" y="6200775"/>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a:latin typeface="华文新魏" panose="02010800040101010101" pitchFamily="2" charset="-122"/>
                <a:ea typeface="华文新魏" panose="02010800040101010101" pitchFamily="2" charset="-122"/>
              </a:defRPr>
            </a:lvl1pPr>
          </a:lstStyle>
          <a:p>
            <a:fld id="{4FEF6E11-10C9-4BDD-A742-8A7294ADFF2A}" type="slidenum">
              <a:rPr lang="en-US" altLang="zh-CN"/>
              <a:pPr/>
              <a:t>‹#›</a:t>
            </a:fld>
            <a:endParaRPr lang="en-US" altLang="zh-CN"/>
          </a:p>
        </p:txBody>
      </p:sp>
      <p:grpSp>
        <p:nvGrpSpPr>
          <p:cNvPr id="28676" name="Group 4">
            <a:extLst>
              <a:ext uri="{FF2B5EF4-FFF2-40B4-BE49-F238E27FC236}">
                <a16:creationId xmlns:a16="http://schemas.microsoft.com/office/drawing/2014/main" id="{BB208434-AC8A-49E2-8999-1E646ABF0D4D}"/>
              </a:ext>
            </a:extLst>
          </p:cNvPr>
          <p:cNvGrpSpPr>
            <a:grpSpLocks/>
          </p:cNvGrpSpPr>
          <p:nvPr/>
        </p:nvGrpSpPr>
        <p:grpSpPr bwMode="auto">
          <a:xfrm>
            <a:off x="0" y="0"/>
            <a:ext cx="9144000" cy="546100"/>
            <a:chOff x="0" y="0"/>
            <a:chExt cx="5760" cy="344"/>
          </a:xfrm>
        </p:grpSpPr>
        <p:sp>
          <p:nvSpPr>
            <p:cNvPr id="28677" name="Rectangle 5">
              <a:extLst>
                <a:ext uri="{FF2B5EF4-FFF2-40B4-BE49-F238E27FC236}">
                  <a16:creationId xmlns:a16="http://schemas.microsoft.com/office/drawing/2014/main" id="{42E7F317-3623-42C6-B4B8-3DD163F158AF}"/>
                </a:ext>
              </a:extLst>
            </p:cNvPr>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400" b="0">
                <a:latin typeface="Times New Roman" panose="02020603050405020304" pitchFamily="18" charset="0"/>
              </a:endParaRPr>
            </a:p>
          </p:txBody>
        </p:sp>
        <p:sp>
          <p:nvSpPr>
            <p:cNvPr id="28678" name="Rectangle 6">
              <a:extLst>
                <a:ext uri="{FF2B5EF4-FFF2-40B4-BE49-F238E27FC236}">
                  <a16:creationId xmlns:a16="http://schemas.microsoft.com/office/drawing/2014/main" id="{835DCF07-43A1-47C8-A044-3DFC3B1816DC}"/>
                </a:ext>
              </a:extLst>
            </p:cNvPr>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b="0">
                <a:latin typeface="Times New Roman" panose="02020603050405020304" pitchFamily="18" charset="0"/>
              </a:endParaRPr>
            </a:p>
          </p:txBody>
        </p:sp>
        <p:sp>
          <p:nvSpPr>
            <p:cNvPr id="28679" name="Rectangle 7">
              <a:extLst>
                <a:ext uri="{FF2B5EF4-FFF2-40B4-BE49-F238E27FC236}">
                  <a16:creationId xmlns:a16="http://schemas.microsoft.com/office/drawing/2014/main" id="{E39F467A-BEC6-4202-AE17-B26CF6A93DEA}"/>
                </a:ext>
              </a:extLst>
            </p:cNvPr>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b="0">
                <a:solidFill>
                  <a:schemeClr val="hlink"/>
                </a:solidFill>
              </a:endParaRPr>
            </a:p>
          </p:txBody>
        </p:sp>
        <p:sp>
          <p:nvSpPr>
            <p:cNvPr id="28680" name="Rectangle 8">
              <a:extLst>
                <a:ext uri="{FF2B5EF4-FFF2-40B4-BE49-F238E27FC236}">
                  <a16:creationId xmlns:a16="http://schemas.microsoft.com/office/drawing/2014/main" id="{ADF5F0D6-3AAA-4ECE-9C72-F767F5EE7019}"/>
                </a:ext>
              </a:extLst>
            </p:cNvPr>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b="0">
                <a:solidFill>
                  <a:schemeClr val="hlink"/>
                </a:solidFill>
              </a:endParaRPr>
            </a:p>
          </p:txBody>
        </p:sp>
        <p:sp>
          <p:nvSpPr>
            <p:cNvPr id="28681" name="Rectangle 9">
              <a:extLst>
                <a:ext uri="{FF2B5EF4-FFF2-40B4-BE49-F238E27FC236}">
                  <a16:creationId xmlns:a16="http://schemas.microsoft.com/office/drawing/2014/main" id="{D1BE2EDA-9383-4A45-9FB5-06833FA581EE}"/>
                </a:ext>
              </a:extLst>
            </p:cNvPr>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b="0">
                <a:solidFill>
                  <a:schemeClr val="accent2"/>
                </a:solidFill>
              </a:endParaRPr>
            </a:p>
          </p:txBody>
        </p:sp>
        <p:sp>
          <p:nvSpPr>
            <p:cNvPr id="28682" name="Rectangle 10">
              <a:extLst>
                <a:ext uri="{FF2B5EF4-FFF2-40B4-BE49-F238E27FC236}">
                  <a16:creationId xmlns:a16="http://schemas.microsoft.com/office/drawing/2014/main" id="{AF44F337-6A08-46E8-81CD-87EDEAD59699}"/>
                </a:ext>
              </a:extLst>
            </p:cNvPr>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b="0">
                <a:solidFill>
                  <a:schemeClr val="hlink"/>
                </a:solidFill>
              </a:endParaRPr>
            </a:p>
          </p:txBody>
        </p:sp>
        <p:sp>
          <p:nvSpPr>
            <p:cNvPr id="28683" name="Rectangle 11">
              <a:extLst>
                <a:ext uri="{FF2B5EF4-FFF2-40B4-BE49-F238E27FC236}">
                  <a16:creationId xmlns:a16="http://schemas.microsoft.com/office/drawing/2014/main" id="{4D5D217F-1589-409E-83AD-F1197BAFB453}"/>
                </a:ext>
              </a:extLst>
            </p:cNvPr>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z="2400" b="0">
                <a:latin typeface="Times New Roman" panose="02020603050405020304" pitchFamily="18" charset="0"/>
              </a:endParaRPr>
            </a:p>
          </p:txBody>
        </p:sp>
        <p:sp>
          <p:nvSpPr>
            <p:cNvPr id="28684" name="Rectangle 12">
              <a:extLst>
                <a:ext uri="{FF2B5EF4-FFF2-40B4-BE49-F238E27FC236}">
                  <a16:creationId xmlns:a16="http://schemas.microsoft.com/office/drawing/2014/main" id="{D4869FF1-029B-4507-9F55-AE8350DAC03A}"/>
                </a:ext>
              </a:extLst>
            </p:cNvPr>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b="0">
                <a:solidFill>
                  <a:schemeClr val="accent2"/>
                </a:solidFill>
              </a:endParaRPr>
            </a:p>
          </p:txBody>
        </p:sp>
        <p:sp>
          <p:nvSpPr>
            <p:cNvPr id="28685" name="Rectangle 13">
              <a:extLst>
                <a:ext uri="{FF2B5EF4-FFF2-40B4-BE49-F238E27FC236}">
                  <a16:creationId xmlns:a16="http://schemas.microsoft.com/office/drawing/2014/main" id="{1E883AA1-0434-46BC-8CD7-29D0706726A0}"/>
                </a:ext>
              </a:extLst>
            </p:cNvPr>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b="0">
                <a:solidFill>
                  <a:schemeClr val="accent2"/>
                </a:solidFill>
              </a:endParaRPr>
            </a:p>
          </p:txBody>
        </p:sp>
      </p:grpSp>
      <p:sp>
        <p:nvSpPr>
          <p:cNvPr id="28686" name="Rectangle 14">
            <a:extLst>
              <a:ext uri="{FF2B5EF4-FFF2-40B4-BE49-F238E27FC236}">
                <a16:creationId xmlns:a16="http://schemas.microsoft.com/office/drawing/2014/main" id="{7848787E-B2E9-4860-AEC8-DDE4D10BB89C}"/>
              </a:ext>
            </a:extLst>
          </p:cNvPr>
          <p:cNvSpPr>
            <a:spLocks noGrp="1" noChangeArrowheads="1"/>
          </p:cNvSpPr>
          <p:nvPr>
            <p:ph type="title"/>
          </p:nvPr>
        </p:nvSpPr>
        <p:spPr bwMode="auto">
          <a:xfrm>
            <a:off x="457200" y="457200"/>
            <a:ext cx="82296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8687" name="Rectangle 15">
            <a:extLst>
              <a:ext uri="{FF2B5EF4-FFF2-40B4-BE49-F238E27FC236}">
                <a16:creationId xmlns:a16="http://schemas.microsoft.com/office/drawing/2014/main" id="{5A20EED9-A3B9-47DE-B547-0AE84C4B3825}"/>
              </a:ext>
            </a:extLst>
          </p:cNvPr>
          <p:cNvSpPr>
            <a:spLocks noGrp="1" noChangeArrowheads="1"/>
          </p:cNvSpPr>
          <p:nvPr>
            <p:ph type="body" idx="1"/>
          </p:nvPr>
        </p:nvSpPr>
        <p:spPr bwMode="auto">
          <a:xfrm>
            <a:off x="457200" y="1981200"/>
            <a:ext cx="8229600"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8688" name="Rectangle 16">
            <a:extLst>
              <a:ext uri="{FF2B5EF4-FFF2-40B4-BE49-F238E27FC236}">
                <a16:creationId xmlns:a16="http://schemas.microsoft.com/office/drawing/2014/main" id="{C18F13A3-69F0-446D-AE19-C778308DCD5E}"/>
              </a:ext>
            </a:extLst>
          </p:cNvPr>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b="0"/>
            </a:lvl1pPr>
          </a:lstStyle>
          <a:p>
            <a:endParaRPr lang="en-US" altLang="zh-CN"/>
          </a:p>
        </p:txBody>
      </p:sp>
    </p:spTree>
    <p:extLst>
      <p:ext uri="{BB962C8B-B14F-4D97-AF65-F5344CB8AC3E}">
        <p14:creationId xmlns:p14="http://schemas.microsoft.com/office/powerpoint/2010/main" val="2259353894"/>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Lst>
  <p:transition>
    <p:wipe dir="r"/>
  </p:transition>
  <p:hf hdr="0" ftr="0" dt="0"/>
  <p:txStyles>
    <p:titleStyle>
      <a:lvl1pPr algn="l" rtl="0" fontAlgn="base">
        <a:spcBef>
          <a:spcPct val="0"/>
        </a:spcBef>
        <a:spcAft>
          <a:spcPct val="0"/>
        </a:spcAft>
        <a:defRPr sz="4400" kern="1200">
          <a:solidFill>
            <a:schemeClr val="tx1"/>
          </a:solidFill>
          <a:latin typeface="+mj-lt"/>
          <a:ea typeface="+mj-ea"/>
          <a:cs typeface="+mj-cs"/>
        </a:defRPr>
      </a:lvl1pPr>
      <a:lvl2pPr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2pPr>
      <a:lvl3pPr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3pPr>
      <a:lvl4pPr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4pPr>
      <a:lvl5pPr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5.xml"/><Relationship Id="rId1" Type="http://schemas.openxmlformats.org/officeDocument/2006/relationships/vmlDrawing" Target="../drawings/vmlDrawing1.vml"/><Relationship Id="rId4" Type="http://schemas.openxmlformats.org/officeDocument/2006/relationships/image" Target="../media/image1.w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2.e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5.emf"/><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slideLayout" Target="../slideLayouts/slideLayout6.xml"/><Relationship Id="rId1" Type="http://schemas.openxmlformats.org/officeDocument/2006/relationships/vmlDrawing" Target="../drawings/vmlDrawing3.vml"/><Relationship Id="rId6" Type="http://schemas.openxmlformats.org/officeDocument/2006/relationships/image" Target="../media/image4.emf"/><Relationship Id="rId5" Type="http://schemas.openxmlformats.org/officeDocument/2006/relationships/oleObject" Target="../embeddings/oleObject4.bin"/><Relationship Id="rId4" Type="http://schemas.openxmlformats.org/officeDocument/2006/relationships/image" Target="../media/image3.emf"/></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2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1.xml"/></Relationships>
</file>

<file path=ppt/slides/_rels/slide2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6.xml"/></Relationships>
</file>

<file path=ppt/slides/_rels/slide2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6.xml"/></Relationships>
</file>

<file path=ppt/slides/_rels/slide3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6.xml"/></Relationships>
</file>

<file path=ppt/slides/_rels/slide3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6.xml"/></Relationships>
</file>

<file path=ppt/slides/_rels/slide3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6.xml"/></Relationships>
</file>

<file path=ppt/slides/_rels/slide3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6.xml"/></Relationships>
</file>

<file path=ppt/slides/_rels/slide3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4FF6BC-CF7C-4F6B-9A78-5CF855D18797}"/>
              </a:ext>
            </a:extLst>
          </p:cNvPr>
          <p:cNvSpPr>
            <a:spLocks noGrp="1"/>
          </p:cNvSpPr>
          <p:nvPr>
            <p:ph type="title"/>
          </p:nvPr>
        </p:nvSpPr>
        <p:spPr>
          <a:xfrm>
            <a:off x="457200" y="457200"/>
            <a:ext cx="8229600" cy="955576"/>
          </a:xfrm>
        </p:spPr>
        <p:txBody>
          <a:bodyPr/>
          <a:lstStyle/>
          <a:p>
            <a:pPr algn="ctr"/>
            <a:r>
              <a:rPr lang="zh-CN" altLang="en-US" dirty="0">
                <a:latin typeface="黑体" panose="02010609060101010101" pitchFamily="49" charset="-122"/>
                <a:ea typeface="黑体" panose="02010609060101010101" pitchFamily="49" charset="-122"/>
              </a:rPr>
              <a:t>目录（</a:t>
            </a:r>
            <a:r>
              <a:rPr lang="en-US" altLang="zh-CN" dirty="0">
                <a:latin typeface="黑体" panose="02010609060101010101" pitchFamily="49" charset="-122"/>
                <a:ea typeface="黑体" panose="02010609060101010101" pitchFamily="49" charset="-122"/>
              </a:rPr>
              <a:t>Contents</a:t>
            </a:r>
            <a:r>
              <a:rPr lang="zh-CN" altLang="en-US" dirty="0">
                <a:latin typeface="黑体" panose="02010609060101010101" pitchFamily="49" charset="-122"/>
                <a:ea typeface="黑体" panose="02010609060101010101" pitchFamily="49" charset="-122"/>
              </a:rPr>
              <a:t>）</a:t>
            </a:r>
          </a:p>
        </p:txBody>
      </p:sp>
      <p:sp>
        <p:nvSpPr>
          <p:cNvPr id="3" name="内容占位符 2">
            <a:extLst>
              <a:ext uri="{FF2B5EF4-FFF2-40B4-BE49-F238E27FC236}">
                <a16:creationId xmlns:a16="http://schemas.microsoft.com/office/drawing/2014/main" id="{7F1C5CE0-1323-4255-9417-D46EBFCC9FA7}"/>
              </a:ext>
            </a:extLst>
          </p:cNvPr>
          <p:cNvSpPr>
            <a:spLocks noGrp="1"/>
          </p:cNvSpPr>
          <p:nvPr>
            <p:ph idx="1"/>
          </p:nvPr>
        </p:nvSpPr>
        <p:spPr>
          <a:xfrm>
            <a:off x="539552" y="1700808"/>
            <a:ext cx="8064896" cy="4896544"/>
          </a:xfrm>
        </p:spPr>
        <p:txBody>
          <a:bodyPr/>
          <a:lstStyle/>
          <a:p>
            <a:pPr>
              <a:lnSpc>
                <a:spcPct val="150000"/>
              </a:lnSpc>
            </a:pPr>
            <a:r>
              <a:rPr lang="zh-CN" altLang="en-US" sz="2800" dirty="0">
                <a:solidFill>
                  <a:schemeClr val="tx1">
                    <a:lumMod val="20000"/>
                    <a:lumOff val="80000"/>
                  </a:schemeClr>
                </a:solidFill>
                <a:latin typeface="黑体" panose="02010609060101010101" pitchFamily="49" charset="-122"/>
                <a:ea typeface="黑体" panose="02010609060101010101" pitchFamily="49" charset="-122"/>
              </a:rPr>
              <a:t>线性表的类型定义</a:t>
            </a:r>
          </a:p>
          <a:p>
            <a:pPr>
              <a:lnSpc>
                <a:spcPct val="150000"/>
              </a:lnSpc>
            </a:pPr>
            <a:r>
              <a:rPr lang="zh-CN" altLang="en-US" sz="2800" dirty="0">
                <a:solidFill>
                  <a:schemeClr val="tx1">
                    <a:lumMod val="20000"/>
                    <a:lumOff val="80000"/>
                  </a:schemeClr>
                </a:solidFill>
                <a:latin typeface="黑体" panose="02010609060101010101" pitchFamily="49" charset="-122"/>
                <a:ea typeface="黑体" panose="02010609060101010101" pitchFamily="49" charset="-122"/>
              </a:rPr>
              <a:t>线性表的顺序表示和实现</a:t>
            </a:r>
          </a:p>
          <a:p>
            <a:pPr>
              <a:lnSpc>
                <a:spcPct val="150000"/>
              </a:lnSpc>
            </a:pPr>
            <a:r>
              <a:rPr lang="zh-CN" altLang="en-US" sz="2800" dirty="0">
                <a:solidFill>
                  <a:schemeClr val="tx1">
                    <a:lumMod val="20000"/>
                    <a:lumOff val="80000"/>
                  </a:schemeClr>
                </a:solidFill>
                <a:latin typeface="黑体" panose="02010609060101010101" pitchFamily="49" charset="-122"/>
                <a:ea typeface="黑体" panose="02010609060101010101" pitchFamily="49" charset="-122"/>
              </a:rPr>
              <a:t>线性表的链式表示和实现</a:t>
            </a:r>
          </a:p>
          <a:p>
            <a:pPr lvl="1">
              <a:lnSpc>
                <a:spcPct val="150000"/>
              </a:lnSpc>
            </a:pPr>
            <a:r>
              <a:rPr lang="zh-CN" altLang="en-US" sz="2400" dirty="0">
                <a:solidFill>
                  <a:schemeClr val="tx1">
                    <a:lumMod val="20000"/>
                    <a:lumOff val="80000"/>
                  </a:schemeClr>
                </a:solidFill>
                <a:latin typeface="黑体" panose="02010609060101010101" pitchFamily="49" charset="-122"/>
                <a:ea typeface="黑体" panose="02010609060101010101" pitchFamily="49" charset="-122"/>
              </a:rPr>
              <a:t> 线性链表</a:t>
            </a:r>
          </a:p>
          <a:p>
            <a:pPr lvl="1">
              <a:lnSpc>
                <a:spcPct val="150000"/>
              </a:lnSpc>
            </a:pPr>
            <a:r>
              <a:rPr lang="zh-CN" altLang="en-US" sz="2400" dirty="0">
                <a:solidFill>
                  <a:schemeClr val="tx1">
                    <a:lumMod val="20000"/>
                    <a:lumOff val="80000"/>
                  </a:schemeClr>
                </a:solidFill>
                <a:latin typeface="黑体" panose="02010609060101010101" pitchFamily="49" charset="-122"/>
                <a:ea typeface="黑体" panose="02010609060101010101" pitchFamily="49" charset="-122"/>
              </a:rPr>
              <a:t> 循环链表</a:t>
            </a:r>
          </a:p>
          <a:p>
            <a:pPr lvl="1">
              <a:lnSpc>
                <a:spcPct val="150000"/>
              </a:lnSpc>
            </a:pPr>
            <a:r>
              <a:rPr lang="zh-CN" altLang="en-US" sz="2400" dirty="0">
                <a:solidFill>
                  <a:schemeClr val="tx1">
                    <a:lumMod val="20000"/>
                    <a:lumOff val="80000"/>
                  </a:schemeClr>
                </a:solidFill>
                <a:latin typeface="黑体" panose="02010609060101010101" pitchFamily="49" charset="-122"/>
                <a:ea typeface="黑体" panose="02010609060101010101" pitchFamily="49" charset="-122"/>
              </a:rPr>
              <a:t> 双向链表</a:t>
            </a:r>
          </a:p>
          <a:p>
            <a:pPr>
              <a:lnSpc>
                <a:spcPct val="150000"/>
              </a:lnSpc>
            </a:pPr>
            <a:r>
              <a:rPr lang="zh-CN" altLang="en-US" sz="2800" dirty="0">
                <a:latin typeface="黑体" panose="02010609060101010101" pitchFamily="49" charset="-122"/>
                <a:ea typeface="黑体" panose="02010609060101010101" pitchFamily="49" charset="-122"/>
              </a:rPr>
              <a:t>一元多项式的表示及相加</a:t>
            </a:r>
          </a:p>
        </p:txBody>
      </p:sp>
    </p:spTree>
    <p:extLst>
      <p:ext uri="{BB962C8B-B14F-4D97-AF65-F5344CB8AC3E}">
        <p14:creationId xmlns:p14="http://schemas.microsoft.com/office/powerpoint/2010/main" val="2104357019"/>
      </p:ext>
    </p:extLst>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4"/>
          <p:cNvSpPr>
            <a:spLocks noChangeArrowheads="1"/>
          </p:cNvSpPr>
          <p:nvPr/>
        </p:nvSpPr>
        <p:spPr bwMode="auto">
          <a:xfrm>
            <a:off x="387350" y="1595438"/>
            <a:ext cx="2886075" cy="177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0"/>
              </a:spcBef>
              <a:spcAft>
                <a:spcPct val="0"/>
              </a:spcAft>
              <a:buClr>
                <a:srgbClr val="FF0000"/>
              </a:buClr>
              <a:buSzTx/>
              <a:buFontTx/>
              <a:buNone/>
              <a:defRPr/>
            </a:pPr>
            <a:r>
              <a:rPr kumimoji="0" lang="zh-CN" altLang="en-US" sz="2800" b="0" i="0" u="none" strike="noStrike" kern="1200" cap="none" spc="0" normalizeH="0" baseline="0" noProof="0" dirty="0">
                <a:ln>
                  <a:noFill/>
                </a:ln>
                <a:solidFill>
                  <a:schemeClr val="tx1">
                    <a:lumMod val="85000"/>
                    <a:lumOff val="15000"/>
                  </a:schemeClr>
                </a:solidFill>
                <a:effectLst/>
                <a:uLnTx/>
                <a:uFillTx/>
                <a:latin typeface="+mn-lt"/>
                <a:ea typeface="+mn-ea"/>
                <a:cs typeface="+mn-ea"/>
                <a:sym typeface="+mn-lt"/>
              </a:rPr>
              <a:t>将两个有序链表合并成一个有序的单链表。</a:t>
            </a:r>
          </a:p>
        </p:txBody>
      </p:sp>
      <p:sp>
        <p:nvSpPr>
          <p:cNvPr id="602117" name="Rectangle 5"/>
          <p:cNvSpPr>
            <a:spLocks noChangeArrowheads="1"/>
          </p:cNvSpPr>
          <p:nvPr/>
        </p:nvSpPr>
        <p:spPr bwMode="auto">
          <a:xfrm>
            <a:off x="755650" y="204788"/>
            <a:ext cx="6764338"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有序链表的合并</a:t>
            </a:r>
          </a:p>
        </p:txBody>
      </p:sp>
      <p:grpSp>
        <p:nvGrpSpPr>
          <p:cNvPr id="157700" name="组合 15"/>
          <p:cNvGrpSpPr/>
          <p:nvPr/>
        </p:nvGrpSpPr>
        <p:grpSpPr>
          <a:xfrm>
            <a:off x="2967038" y="2028825"/>
            <a:ext cx="2684462" cy="2392363"/>
            <a:chOff x="3025400" y="1197238"/>
            <a:chExt cx="5489035" cy="4890804"/>
          </a:xfrm>
        </p:grpSpPr>
        <p:sp>
          <p:nvSpPr>
            <p:cNvPr id="5" name="Freeform 5"/>
            <p:cNvSpPr>
              <a:spLocks noEditPoints="1"/>
            </p:cNvSpPr>
            <p:nvPr/>
          </p:nvSpPr>
          <p:spPr bwMode="auto">
            <a:xfrm>
              <a:off x="3373764" y="2204590"/>
              <a:ext cx="2722236" cy="2755074"/>
            </a:xfrm>
            <a:custGeom>
              <a:avLst/>
              <a:gdLst>
                <a:gd name="T0" fmla="*/ 70 w 83"/>
                <a:gd name="T1" fmla="*/ 23 h 84"/>
                <a:gd name="T2" fmla="*/ 76 w 83"/>
                <a:gd name="T3" fmla="*/ 17 h 84"/>
                <a:gd name="T4" fmla="*/ 66 w 83"/>
                <a:gd name="T5" fmla="*/ 8 h 84"/>
                <a:gd name="T6" fmla="*/ 61 w 83"/>
                <a:gd name="T7" fmla="*/ 13 h 84"/>
                <a:gd name="T8" fmla="*/ 48 w 83"/>
                <a:gd name="T9" fmla="*/ 8 h 84"/>
                <a:gd name="T10" fmla="*/ 48 w 83"/>
                <a:gd name="T11" fmla="*/ 0 h 84"/>
                <a:gd name="T12" fmla="*/ 35 w 83"/>
                <a:gd name="T13" fmla="*/ 0 h 84"/>
                <a:gd name="T14" fmla="*/ 35 w 83"/>
                <a:gd name="T15" fmla="*/ 8 h 84"/>
                <a:gd name="T16" fmla="*/ 23 w 83"/>
                <a:gd name="T17" fmla="*/ 13 h 84"/>
                <a:gd name="T18" fmla="*/ 17 w 83"/>
                <a:gd name="T19" fmla="*/ 8 h 84"/>
                <a:gd name="T20" fmla="*/ 7 w 83"/>
                <a:gd name="T21" fmla="*/ 17 h 84"/>
                <a:gd name="T22" fmla="*/ 13 w 83"/>
                <a:gd name="T23" fmla="*/ 23 h 84"/>
                <a:gd name="T24" fmla="*/ 8 w 83"/>
                <a:gd name="T25" fmla="*/ 35 h 84"/>
                <a:gd name="T26" fmla="*/ 0 w 83"/>
                <a:gd name="T27" fmla="*/ 35 h 84"/>
                <a:gd name="T28" fmla="*/ 0 w 83"/>
                <a:gd name="T29" fmla="*/ 49 h 84"/>
                <a:gd name="T30" fmla="*/ 8 w 83"/>
                <a:gd name="T31" fmla="*/ 49 h 84"/>
                <a:gd name="T32" fmla="*/ 13 w 83"/>
                <a:gd name="T33" fmla="*/ 61 h 84"/>
                <a:gd name="T34" fmla="*/ 7 w 83"/>
                <a:gd name="T35" fmla="*/ 67 h 84"/>
                <a:gd name="T36" fmla="*/ 17 w 83"/>
                <a:gd name="T37" fmla="*/ 76 h 84"/>
                <a:gd name="T38" fmla="*/ 22 w 83"/>
                <a:gd name="T39" fmla="*/ 71 h 84"/>
                <a:gd name="T40" fmla="*/ 35 w 83"/>
                <a:gd name="T41" fmla="*/ 76 h 84"/>
                <a:gd name="T42" fmla="*/ 35 w 83"/>
                <a:gd name="T43" fmla="*/ 84 h 84"/>
                <a:gd name="T44" fmla="*/ 48 w 83"/>
                <a:gd name="T45" fmla="*/ 84 h 84"/>
                <a:gd name="T46" fmla="*/ 48 w 83"/>
                <a:gd name="T47" fmla="*/ 76 h 84"/>
                <a:gd name="T48" fmla="*/ 61 w 83"/>
                <a:gd name="T49" fmla="*/ 71 h 84"/>
                <a:gd name="T50" fmla="*/ 66 w 83"/>
                <a:gd name="T51" fmla="*/ 76 h 84"/>
                <a:gd name="T52" fmla="*/ 76 w 83"/>
                <a:gd name="T53" fmla="*/ 67 h 84"/>
                <a:gd name="T54" fmla="*/ 70 w 83"/>
                <a:gd name="T55" fmla="*/ 61 h 84"/>
                <a:gd name="T56" fmla="*/ 75 w 83"/>
                <a:gd name="T57" fmla="*/ 49 h 84"/>
                <a:gd name="T58" fmla="*/ 83 w 83"/>
                <a:gd name="T59" fmla="*/ 49 h 84"/>
                <a:gd name="T60" fmla="*/ 83 w 83"/>
                <a:gd name="T61" fmla="*/ 35 h 84"/>
                <a:gd name="T62" fmla="*/ 75 w 83"/>
                <a:gd name="T63" fmla="*/ 35 h 84"/>
                <a:gd name="T64" fmla="*/ 70 w 83"/>
                <a:gd name="T65" fmla="*/ 23 h 84"/>
                <a:gd name="T66" fmla="*/ 57 w 83"/>
                <a:gd name="T67" fmla="*/ 58 h 84"/>
                <a:gd name="T68" fmla="*/ 42 w 83"/>
                <a:gd name="T69" fmla="*/ 64 h 84"/>
                <a:gd name="T70" fmla="*/ 26 w 83"/>
                <a:gd name="T71" fmla="*/ 58 h 84"/>
                <a:gd name="T72" fmla="*/ 19 w 83"/>
                <a:gd name="T73" fmla="*/ 42 h 84"/>
                <a:gd name="T74" fmla="*/ 26 w 83"/>
                <a:gd name="T75" fmla="*/ 26 h 84"/>
                <a:gd name="T76" fmla="*/ 42 w 83"/>
                <a:gd name="T77" fmla="*/ 20 h 84"/>
                <a:gd name="T78" fmla="*/ 57 w 83"/>
                <a:gd name="T79" fmla="*/ 26 h 84"/>
                <a:gd name="T80" fmla="*/ 64 w 83"/>
                <a:gd name="T81" fmla="*/ 42 h 84"/>
                <a:gd name="T82" fmla="*/ 57 w 83"/>
                <a:gd name="T83" fmla="*/ 58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3" h="84">
                  <a:moveTo>
                    <a:pt x="70" y="23"/>
                  </a:moveTo>
                  <a:cubicBezTo>
                    <a:pt x="76" y="17"/>
                    <a:pt x="76" y="17"/>
                    <a:pt x="76" y="17"/>
                  </a:cubicBezTo>
                  <a:cubicBezTo>
                    <a:pt x="66" y="8"/>
                    <a:pt x="66" y="8"/>
                    <a:pt x="66" y="8"/>
                  </a:cubicBezTo>
                  <a:cubicBezTo>
                    <a:pt x="61" y="13"/>
                    <a:pt x="61" y="13"/>
                    <a:pt x="61" y="13"/>
                  </a:cubicBezTo>
                  <a:cubicBezTo>
                    <a:pt x="57" y="11"/>
                    <a:pt x="53" y="9"/>
                    <a:pt x="48" y="8"/>
                  </a:cubicBezTo>
                  <a:cubicBezTo>
                    <a:pt x="48" y="0"/>
                    <a:pt x="48" y="0"/>
                    <a:pt x="48" y="0"/>
                  </a:cubicBezTo>
                  <a:cubicBezTo>
                    <a:pt x="35" y="0"/>
                    <a:pt x="35" y="0"/>
                    <a:pt x="35" y="0"/>
                  </a:cubicBezTo>
                  <a:cubicBezTo>
                    <a:pt x="35" y="8"/>
                    <a:pt x="35" y="8"/>
                    <a:pt x="35" y="8"/>
                  </a:cubicBezTo>
                  <a:cubicBezTo>
                    <a:pt x="30" y="9"/>
                    <a:pt x="26" y="11"/>
                    <a:pt x="23" y="13"/>
                  </a:cubicBezTo>
                  <a:cubicBezTo>
                    <a:pt x="17" y="8"/>
                    <a:pt x="17" y="8"/>
                    <a:pt x="17" y="8"/>
                  </a:cubicBezTo>
                  <a:cubicBezTo>
                    <a:pt x="7" y="17"/>
                    <a:pt x="7" y="17"/>
                    <a:pt x="7" y="17"/>
                  </a:cubicBezTo>
                  <a:cubicBezTo>
                    <a:pt x="13" y="23"/>
                    <a:pt x="13" y="23"/>
                    <a:pt x="13" y="23"/>
                  </a:cubicBezTo>
                  <a:cubicBezTo>
                    <a:pt x="10" y="27"/>
                    <a:pt x="9" y="31"/>
                    <a:pt x="8" y="35"/>
                  </a:cubicBezTo>
                  <a:cubicBezTo>
                    <a:pt x="0" y="35"/>
                    <a:pt x="0" y="35"/>
                    <a:pt x="0" y="35"/>
                  </a:cubicBezTo>
                  <a:cubicBezTo>
                    <a:pt x="0" y="49"/>
                    <a:pt x="0" y="49"/>
                    <a:pt x="0" y="49"/>
                  </a:cubicBezTo>
                  <a:cubicBezTo>
                    <a:pt x="8" y="49"/>
                    <a:pt x="8" y="49"/>
                    <a:pt x="8" y="49"/>
                  </a:cubicBezTo>
                  <a:cubicBezTo>
                    <a:pt x="9" y="53"/>
                    <a:pt x="10" y="57"/>
                    <a:pt x="13" y="61"/>
                  </a:cubicBezTo>
                  <a:cubicBezTo>
                    <a:pt x="7" y="67"/>
                    <a:pt x="7" y="67"/>
                    <a:pt x="7" y="67"/>
                  </a:cubicBezTo>
                  <a:cubicBezTo>
                    <a:pt x="17" y="76"/>
                    <a:pt x="17" y="76"/>
                    <a:pt x="17" y="76"/>
                  </a:cubicBezTo>
                  <a:cubicBezTo>
                    <a:pt x="22" y="71"/>
                    <a:pt x="22" y="71"/>
                    <a:pt x="22" y="71"/>
                  </a:cubicBezTo>
                  <a:cubicBezTo>
                    <a:pt x="26" y="73"/>
                    <a:pt x="30" y="75"/>
                    <a:pt x="35" y="76"/>
                  </a:cubicBezTo>
                  <a:cubicBezTo>
                    <a:pt x="35" y="84"/>
                    <a:pt x="35" y="84"/>
                    <a:pt x="35" y="84"/>
                  </a:cubicBezTo>
                  <a:cubicBezTo>
                    <a:pt x="48" y="84"/>
                    <a:pt x="48" y="84"/>
                    <a:pt x="48" y="84"/>
                  </a:cubicBezTo>
                  <a:cubicBezTo>
                    <a:pt x="48" y="76"/>
                    <a:pt x="48" y="76"/>
                    <a:pt x="48" y="76"/>
                  </a:cubicBezTo>
                  <a:cubicBezTo>
                    <a:pt x="53" y="75"/>
                    <a:pt x="57" y="73"/>
                    <a:pt x="61" y="71"/>
                  </a:cubicBezTo>
                  <a:cubicBezTo>
                    <a:pt x="66" y="76"/>
                    <a:pt x="66" y="76"/>
                    <a:pt x="66" y="76"/>
                  </a:cubicBezTo>
                  <a:cubicBezTo>
                    <a:pt x="76" y="67"/>
                    <a:pt x="76" y="67"/>
                    <a:pt x="76" y="67"/>
                  </a:cubicBezTo>
                  <a:cubicBezTo>
                    <a:pt x="70" y="61"/>
                    <a:pt x="70" y="61"/>
                    <a:pt x="70" y="61"/>
                  </a:cubicBezTo>
                  <a:cubicBezTo>
                    <a:pt x="73" y="57"/>
                    <a:pt x="74" y="53"/>
                    <a:pt x="75" y="49"/>
                  </a:cubicBezTo>
                  <a:cubicBezTo>
                    <a:pt x="83" y="49"/>
                    <a:pt x="83" y="49"/>
                    <a:pt x="83" y="49"/>
                  </a:cubicBezTo>
                  <a:cubicBezTo>
                    <a:pt x="83" y="35"/>
                    <a:pt x="83" y="35"/>
                    <a:pt x="83" y="35"/>
                  </a:cubicBezTo>
                  <a:cubicBezTo>
                    <a:pt x="75" y="35"/>
                    <a:pt x="75" y="35"/>
                    <a:pt x="75" y="35"/>
                  </a:cubicBezTo>
                  <a:cubicBezTo>
                    <a:pt x="74" y="31"/>
                    <a:pt x="73" y="27"/>
                    <a:pt x="70" y="23"/>
                  </a:cubicBezTo>
                  <a:close/>
                  <a:moveTo>
                    <a:pt x="57" y="58"/>
                  </a:moveTo>
                  <a:cubicBezTo>
                    <a:pt x="53" y="62"/>
                    <a:pt x="48" y="64"/>
                    <a:pt x="42" y="64"/>
                  </a:cubicBezTo>
                  <a:cubicBezTo>
                    <a:pt x="35" y="64"/>
                    <a:pt x="30" y="62"/>
                    <a:pt x="26" y="58"/>
                  </a:cubicBezTo>
                  <a:cubicBezTo>
                    <a:pt x="22" y="54"/>
                    <a:pt x="19" y="48"/>
                    <a:pt x="19" y="42"/>
                  </a:cubicBezTo>
                  <a:cubicBezTo>
                    <a:pt x="19" y="36"/>
                    <a:pt x="22" y="30"/>
                    <a:pt x="26" y="26"/>
                  </a:cubicBezTo>
                  <a:cubicBezTo>
                    <a:pt x="30" y="22"/>
                    <a:pt x="35" y="20"/>
                    <a:pt x="42" y="20"/>
                  </a:cubicBezTo>
                  <a:cubicBezTo>
                    <a:pt x="48" y="20"/>
                    <a:pt x="53" y="22"/>
                    <a:pt x="57" y="26"/>
                  </a:cubicBezTo>
                  <a:cubicBezTo>
                    <a:pt x="61" y="30"/>
                    <a:pt x="64" y="36"/>
                    <a:pt x="64" y="42"/>
                  </a:cubicBezTo>
                  <a:cubicBezTo>
                    <a:pt x="64" y="48"/>
                    <a:pt x="61" y="54"/>
                    <a:pt x="57" y="58"/>
                  </a:cubicBezTo>
                  <a:close/>
                </a:path>
              </a:pathLst>
            </a:custGeom>
            <a:solidFill>
              <a:srgbClr val="01ACBE"/>
            </a:solidFill>
            <a:ln>
              <a:noFill/>
            </a:ln>
            <a:effectLst>
              <a:outerShdw blurRad="50800" dist="38100" dir="8100000" algn="tr" rotWithShape="0">
                <a:prstClr val="black">
                  <a:alpha val="40000"/>
                </a:prstClr>
              </a:outerShdw>
            </a:effectLst>
            <a:scene3d>
              <a:camera prst="orthographicFront"/>
              <a:lightRig rig="threePt" dir="t"/>
            </a:scene3d>
            <a:sp3d extrusionH="76200">
              <a:extrusionClr>
                <a:srgbClr val="A5C3CF"/>
              </a:extrusionClr>
            </a:sp3d>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grpSp>
          <p:nvGrpSpPr>
            <p:cNvPr id="157706" name="Group 8"/>
            <p:cNvGrpSpPr>
              <a:grpSpLocks noChangeAspect="1"/>
            </p:cNvGrpSpPr>
            <p:nvPr/>
          </p:nvGrpSpPr>
          <p:grpSpPr>
            <a:xfrm>
              <a:off x="4430530" y="3139897"/>
              <a:ext cx="608702" cy="743027"/>
              <a:chOff x="3804" y="2116"/>
              <a:chExt cx="503" cy="614"/>
            </a:xfrm>
          </p:grpSpPr>
          <p:sp>
            <p:nvSpPr>
              <p:cNvPr id="157715" name="AutoShape 7"/>
              <p:cNvSpPr>
                <a:spLocks noChangeAspect="1" noTextEdit="1"/>
              </p:cNvSpPr>
              <p:nvPr/>
            </p:nvSpPr>
            <p:spPr>
              <a:xfrm>
                <a:off x="3804" y="2116"/>
                <a:ext cx="503" cy="614"/>
              </a:xfrm>
              <a:prstGeom prst="rect">
                <a:avLst/>
              </a:prstGeom>
              <a:noFill/>
              <a:ln w="9525">
                <a:noFill/>
              </a:ln>
            </p:spPr>
            <p:txBody>
              <a:bodyPr/>
              <a:lstStyle/>
              <a:p>
                <a:endParaRPr lang="zh-CN" altLang="en-US"/>
              </a:p>
            </p:txBody>
          </p:sp>
          <p:sp>
            <p:nvSpPr>
              <p:cNvPr id="157716" name="Oval 9"/>
              <p:cNvSpPr/>
              <p:nvPr/>
            </p:nvSpPr>
            <p:spPr>
              <a:xfrm>
                <a:off x="3908" y="2137"/>
                <a:ext cx="273" cy="266"/>
              </a:xfrm>
              <a:prstGeom prst="ellipse">
                <a:avLst/>
              </a:prstGeom>
              <a:solidFill>
                <a:srgbClr val="888890"/>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00000"/>
                  </a:lnSpc>
                </a:pPr>
                <a:endParaRPr lang="zh-CN" altLang="en-US" sz="1800" dirty="0">
                  <a:latin typeface="Calibri" panose="020F0502020204030204" pitchFamily="34" charset="0"/>
                  <a:ea typeface="仿宋_GB2312" pitchFamily="49" charset="-122"/>
                </a:endParaRPr>
              </a:p>
            </p:txBody>
          </p:sp>
          <p:sp>
            <p:nvSpPr>
              <p:cNvPr id="157717" name="Freeform 10"/>
              <p:cNvSpPr/>
              <p:nvPr/>
            </p:nvSpPr>
            <p:spPr>
              <a:xfrm>
                <a:off x="3783" y="2423"/>
                <a:ext cx="524" cy="327"/>
              </a:xfrm>
              <a:custGeom>
                <a:avLst/>
                <a:gdLst/>
                <a:ahLst/>
                <a:cxnLst>
                  <a:cxn ang="0">
                    <a:pos x="2147483646" y="0"/>
                  </a:cxn>
                  <a:cxn ang="0">
                    <a:pos x="2147483646" y="0"/>
                  </a:cxn>
                  <a:cxn ang="0">
                    <a:pos x="2147483646" y="2147483646"/>
                  </a:cxn>
                  <a:cxn ang="0">
                    <a:pos x="2147483646" y="2147483646"/>
                  </a:cxn>
                  <a:cxn ang="0">
                    <a:pos x="2147483646" y="2147483646"/>
                  </a:cxn>
                  <a:cxn ang="0">
                    <a:pos x="2147483646" y="0"/>
                  </a:cxn>
                  <a:cxn ang="0">
                    <a:pos x="2147483646" y="0"/>
                  </a:cxn>
                  <a:cxn ang="0">
                    <a:pos x="0" y="2147483646"/>
                  </a:cxn>
                  <a:cxn ang="0">
                    <a:pos x="0" y="2147483646"/>
                  </a:cxn>
                  <a:cxn ang="0">
                    <a:pos x="2147483646" y="2147483646"/>
                  </a:cxn>
                  <a:cxn ang="0">
                    <a:pos x="2147483646" y="2147483646"/>
                  </a:cxn>
                  <a:cxn ang="0">
                    <a:pos x="2147483646" y="2147483646"/>
                  </a:cxn>
                  <a:cxn ang="0">
                    <a:pos x="2147483646" y="0"/>
                  </a:cxn>
                </a:cxnLst>
                <a:rect l="0" t="0" r="0" b="0"/>
                <a:pathLst>
                  <a:path w="25" h="16">
                    <a:moveTo>
                      <a:pt x="16" y="0"/>
                    </a:moveTo>
                    <a:cubicBezTo>
                      <a:pt x="13" y="0"/>
                      <a:pt x="13" y="0"/>
                      <a:pt x="13" y="0"/>
                    </a:cubicBezTo>
                    <a:cubicBezTo>
                      <a:pt x="15" y="11"/>
                      <a:pt x="15" y="11"/>
                      <a:pt x="15" y="11"/>
                    </a:cubicBezTo>
                    <a:cubicBezTo>
                      <a:pt x="12" y="14"/>
                      <a:pt x="12" y="14"/>
                      <a:pt x="12" y="14"/>
                    </a:cubicBezTo>
                    <a:cubicBezTo>
                      <a:pt x="9" y="11"/>
                      <a:pt x="9" y="11"/>
                      <a:pt x="9" y="11"/>
                    </a:cubicBezTo>
                    <a:cubicBezTo>
                      <a:pt x="11" y="0"/>
                      <a:pt x="11" y="0"/>
                      <a:pt x="11" y="0"/>
                    </a:cubicBezTo>
                    <a:cubicBezTo>
                      <a:pt x="8" y="0"/>
                      <a:pt x="8" y="0"/>
                      <a:pt x="8" y="0"/>
                    </a:cubicBezTo>
                    <a:cubicBezTo>
                      <a:pt x="3" y="0"/>
                      <a:pt x="0" y="4"/>
                      <a:pt x="0" y="8"/>
                    </a:cubicBezTo>
                    <a:cubicBezTo>
                      <a:pt x="0" y="14"/>
                      <a:pt x="0" y="14"/>
                      <a:pt x="0" y="14"/>
                    </a:cubicBezTo>
                    <a:cubicBezTo>
                      <a:pt x="3" y="16"/>
                      <a:pt x="9" y="16"/>
                      <a:pt x="12" y="16"/>
                    </a:cubicBezTo>
                    <a:cubicBezTo>
                      <a:pt x="15" y="16"/>
                      <a:pt x="21" y="16"/>
                      <a:pt x="25" y="14"/>
                    </a:cubicBezTo>
                    <a:cubicBezTo>
                      <a:pt x="25" y="8"/>
                      <a:pt x="25" y="8"/>
                      <a:pt x="25" y="8"/>
                    </a:cubicBezTo>
                    <a:cubicBezTo>
                      <a:pt x="25" y="4"/>
                      <a:pt x="21" y="0"/>
                      <a:pt x="16" y="0"/>
                    </a:cubicBezTo>
                  </a:path>
                </a:pathLst>
              </a:custGeom>
              <a:solidFill>
                <a:srgbClr val="888890">
                  <a:alpha val="100000"/>
                </a:srgbClr>
              </a:solidFill>
              <a:ln w="9525">
                <a:noFill/>
              </a:ln>
            </p:spPr>
            <p:txBody>
              <a:bodyPr/>
              <a:lstStyle/>
              <a:p>
                <a:endParaRPr lang="zh-CN" altLang="en-US"/>
              </a:p>
            </p:txBody>
          </p:sp>
        </p:grpSp>
        <p:sp>
          <p:nvSpPr>
            <p:cNvPr id="157707" name="Freeform 14"/>
            <p:cNvSpPr/>
            <p:nvPr/>
          </p:nvSpPr>
          <p:spPr>
            <a:xfrm>
              <a:off x="3025400" y="1969376"/>
              <a:ext cx="2807530" cy="3255283"/>
            </a:xfrm>
            <a:custGeom>
              <a:avLst/>
              <a:gdLst/>
              <a:ahLst/>
              <a:cxnLst>
                <a:cxn ang="0">
                  <a:pos x="2147483646" y="0"/>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rect l="0" t="0" r="0" b="0"/>
              <a:pathLst>
                <a:path w="85" h="99">
                  <a:moveTo>
                    <a:pt x="49" y="0"/>
                  </a:moveTo>
                  <a:cubicBezTo>
                    <a:pt x="36" y="0"/>
                    <a:pt x="24" y="5"/>
                    <a:pt x="14" y="14"/>
                  </a:cubicBezTo>
                  <a:cubicBezTo>
                    <a:pt x="5" y="23"/>
                    <a:pt x="0" y="36"/>
                    <a:pt x="0" y="49"/>
                  </a:cubicBezTo>
                  <a:cubicBezTo>
                    <a:pt x="0" y="62"/>
                    <a:pt x="5" y="75"/>
                    <a:pt x="14" y="84"/>
                  </a:cubicBezTo>
                  <a:cubicBezTo>
                    <a:pt x="24" y="94"/>
                    <a:pt x="36" y="99"/>
                    <a:pt x="50" y="99"/>
                  </a:cubicBezTo>
                  <a:cubicBezTo>
                    <a:pt x="63" y="99"/>
                    <a:pt x="75" y="94"/>
                    <a:pt x="85" y="84"/>
                  </a:cubicBezTo>
                  <a:cubicBezTo>
                    <a:pt x="82" y="82"/>
                    <a:pt x="82" y="82"/>
                    <a:pt x="82" y="82"/>
                  </a:cubicBezTo>
                  <a:cubicBezTo>
                    <a:pt x="74" y="91"/>
                    <a:pt x="62" y="96"/>
                    <a:pt x="50" y="96"/>
                  </a:cubicBezTo>
                  <a:cubicBezTo>
                    <a:pt x="37" y="96"/>
                    <a:pt x="25" y="91"/>
                    <a:pt x="17" y="82"/>
                  </a:cubicBezTo>
                  <a:cubicBezTo>
                    <a:pt x="8" y="73"/>
                    <a:pt x="3" y="61"/>
                    <a:pt x="3" y="49"/>
                  </a:cubicBezTo>
                  <a:cubicBezTo>
                    <a:pt x="3" y="37"/>
                    <a:pt x="8" y="25"/>
                    <a:pt x="17" y="16"/>
                  </a:cubicBezTo>
                  <a:cubicBezTo>
                    <a:pt x="25" y="7"/>
                    <a:pt x="37" y="3"/>
                    <a:pt x="49" y="2"/>
                  </a:cubicBezTo>
                  <a:cubicBezTo>
                    <a:pt x="60" y="3"/>
                    <a:pt x="70" y="6"/>
                    <a:pt x="78" y="12"/>
                  </a:cubicBezTo>
                  <a:cubicBezTo>
                    <a:pt x="80" y="10"/>
                    <a:pt x="80" y="10"/>
                    <a:pt x="80" y="10"/>
                  </a:cubicBezTo>
                  <a:cubicBezTo>
                    <a:pt x="71" y="3"/>
                    <a:pt x="61" y="0"/>
                    <a:pt x="49" y="0"/>
                  </a:cubicBezTo>
                </a:path>
              </a:pathLst>
            </a:custGeom>
            <a:solidFill>
              <a:srgbClr val="FFC9A1">
                <a:alpha val="100000"/>
              </a:srgbClr>
            </a:solidFill>
            <a:ln w="9525">
              <a:noFill/>
            </a:ln>
          </p:spPr>
          <p:txBody>
            <a:bodyPr/>
            <a:lstStyle/>
            <a:p>
              <a:endParaRPr lang="zh-CN" altLang="en-US"/>
            </a:p>
          </p:txBody>
        </p:sp>
        <p:grpSp>
          <p:nvGrpSpPr>
            <p:cNvPr id="8" name="组合 7"/>
            <p:cNvGrpSpPr/>
            <p:nvPr/>
          </p:nvGrpSpPr>
          <p:grpSpPr>
            <a:xfrm rot="9277281">
              <a:off x="6065134" y="1197238"/>
              <a:ext cx="2449301" cy="2596616"/>
              <a:chOff x="3533775" y="1263651"/>
              <a:chExt cx="4028103" cy="4270375"/>
            </a:xfrm>
            <a:solidFill>
              <a:srgbClr val="8DC1CF"/>
            </a:solidFill>
          </p:grpSpPr>
          <p:sp>
            <p:nvSpPr>
              <p:cNvPr id="13" name="Freeform 5"/>
              <p:cNvSpPr>
                <a:spLocks noEditPoints="1"/>
              </p:cNvSpPr>
              <p:nvPr/>
            </p:nvSpPr>
            <p:spPr bwMode="auto">
              <a:xfrm>
                <a:off x="3990769" y="1572211"/>
                <a:ext cx="3571109" cy="3614186"/>
              </a:xfrm>
              <a:custGeom>
                <a:avLst/>
                <a:gdLst>
                  <a:gd name="T0" fmla="*/ 70 w 83"/>
                  <a:gd name="T1" fmla="*/ 23 h 84"/>
                  <a:gd name="T2" fmla="*/ 76 w 83"/>
                  <a:gd name="T3" fmla="*/ 17 h 84"/>
                  <a:gd name="T4" fmla="*/ 66 w 83"/>
                  <a:gd name="T5" fmla="*/ 8 h 84"/>
                  <a:gd name="T6" fmla="*/ 61 w 83"/>
                  <a:gd name="T7" fmla="*/ 13 h 84"/>
                  <a:gd name="T8" fmla="*/ 48 w 83"/>
                  <a:gd name="T9" fmla="*/ 8 h 84"/>
                  <a:gd name="T10" fmla="*/ 48 w 83"/>
                  <a:gd name="T11" fmla="*/ 0 h 84"/>
                  <a:gd name="T12" fmla="*/ 35 w 83"/>
                  <a:gd name="T13" fmla="*/ 0 h 84"/>
                  <a:gd name="T14" fmla="*/ 35 w 83"/>
                  <a:gd name="T15" fmla="*/ 8 h 84"/>
                  <a:gd name="T16" fmla="*/ 23 w 83"/>
                  <a:gd name="T17" fmla="*/ 13 h 84"/>
                  <a:gd name="T18" fmla="*/ 17 w 83"/>
                  <a:gd name="T19" fmla="*/ 8 h 84"/>
                  <a:gd name="T20" fmla="*/ 7 w 83"/>
                  <a:gd name="T21" fmla="*/ 17 h 84"/>
                  <a:gd name="T22" fmla="*/ 13 w 83"/>
                  <a:gd name="T23" fmla="*/ 23 h 84"/>
                  <a:gd name="T24" fmla="*/ 8 w 83"/>
                  <a:gd name="T25" fmla="*/ 35 h 84"/>
                  <a:gd name="T26" fmla="*/ 0 w 83"/>
                  <a:gd name="T27" fmla="*/ 35 h 84"/>
                  <a:gd name="T28" fmla="*/ 0 w 83"/>
                  <a:gd name="T29" fmla="*/ 49 h 84"/>
                  <a:gd name="T30" fmla="*/ 8 w 83"/>
                  <a:gd name="T31" fmla="*/ 49 h 84"/>
                  <a:gd name="T32" fmla="*/ 13 w 83"/>
                  <a:gd name="T33" fmla="*/ 61 h 84"/>
                  <a:gd name="T34" fmla="*/ 7 w 83"/>
                  <a:gd name="T35" fmla="*/ 67 h 84"/>
                  <a:gd name="T36" fmla="*/ 17 w 83"/>
                  <a:gd name="T37" fmla="*/ 76 h 84"/>
                  <a:gd name="T38" fmla="*/ 22 w 83"/>
                  <a:gd name="T39" fmla="*/ 71 h 84"/>
                  <a:gd name="T40" fmla="*/ 35 w 83"/>
                  <a:gd name="T41" fmla="*/ 76 h 84"/>
                  <a:gd name="T42" fmla="*/ 35 w 83"/>
                  <a:gd name="T43" fmla="*/ 84 h 84"/>
                  <a:gd name="T44" fmla="*/ 48 w 83"/>
                  <a:gd name="T45" fmla="*/ 84 h 84"/>
                  <a:gd name="T46" fmla="*/ 48 w 83"/>
                  <a:gd name="T47" fmla="*/ 76 h 84"/>
                  <a:gd name="T48" fmla="*/ 61 w 83"/>
                  <a:gd name="T49" fmla="*/ 71 h 84"/>
                  <a:gd name="T50" fmla="*/ 66 w 83"/>
                  <a:gd name="T51" fmla="*/ 76 h 84"/>
                  <a:gd name="T52" fmla="*/ 76 w 83"/>
                  <a:gd name="T53" fmla="*/ 67 h 84"/>
                  <a:gd name="T54" fmla="*/ 70 w 83"/>
                  <a:gd name="T55" fmla="*/ 61 h 84"/>
                  <a:gd name="T56" fmla="*/ 75 w 83"/>
                  <a:gd name="T57" fmla="*/ 49 h 84"/>
                  <a:gd name="T58" fmla="*/ 83 w 83"/>
                  <a:gd name="T59" fmla="*/ 49 h 84"/>
                  <a:gd name="T60" fmla="*/ 83 w 83"/>
                  <a:gd name="T61" fmla="*/ 35 h 84"/>
                  <a:gd name="T62" fmla="*/ 75 w 83"/>
                  <a:gd name="T63" fmla="*/ 35 h 84"/>
                  <a:gd name="T64" fmla="*/ 70 w 83"/>
                  <a:gd name="T65" fmla="*/ 23 h 84"/>
                  <a:gd name="T66" fmla="*/ 57 w 83"/>
                  <a:gd name="T67" fmla="*/ 58 h 84"/>
                  <a:gd name="T68" fmla="*/ 42 w 83"/>
                  <a:gd name="T69" fmla="*/ 64 h 84"/>
                  <a:gd name="T70" fmla="*/ 26 w 83"/>
                  <a:gd name="T71" fmla="*/ 58 h 84"/>
                  <a:gd name="T72" fmla="*/ 19 w 83"/>
                  <a:gd name="T73" fmla="*/ 42 h 84"/>
                  <a:gd name="T74" fmla="*/ 26 w 83"/>
                  <a:gd name="T75" fmla="*/ 26 h 84"/>
                  <a:gd name="T76" fmla="*/ 42 w 83"/>
                  <a:gd name="T77" fmla="*/ 20 h 84"/>
                  <a:gd name="T78" fmla="*/ 57 w 83"/>
                  <a:gd name="T79" fmla="*/ 26 h 84"/>
                  <a:gd name="T80" fmla="*/ 64 w 83"/>
                  <a:gd name="T81" fmla="*/ 42 h 84"/>
                  <a:gd name="T82" fmla="*/ 57 w 83"/>
                  <a:gd name="T83" fmla="*/ 58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3" h="84">
                    <a:moveTo>
                      <a:pt x="70" y="23"/>
                    </a:moveTo>
                    <a:cubicBezTo>
                      <a:pt x="76" y="17"/>
                      <a:pt x="76" y="17"/>
                      <a:pt x="76" y="17"/>
                    </a:cubicBezTo>
                    <a:cubicBezTo>
                      <a:pt x="66" y="8"/>
                      <a:pt x="66" y="8"/>
                      <a:pt x="66" y="8"/>
                    </a:cubicBezTo>
                    <a:cubicBezTo>
                      <a:pt x="61" y="13"/>
                      <a:pt x="61" y="13"/>
                      <a:pt x="61" y="13"/>
                    </a:cubicBezTo>
                    <a:cubicBezTo>
                      <a:pt x="57" y="11"/>
                      <a:pt x="53" y="9"/>
                      <a:pt x="48" y="8"/>
                    </a:cubicBezTo>
                    <a:cubicBezTo>
                      <a:pt x="48" y="0"/>
                      <a:pt x="48" y="0"/>
                      <a:pt x="48" y="0"/>
                    </a:cubicBezTo>
                    <a:cubicBezTo>
                      <a:pt x="35" y="0"/>
                      <a:pt x="35" y="0"/>
                      <a:pt x="35" y="0"/>
                    </a:cubicBezTo>
                    <a:cubicBezTo>
                      <a:pt x="35" y="8"/>
                      <a:pt x="35" y="8"/>
                      <a:pt x="35" y="8"/>
                    </a:cubicBezTo>
                    <a:cubicBezTo>
                      <a:pt x="30" y="9"/>
                      <a:pt x="26" y="11"/>
                      <a:pt x="23" y="13"/>
                    </a:cubicBezTo>
                    <a:cubicBezTo>
                      <a:pt x="17" y="8"/>
                      <a:pt x="17" y="8"/>
                      <a:pt x="17" y="8"/>
                    </a:cubicBezTo>
                    <a:cubicBezTo>
                      <a:pt x="7" y="17"/>
                      <a:pt x="7" y="17"/>
                      <a:pt x="7" y="17"/>
                    </a:cubicBezTo>
                    <a:cubicBezTo>
                      <a:pt x="13" y="23"/>
                      <a:pt x="13" y="23"/>
                      <a:pt x="13" y="23"/>
                    </a:cubicBezTo>
                    <a:cubicBezTo>
                      <a:pt x="10" y="27"/>
                      <a:pt x="9" y="31"/>
                      <a:pt x="8" y="35"/>
                    </a:cubicBezTo>
                    <a:cubicBezTo>
                      <a:pt x="0" y="35"/>
                      <a:pt x="0" y="35"/>
                      <a:pt x="0" y="35"/>
                    </a:cubicBezTo>
                    <a:cubicBezTo>
                      <a:pt x="0" y="49"/>
                      <a:pt x="0" y="49"/>
                      <a:pt x="0" y="49"/>
                    </a:cubicBezTo>
                    <a:cubicBezTo>
                      <a:pt x="8" y="49"/>
                      <a:pt x="8" y="49"/>
                      <a:pt x="8" y="49"/>
                    </a:cubicBezTo>
                    <a:cubicBezTo>
                      <a:pt x="9" y="53"/>
                      <a:pt x="10" y="57"/>
                      <a:pt x="13" y="61"/>
                    </a:cubicBezTo>
                    <a:cubicBezTo>
                      <a:pt x="7" y="67"/>
                      <a:pt x="7" y="67"/>
                      <a:pt x="7" y="67"/>
                    </a:cubicBezTo>
                    <a:cubicBezTo>
                      <a:pt x="17" y="76"/>
                      <a:pt x="17" y="76"/>
                      <a:pt x="17" y="76"/>
                    </a:cubicBezTo>
                    <a:cubicBezTo>
                      <a:pt x="22" y="71"/>
                      <a:pt x="22" y="71"/>
                      <a:pt x="22" y="71"/>
                    </a:cubicBezTo>
                    <a:cubicBezTo>
                      <a:pt x="26" y="73"/>
                      <a:pt x="30" y="75"/>
                      <a:pt x="35" y="76"/>
                    </a:cubicBezTo>
                    <a:cubicBezTo>
                      <a:pt x="35" y="84"/>
                      <a:pt x="35" y="84"/>
                      <a:pt x="35" y="84"/>
                    </a:cubicBezTo>
                    <a:cubicBezTo>
                      <a:pt x="48" y="84"/>
                      <a:pt x="48" y="84"/>
                      <a:pt x="48" y="84"/>
                    </a:cubicBezTo>
                    <a:cubicBezTo>
                      <a:pt x="48" y="76"/>
                      <a:pt x="48" y="76"/>
                      <a:pt x="48" y="76"/>
                    </a:cubicBezTo>
                    <a:cubicBezTo>
                      <a:pt x="53" y="75"/>
                      <a:pt x="57" y="73"/>
                      <a:pt x="61" y="71"/>
                    </a:cubicBezTo>
                    <a:cubicBezTo>
                      <a:pt x="66" y="76"/>
                      <a:pt x="66" y="76"/>
                      <a:pt x="66" y="76"/>
                    </a:cubicBezTo>
                    <a:cubicBezTo>
                      <a:pt x="76" y="67"/>
                      <a:pt x="76" y="67"/>
                      <a:pt x="76" y="67"/>
                    </a:cubicBezTo>
                    <a:cubicBezTo>
                      <a:pt x="70" y="61"/>
                      <a:pt x="70" y="61"/>
                      <a:pt x="70" y="61"/>
                    </a:cubicBezTo>
                    <a:cubicBezTo>
                      <a:pt x="73" y="57"/>
                      <a:pt x="74" y="53"/>
                      <a:pt x="75" y="49"/>
                    </a:cubicBezTo>
                    <a:cubicBezTo>
                      <a:pt x="83" y="49"/>
                      <a:pt x="83" y="49"/>
                      <a:pt x="83" y="49"/>
                    </a:cubicBezTo>
                    <a:cubicBezTo>
                      <a:pt x="83" y="35"/>
                      <a:pt x="83" y="35"/>
                      <a:pt x="83" y="35"/>
                    </a:cubicBezTo>
                    <a:cubicBezTo>
                      <a:pt x="75" y="35"/>
                      <a:pt x="75" y="35"/>
                      <a:pt x="75" y="35"/>
                    </a:cubicBezTo>
                    <a:cubicBezTo>
                      <a:pt x="74" y="31"/>
                      <a:pt x="73" y="27"/>
                      <a:pt x="70" y="23"/>
                    </a:cubicBezTo>
                    <a:close/>
                    <a:moveTo>
                      <a:pt x="57" y="58"/>
                    </a:moveTo>
                    <a:cubicBezTo>
                      <a:pt x="53" y="62"/>
                      <a:pt x="48" y="64"/>
                      <a:pt x="42" y="64"/>
                    </a:cubicBezTo>
                    <a:cubicBezTo>
                      <a:pt x="35" y="64"/>
                      <a:pt x="30" y="62"/>
                      <a:pt x="26" y="58"/>
                    </a:cubicBezTo>
                    <a:cubicBezTo>
                      <a:pt x="22" y="54"/>
                      <a:pt x="19" y="48"/>
                      <a:pt x="19" y="42"/>
                    </a:cubicBezTo>
                    <a:cubicBezTo>
                      <a:pt x="19" y="36"/>
                      <a:pt x="22" y="30"/>
                      <a:pt x="26" y="26"/>
                    </a:cubicBezTo>
                    <a:cubicBezTo>
                      <a:pt x="30" y="22"/>
                      <a:pt x="35" y="20"/>
                      <a:pt x="42" y="20"/>
                    </a:cubicBezTo>
                    <a:cubicBezTo>
                      <a:pt x="48" y="20"/>
                      <a:pt x="53" y="22"/>
                      <a:pt x="57" y="26"/>
                    </a:cubicBezTo>
                    <a:cubicBezTo>
                      <a:pt x="61" y="30"/>
                      <a:pt x="64" y="36"/>
                      <a:pt x="64" y="42"/>
                    </a:cubicBezTo>
                    <a:cubicBezTo>
                      <a:pt x="64" y="48"/>
                      <a:pt x="61" y="54"/>
                      <a:pt x="57" y="58"/>
                    </a:cubicBezTo>
                    <a:close/>
                  </a:path>
                </a:pathLst>
              </a:custGeom>
              <a:solidFill>
                <a:srgbClr val="9476B6"/>
              </a:solidFill>
              <a:ln>
                <a:noFill/>
              </a:ln>
              <a:effectLst>
                <a:outerShdw blurRad="50800" dist="38100" dir="8100000" algn="tr" rotWithShape="0">
                  <a:prstClr val="black">
                    <a:alpha val="40000"/>
                  </a:prstClr>
                </a:outerShdw>
              </a:effectLst>
              <a:scene3d>
                <a:camera prst="orthographicFront"/>
                <a:lightRig rig="threePt" dir="t"/>
              </a:scene3d>
              <a:sp3d extrusionH="76200">
                <a:extrusionClr>
                  <a:srgbClr val="A5C3CF"/>
                </a:extrusionClr>
              </a:sp3d>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4" name="Freeform 14"/>
              <p:cNvSpPr/>
              <p:nvPr/>
            </p:nvSpPr>
            <p:spPr bwMode="auto">
              <a:xfrm>
                <a:off x="3533775" y="1263651"/>
                <a:ext cx="3683000" cy="4270375"/>
              </a:xfrm>
              <a:custGeom>
                <a:avLst/>
                <a:gdLst>
                  <a:gd name="T0" fmla="*/ 49 w 85"/>
                  <a:gd name="T1" fmla="*/ 0 h 99"/>
                  <a:gd name="T2" fmla="*/ 14 w 85"/>
                  <a:gd name="T3" fmla="*/ 14 h 99"/>
                  <a:gd name="T4" fmla="*/ 0 w 85"/>
                  <a:gd name="T5" fmla="*/ 49 h 99"/>
                  <a:gd name="T6" fmla="*/ 14 w 85"/>
                  <a:gd name="T7" fmla="*/ 84 h 99"/>
                  <a:gd name="T8" fmla="*/ 50 w 85"/>
                  <a:gd name="T9" fmla="*/ 99 h 99"/>
                  <a:gd name="T10" fmla="*/ 85 w 85"/>
                  <a:gd name="T11" fmla="*/ 84 h 99"/>
                  <a:gd name="T12" fmla="*/ 82 w 85"/>
                  <a:gd name="T13" fmla="*/ 82 h 99"/>
                  <a:gd name="T14" fmla="*/ 50 w 85"/>
                  <a:gd name="T15" fmla="*/ 96 h 99"/>
                  <a:gd name="T16" fmla="*/ 17 w 85"/>
                  <a:gd name="T17" fmla="*/ 82 h 99"/>
                  <a:gd name="T18" fmla="*/ 3 w 85"/>
                  <a:gd name="T19" fmla="*/ 49 h 99"/>
                  <a:gd name="T20" fmla="*/ 17 w 85"/>
                  <a:gd name="T21" fmla="*/ 16 h 99"/>
                  <a:gd name="T22" fmla="*/ 49 w 85"/>
                  <a:gd name="T23" fmla="*/ 2 h 99"/>
                  <a:gd name="T24" fmla="*/ 78 w 85"/>
                  <a:gd name="T25" fmla="*/ 12 h 99"/>
                  <a:gd name="T26" fmla="*/ 80 w 85"/>
                  <a:gd name="T27" fmla="*/ 10 h 99"/>
                  <a:gd name="T28" fmla="*/ 49 w 85"/>
                  <a:gd name="T29" fmla="*/ 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 h="99">
                    <a:moveTo>
                      <a:pt x="49" y="0"/>
                    </a:moveTo>
                    <a:cubicBezTo>
                      <a:pt x="36" y="0"/>
                      <a:pt x="24" y="5"/>
                      <a:pt x="14" y="14"/>
                    </a:cubicBezTo>
                    <a:cubicBezTo>
                      <a:pt x="5" y="23"/>
                      <a:pt x="0" y="36"/>
                      <a:pt x="0" y="49"/>
                    </a:cubicBezTo>
                    <a:cubicBezTo>
                      <a:pt x="0" y="62"/>
                      <a:pt x="5" y="75"/>
                      <a:pt x="14" y="84"/>
                    </a:cubicBezTo>
                    <a:cubicBezTo>
                      <a:pt x="24" y="94"/>
                      <a:pt x="36" y="99"/>
                      <a:pt x="50" y="99"/>
                    </a:cubicBezTo>
                    <a:cubicBezTo>
                      <a:pt x="63" y="99"/>
                      <a:pt x="75" y="94"/>
                      <a:pt x="85" y="84"/>
                    </a:cubicBezTo>
                    <a:cubicBezTo>
                      <a:pt x="82" y="82"/>
                      <a:pt x="82" y="82"/>
                      <a:pt x="82" y="82"/>
                    </a:cubicBezTo>
                    <a:cubicBezTo>
                      <a:pt x="74" y="91"/>
                      <a:pt x="62" y="96"/>
                      <a:pt x="50" y="96"/>
                    </a:cubicBezTo>
                    <a:cubicBezTo>
                      <a:pt x="37" y="96"/>
                      <a:pt x="25" y="91"/>
                      <a:pt x="17" y="82"/>
                    </a:cubicBezTo>
                    <a:cubicBezTo>
                      <a:pt x="8" y="73"/>
                      <a:pt x="3" y="61"/>
                      <a:pt x="3" y="49"/>
                    </a:cubicBezTo>
                    <a:cubicBezTo>
                      <a:pt x="3" y="37"/>
                      <a:pt x="8" y="25"/>
                      <a:pt x="17" y="16"/>
                    </a:cubicBezTo>
                    <a:cubicBezTo>
                      <a:pt x="25" y="7"/>
                      <a:pt x="37" y="3"/>
                      <a:pt x="49" y="2"/>
                    </a:cubicBezTo>
                    <a:cubicBezTo>
                      <a:pt x="60" y="3"/>
                      <a:pt x="70" y="6"/>
                      <a:pt x="78" y="12"/>
                    </a:cubicBezTo>
                    <a:cubicBezTo>
                      <a:pt x="80" y="10"/>
                      <a:pt x="80" y="10"/>
                      <a:pt x="80" y="10"/>
                    </a:cubicBezTo>
                    <a:cubicBezTo>
                      <a:pt x="71" y="3"/>
                      <a:pt x="61" y="0"/>
                      <a:pt x="49"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grpSp>
        <p:sp>
          <p:nvSpPr>
            <p:cNvPr id="157709" name="KSO_Shape"/>
            <p:cNvSpPr/>
            <p:nvPr/>
          </p:nvSpPr>
          <p:spPr>
            <a:xfrm>
              <a:off x="7000806" y="2262153"/>
              <a:ext cx="337077" cy="607346"/>
            </a:xfrm>
            <a:custGeom>
              <a:avLst/>
              <a:gdLst/>
              <a:ahLst/>
              <a:cxnLst>
                <a:cxn ang="0">
                  <a:pos x="269" y="0"/>
                </a:cxn>
                <a:cxn ang="0">
                  <a:pos x="416" y="0"/>
                </a:cxn>
                <a:cxn ang="0">
                  <a:pos x="416" y="132"/>
                </a:cxn>
                <a:cxn ang="0">
                  <a:pos x="644" y="172"/>
                </a:cxn>
                <a:cxn ang="0">
                  <a:pos x="591" y="344"/>
                </a:cxn>
                <a:cxn ang="0">
                  <a:pos x="376" y="291"/>
                </a:cxn>
                <a:cxn ang="0">
                  <a:pos x="242" y="383"/>
                </a:cxn>
                <a:cxn ang="0">
                  <a:pos x="430" y="502"/>
                </a:cxn>
                <a:cxn ang="0">
                  <a:pos x="685" y="793"/>
                </a:cxn>
                <a:cxn ang="0">
                  <a:pos x="416" y="1058"/>
                </a:cxn>
                <a:cxn ang="0">
                  <a:pos x="416" y="1217"/>
                </a:cxn>
                <a:cxn ang="0">
                  <a:pos x="269" y="1217"/>
                </a:cxn>
                <a:cxn ang="0">
                  <a:pos x="269" y="1071"/>
                </a:cxn>
                <a:cxn ang="0">
                  <a:pos x="0" y="1005"/>
                </a:cxn>
                <a:cxn ang="0">
                  <a:pos x="54" y="833"/>
                </a:cxn>
                <a:cxn ang="0">
                  <a:pos x="309" y="900"/>
                </a:cxn>
                <a:cxn ang="0">
                  <a:pos x="456" y="807"/>
                </a:cxn>
                <a:cxn ang="0">
                  <a:pos x="295" y="675"/>
                </a:cxn>
                <a:cxn ang="0">
                  <a:pos x="13" y="410"/>
                </a:cxn>
                <a:cxn ang="0">
                  <a:pos x="269" y="132"/>
                </a:cxn>
                <a:cxn ang="0">
                  <a:pos x="269" y="0"/>
                </a:cxn>
              </a:cxnLst>
              <a:rect l="0" t="0" r="0" b="0"/>
              <a:pathLst>
                <a:path w="709759" h="1280034">
                  <a:moveTo>
                    <a:pt x="278337" y="0"/>
                  </a:moveTo>
                  <a:cubicBezTo>
                    <a:pt x="431422" y="0"/>
                    <a:pt x="431422" y="0"/>
                    <a:pt x="431422" y="0"/>
                  </a:cubicBezTo>
                  <a:cubicBezTo>
                    <a:pt x="431422" y="139134"/>
                    <a:pt x="431422" y="139134"/>
                    <a:pt x="431422" y="139134"/>
                  </a:cubicBezTo>
                  <a:cubicBezTo>
                    <a:pt x="542757" y="139134"/>
                    <a:pt x="612342" y="166961"/>
                    <a:pt x="668009" y="180875"/>
                  </a:cubicBezTo>
                  <a:cubicBezTo>
                    <a:pt x="612342" y="361749"/>
                    <a:pt x="612342" y="361749"/>
                    <a:pt x="612342" y="361749"/>
                  </a:cubicBezTo>
                  <a:cubicBezTo>
                    <a:pt x="584508" y="347835"/>
                    <a:pt x="501007" y="306095"/>
                    <a:pt x="389672" y="306095"/>
                  </a:cubicBezTo>
                  <a:cubicBezTo>
                    <a:pt x="292254" y="306095"/>
                    <a:pt x="250503" y="361749"/>
                    <a:pt x="250503" y="403489"/>
                  </a:cubicBezTo>
                  <a:cubicBezTo>
                    <a:pt x="250503" y="445229"/>
                    <a:pt x="306171" y="486970"/>
                    <a:pt x="445339" y="528710"/>
                  </a:cubicBezTo>
                  <a:cubicBezTo>
                    <a:pt x="640175" y="598277"/>
                    <a:pt x="709759" y="681757"/>
                    <a:pt x="709759" y="834805"/>
                  </a:cubicBezTo>
                  <a:cubicBezTo>
                    <a:pt x="709759" y="973939"/>
                    <a:pt x="612342" y="1085246"/>
                    <a:pt x="431422" y="1113073"/>
                  </a:cubicBezTo>
                  <a:cubicBezTo>
                    <a:pt x="431422" y="1280034"/>
                    <a:pt x="431422" y="1280034"/>
                    <a:pt x="431422" y="1280034"/>
                  </a:cubicBezTo>
                  <a:cubicBezTo>
                    <a:pt x="278337" y="1280034"/>
                    <a:pt x="278337" y="1280034"/>
                    <a:pt x="278337" y="1280034"/>
                  </a:cubicBezTo>
                  <a:cubicBezTo>
                    <a:pt x="278337" y="1126986"/>
                    <a:pt x="278337" y="1126986"/>
                    <a:pt x="278337" y="1126986"/>
                  </a:cubicBezTo>
                  <a:cubicBezTo>
                    <a:pt x="167002" y="1126986"/>
                    <a:pt x="69584" y="1099160"/>
                    <a:pt x="0" y="1057419"/>
                  </a:cubicBezTo>
                  <a:cubicBezTo>
                    <a:pt x="55667" y="876545"/>
                    <a:pt x="55667" y="876545"/>
                    <a:pt x="55667" y="876545"/>
                  </a:cubicBezTo>
                  <a:cubicBezTo>
                    <a:pt x="125252" y="918285"/>
                    <a:pt x="208753" y="946112"/>
                    <a:pt x="320088" y="946112"/>
                  </a:cubicBezTo>
                  <a:cubicBezTo>
                    <a:pt x="403589" y="946112"/>
                    <a:pt x="473173" y="918285"/>
                    <a:pt x="473173" y="848718"/>
                  </a:cubicBezTo>
                  <a:cubicBezTo>
                    <a:pt x="473173" y="793065"/>
                    <a:pt x="417506" y="751324"/>
                    <a:pt x="306171" y="709584"/>
                  </a:cubicBezTo>
                  <a:cubicBezTo>
                    <a:pt x="125252" y="653930"/>
                    <a:pt x="13917" y="584363"/>
                    <a:pt x="13917" y="431316"/>
                  </a:cubicBezTo>
                  <a:cubicBezTo>
                    <a:pt x="13917" y="292182"/>
                    <a:pt x="111335" y="180875"/>
                    <a:pt x="278337" y="139134"/>
                  </a:cubicBezTo>
                  <a:cubicBezTo>
                    <a:pt x="278337" y="0"/>
                    <a:pt x="278337" y="0"/>
                    <a:pt x="278337" y="0"/>
                  </a:cubicBezTo>
                  <a:close/>
                </a:path>
              </a:pathLst>
            </a:custGeom>
            <a:solidFill>
              <a:srgbClr val="888890">
                <a:alpha val="100000"/>
              </a:srgbClr>
            </a:solidFill>
            <a:ln w="9525">
              <a:noFill/>
            </a:ln>
          </p:spPr>
          <p:txBody>
            <a:bodyPr/>
            <a:lstStyle/>
            <a:p>
              <a:endParaRPr lang="zh-CN" altLang="en-US"/>
            </a:p>
          </p:txBody>
        </p:sp>
        <p:sp>
          <p:nvSpPr>
            <p:cNvPr id="10" name="Freeform 5"/>
            <p:cNvSpPr>
              <a:spLocks noEditPoints="1"/>
            </p:cNvSpPr>
            <p:nvPr/>
          </p:nvSpPr>
          <p:spPr bwMode="auto">
            <a:xfrm rot="13858708">
              <a:off x="6228882" y="4042244"/>
              <a:ext cx="1697289" cy="1717763"/>
            </a:xfrm>
            <a:custGeom>
              <a:avLst/>
              <a:gdLst>
                <a:gd name="T0" fmla="*/ 70 w 83"/>
                <a:gd name="T1" fmla="*/ 23 h 84"/>
                <a:gd name="T2" fmla="*/ 76 w 83"/>
                <a:gd name="T3" fmla="*/ 17 h 84"/>
                <a:gd name="T4" fmla="*/ 66 w 83"/>
                <a:gd name="T5" fmla="*/ 8 h 84"/>
                <a:gd name="T6" fmla="*/ 61 w 83"/>
                <a:gd name="T7" fmla="*/ 13 h 84"/>
                <a:gd name="T8" fmla="*/ 48 w 83"/>
                <a:gd name="T9" fmla="*/ 8 h 84"/>
                <a:gd name="T10" fmla="*/ 48 w 83"/>
                <a:gd name="T11" fmla="*/ 0 h 84"/>
                <a:gd name="T12" fmla="*/ 35 w 83"/>
                <a:gd name="T13" fmla="*/ 0 h 84"/>
                <a:gd name="T14" fmla="*/ 35 w 83"/>
                <a:gd name="T15" fmla="*/ 8 h 84"/>
                <a:gd name="T16" fmla="*/ 23 w 83"/>
                <a:gd name="T17" fmla="*/ 13 h 84"/>
                <a:gd name="T18" fmla="*/ 17 w 83"/>
                <a:gd name="T19" fmla="*/ 8 h 84"/>
                <a:gd name="T20" fmla="*/ 7 w 83"/>
                <a:gd name="T21" fmla="*/ 17 h 84"/>
                <a:gd name="T22" fmla="*/ 13 w 83"/>
                <a:gd name="T23" fmla="*/ 23 h 84"/>
                <a:gd name="T24" fmla="*/ 8 w 83"/>
                <a:gd name="T25" fmla="*/ 35 h 84"/>
                <a:gd name="T26" fmla="*/ 0 w 83"/>
                <a:gd name="T27" fmla="*/ 35 h 84"/>
                <a:gd name="T28" fmla="*/ 0 w 83"/>
                <a:gd name="T29" fmla="*/ 49 h 84"/>
                <a:gd name="T30" fmla="*/ 8 w 83"/>
                <a:gd name="T31" fmla="*/ 49 h 84"/>
                <a:gd name="T32" fmla="*/ 13 w 83"/>
                <a:gd name="T33" fmla="*/ 61 h 84"/>
                <a:gd name="T34" fmla="*/ 7 w 83"/>
                <a:gd name="T35" fmla="*/ 67 h 84"/>
                <a:gd name="T36" fmla="*/ 17 w 83"/>
                <a:gd name="T37" fmla="*/ 76 h 84"/>
                <a:gd name="T38" fmla="*/ 22 w 83"/>
                <a:gd name="T39" fmla="*/ 71 h 84"/>
                <a:gd name="T40" fmla="*/ 35 w 83"/>
                <a:gd name="T41" fmla="*/ 76 h 84"/>
                <a:gd name="T42" fmla="*/ 35 w 83"/>
                <a:gd name="T43" fmla="*/ 84 h 84"/>
                <a:gd name="T44" fmla="*/ 48 w 83"/>
                <a:gd name="T45" fmla="*/ 84 h 84"/>
                <a:gd name="T46" fmla="*/ 48 w 83"/>
                <a:gd name="T47" fmla="*/ 76 h 84"/>
                <a:gd name="T48" fmla="*/ 61 w 83"/>
                <a:gd name="T49" fmla="*/ 71 h 84"/>
                <a:gd name="T50" fmla="*/ 66 w 83"/>
                <a:gd name="T51" fmla="*/ 76 h 84"/>
                <a:gd name="T52" fmla="*/ 76 w 83"/>
                <a:gd name="T53" fmla="*/ 67 h 84"/>
                <a:gd name="T54" fmla="*/ 70 w 83"/>
                <a:gd name="T55" fmla="*/ 61 h 84"/>
                <a:gd name="T56" fmla="*/ 75 w 83"/>
                <a:gd name="T57" fmla="*/ 49 h 84"/>
                <a:gd name="T58" fmla="*/ 83 w 83"/>
                <a:gd name="T59" fmla="*/ 49 h 84"/>
                <a:gd name="T60" fmla="*/ 83 w 83"/>
                <a:gd name="T61" fmla="*/ 35 h 84"/>
                <a:gd name="T62" fmla="*/ 75 w 83"/>
                <a:gd name="T63" fmla="*/ 35 h 84"/>
                <a:gd name="T64" fmla="*/ 70 w 83"/>
                <a:gd name="T65" fmla="*/ 23 h 84"/>
                <a:gd name="T66" fmla="*/ 57 w 83"/>
                <a:gd name="T67" fmla="*/ 58 h 84"/>
                <a:gd name="T68" fmla="*/ 42 w 83"/>
                <a:gd name="T69" fmla="*/ 64 h 84"/>
                <a:gd name="T70" fmla="*/ 26 w 83"/>
                <a:gd name="T71" fmla="*/ 58 h 84"/>
                <a:gd name="T72" fmla="*/ 19 w 83"/>
                <a:gd name="T73" fmla="*/ 42 h 84"/>
                <a:gd name="T74" fmla="*/ 26 w 83"/>
                <a:gd name="T75" fmla="*/ 26 h 84"/>
                <a:gd name="T76" fmla="*/ 42 w 83"/>
                <a:gd name="T77" fmla="*/ 20 h 84"/>
                <a:gd name="T78" fmla="*/ 57 w 83"/>
                <a:gd name="T79" fmla="*/ 26 h 84"/>
                <a:gd name="T80" fmla="*/ 64 w 83"/>
                <a:gd name="T81" fmla="*/ 42 h 84"/>
                <a:gd name="T82" fmla="*/ 57 w 83"/>
                <a:gd name="T83" fmla="*/ 58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3" h="84">
                  <a:moveTo>
                    <a:pt x="70" y="23"/>
                  </a:moveTo>
                  <a:cubicBezTo>
                    <a:pt x="76" y="17"/>
                    <a:pt x="76" y="17"/>
                    <a:pt x="76" y="17"/>
                  </a:cubicBezTo>
                  <a:cubicBezTo>
                    <a:pt x="66" y="8"/>
                    <a:pt x="66" y="8"/>
                    <a:pt x="66" y="8"/>
                  </a:cubicBezTo>
                  <a:cubicBezTo>
                    <a:pt x="61" y="13"/>
                    <a:pt x="61" y="13"/>
                    <a:pt x="61" y="13"/>
                  </a:cubicBezTo>
                  <a:cubicBezTo>
                    <a:pt x="57" y="11"/>
                    <a:pt x="53" y="9"/>
                    <a:pt x="48" y="8"/>
                  </a:cubicBezTo>
                  <a:cubicBezTo>
                    <a:pt x="48" y="0"/>
                    <a:pt x="48" y="0"/>
                    <a:pt x="48" y="0"/>
                  </a:cubicBezTo>
                  <a:cubicBezTo>
                    <a:pt x="35" y="0"/>
                    <a:pt x="35" y="0"/>
                    <a:pt x="35" y="0"/>
                  </a:cubicBezTo>
                  <a:cubicBezTo>
                    <a:pt x="35" y="8"/>
                    <a:pt x="35" y="8"/>
                    <a:pt x="35" y="8"/>
                  </a:cubicBezTo>
                  <a:cubicBezTo>
                    <a:pt x="30" y="9"/>
                    <a:pt x="26" y="11"/>
                    <a:pt x="23" y="13"/>
                  </a:cubicBezTo>
                  <a:cubicBezTo>
                    <a:pt x="17" y="8"/>
                    <a:pt x="17" y="8"/>
                    <a:pt x="17" y="8"/>
                  </a:cubicBezTo>
                  <a:cubicBezTo>
                    <a:pt x="7" y="17"/>
                    <a:pt x="7" y="17"/>
                    <a:pt x="7" y="17"/>
                  </a:cubicBezTo>
                  <a:cubicBezTo>
                    <a:pt x="13" y="23"/>
                    <a:pt x="13" y="23"/>
                    <a:pt x="13" y="23"/>
                  </a:cubicBezTo>
                  <a:cubicBezTo>
                    <a:pt x="10" y="27"/>
                    <a:pt x="9" y="31"/>
                    <a:pt x="8" y="35"/>
                  </a:cubicBezTo>
                  <a:cubicBezTo>
                    <a:pt x="0" y="35"/>
                    <a:pt x="0" y="35"/>
                    <a:pt x="0" y="35"/>
                  </a:cubicBezTo>
                  <a:cubicBezTo>
                    <a:pt x="0" y="49"/>
                    <a:pt x="0" y="49"/>
                    <a:pt x="0" y="49"/>
                  </a:cubicBezTo>
                  <a:cubicBezTo>
                    <a:pt x="8" y="49"/>
                    <a:pt x="8" y="49"/>
                    <a:pt x="8" y="49"/>
                  </a:cubicBezTo>
                  <a:cubicBezTo>
                    <a:pt x="9" y="53"/>
                    <a:pt x="10" y="57"/>
                    <a:pt x="13" y="61"/>
                  </a:cubicBezTo>
                  <a:cubicBezTo>
                    <a:pt x="7" y="67"/>
                    <a:pt x="7" y="67"/>
                    <a:pt x="7" y="67"/>
                  </a:cubicBezTo>
                  <a:cubicBezTo>
                    <a:pt x="17" y="76"/>
                    <a:pt x="17" y="76"/>
                    <a:pt x="17" y="76"/>
                  </a:cubicBezTo>
                  <a:cubicBezTo>
                    <a:pt x="22" y="71"/>
                    <a:pt x="22" y="71"/>
                    <a:pt x="22" y="71"/>
                  </a:cubicBezTo>
                  <a:cubicBezTo>
                    <a:pt x="26" y="73"/>
                    <a:pt x="30" y="75"/>
                    <a:pt x="35" y="76"/>
                  </a:cubicBezTo>
                  <a:cubicBezTo>
                    <a:pt x="35" y="84"/>
                    <a:pt x="35" y="84"/>
                    <a:pt x="35" y="84"/>
                  </a:cubicBezTo>
                  <a:cubicBezTo>
                    <a:pt x="48" y="84"/>
                    <a:pt x="48" y="84"/>
                    <a:pt x="48" y="84"/>
                  </a:cubicBezTo>
                  <a:cubicBezTo>
                    <a:pt x="48" y="76"/>
                    <a:pt x="48" y="76"/>
                    <a:pt x="48" y="76"/>
                  </a:cubicBezTo>
                  <a:cubicBezTo>
                    <a:pt x="53" y="75"/>
                    <a:pt x="57" y="73"/>
                    <a:pt x="61" y="71"/>
                  </a:cubicBezTo>
                  <a:cubicBezTo>
                    <a:pt x="66" y="76"/>
                    <a:pt x="66" y="76"/>
                    <a:pt x="66" y="76"/>
                  </a:cubicBezTo>
                  <a:cubicBezTo>
                    <a:pt x="76" y="67"/>
                    <a:pt x="76" y="67"/>
                    <a:pt x="76" y="67"/>
                  </a:cubicBezTo>
                  <a:cubicBezTo>
                    <a:pt x="70" y="61"/>
                    <a:pt x="70" y="61"/>
                    <a:pt x="70" y="61"/>
                  </a:cubicBezTo>
                  <a:cubicBezTo>
                    <a:pt x="73" y="57"/>
                    <a:pt x="74" y="53"/>
                    <a:pt x="75" y="49"/>
                  </a:cubicBezTo>
                  <a:cubicBezTo>
                    <a:pt x="83" y="49"/>
                    <a:pt x="83" y="49"/>
                    <a:pt x="83" y="49"/>
                  </a:cubicBezTo>
                  <a:cubicBezTo>
                    <a:pt x="83" y="35"/>
                    <a:pt x="83" y="35"/>
                    <a:pt x="83" y="35"/>
                  </a:cubicBezTo>
                  <a:cubicBezTo>
                    <a:pt x="75" y="35"/>
                    <a:pt x="75" y="35"/>
                    <a:pt x="75" y="35"/>
                  </a:cubicBezTo>
                  <a:cubicBezTo>
                    <a:pt x="74" y="31"/>
                    <a:pt x="73" y="27"/>
                    <a:pt x="70" y="23"/>
                  </a:cubicBezTo>
                  <a:close/>
                  <a:moveTo>
                    <a:pt x="57" y="58"/>
                  </a:moveTo>
                  <a:cubicBezTo>
                    <a:pt x="53" y="62"/>
                    <a:pt x="48" y="64"/>
                    <a:pt x="42" y="64"/>
                  </a:cubicBezTo>
                  <a:cubicBezTo>
                    <a:pt x="35" y="64"/>
                    <a:pt x="30" y="62"/>
                    <a:pt x="26" y="58"/>
                  </a:cubicBezTo>
                  <a:cubicBezTo>
                    <a:pt x="22" y="54"/>
                    <a:pt x="19" y="48"/>
                    <a:pt x="19" y="42"/>
                  </a:cubicBezTo>
                  <a:cubicBezTo>
                    <a:pt x="19" y="36"/>
                    <a:pt x="22" y="30"/>
                    <a:pt x="26" y="26"/>
                  </a:cubicBezTo>
                  <a:cubicBezTo>
                    <a:pt x="30" y="22"/>
                    <a:pt x="35" y="20"/>
                    <a:pt x="42" y="20"/>
                  </a:cubicBezTo>
                  <a:cubicBezTo>
                    <a:pt x="48" y="20"/>
                    <a:pt x="53" y="22"/>
                    <a:pt x="57" y="26"/>
                  </a:cubicBezTo>
                  <a:cubicBezTo>
                    <a:pt x="61" y="30"/>
                    <a:pt x="64" y="36"/>
                    <a:pt x="64" y="42"/>
                  </a:cubicBezTo>
                  <a:cubicBezTo>
                    <a:pt x="64" y="48"/>
                    <a:pt x="61" y="54"/>
                    <a:pt x="57" y="58"/>
                  </a:cubicBezTo>
                  <a:close/>
                </a:path>
              </a:pathLst>
            </a:custGeom>
            <a:solidFill>
              <a:schemeClr val="bg2">
                <a:lumMod val="60000"/>
                <a:lumOff val="40000"/>
              </a:schemeClr>
            </a:solidFill>
            <a:ln>
              <a:noFill/>
            </a:ln>
            <a:effectLst>
              <a:outerShdw blurRad="50800" dist="38100" dir="8100000" algn="tr" rotWithShape="0">
                <a:prstClr val="black">
                  <a:alpha val="40000"/>
                </a:prstClr>
              </a:outerShdw>
            </a:effectLst>
            <a:scene3d>
              <a:camera prst="orthographicFront"/>
              <a:lightRig rig="threePt" dir="t"/>
            </a:scene3d>
            <a:sp3d extrusionH="76200">
              <a:extrusionClr>
                <a:srgbClr val="A5C3CF"/>
              </a:extrusionClr>
            </a:sp3d>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仿宋_GB2312" pitchFamily="49" charset="-122"/>
                <a:cs typeface="+mn-cs"/>
              </a:endParaRPr>
            </a:p>
          </p:txBody>
        </p:sp>
        <p:sp>
          <p:nvSpPr>
            <p:cNvPr id="157713" name="Freeform 18"/>
            <p:cNvSpPr/>
            <p:nvPr/>
          </p:nvSpPr>
          <p:spPr>
            <a:xfrm rot="-1119039">
              <a:off x="5874452" y="4031791"/>
              <a:ext cx="2406149" cy="2056251"/>
            </a:xfrm>
            <a:custGeom>
              <a:avLst/>
              <a:gdLst/>
              <a:ahLst/>
              <a:cxnLst>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rect l="0" t="0" r="0" b="0"/>
              <a:pathLst>
                <a:path w="52" h="44">
                  <a:moveTo>
                    <a:pt x="45" y="0"/>
                  </a:moveTo>
                  <a:cubicBezTo>
                    <a:pt x="43" y="2"/>
                    <a:pt x="43" y="2"/>
                    <a:pt x="43" y="2"/>
                  </a:cubicBezTo>
                  <a:cubicBezTo>
                    <a:pt x="43" y="3"/>
                    <a:pt x="43" y="3"/>
                    <a:pt x="43" y="3"/>
                  </a:cubicBezTo>
                  <a:cubicBezTo>
                    <a:pt x="47" y="8"/>
                    <a:pt x="49" y="14"/>
                    <a:pt x="49" y="20"/>
                  </a:cubicBezTo>
                  <a:cubicBezTo>
                    <a:pt x="48" y="26"/>
                    <a:pt x="45" y="31"/>
                    <a:pt x="41" y="35"/>
                  </a:cubicBezTo>
                  <a:cubicBezTo>
                    <a:pt x="37" y="39"/>
                    <a:pt x="31" y="41"/>
                    <a:pt x="26" y="41"/>
                  </a:cubicBezTo>
                  <a:cubicBezTo>
                    <a:pt x="25" y="41"/>
                    <a:pt x="25" y="41"/>
                    <a:pt x="24" y="40"/>
                  </a:cubicBezTo>
                  <a:cubicBezTo>
                    <a:pt x="18" y="40"/>
                    <a:pt x="13" y="37"/>
                    <a:pt x="9" y="32"/>
                  </a:cubicBezTo>
                  <a:cubicBezTo>
                    <a:pt x="5" y="28"/>
                    <a:pt x="3" y="22"/>
                    <a:pt x="3" y="16"/>
                  </a:cubicBezTo>
                  <a:cubicBezTo>
                    <a:pt x="3" y="15"/>
                    <a:pt x="3" y="15"/>
                    <a:pt x="3" y="15"/>
                  </a:cubicBezTo>
                  <a:cubicBezTo>
                    <a:pt x="0" y="15"/>
                    <a:pt x="0" y="15"/>
                    <a:pt x="0" y="15"/>
                  </a:cubicBezTo>
                  <a:cubicBezTo>
                    <a:pt x="0" y="16"/>
                    <a:pt x="0" y="16"/>
                    <a:pt x="0" y="16"/>
                  </a:cubicBezTo>
                  <a:cubicBezTo>
                    <a:pt x="0" y="22"/>
                    <a:pt x="2" y="29"/>
                    <a:pt x="6" y="34"/>
                  </a:cubicBezTo>
                  <a:cubicBezTo>
                    <a:pt x="11" y="40"/>
                    <a:pt x="17" y="43"/>
                    <a:pt x="24" y="43"/>
                  </a:cubicBezTo>
                  <a:cubicBezTo>
                    <a:pt x="25" y="44"/>
                    <a:pt x="25" y="44"/>
                    <a:pt x="26" y="44"/>
                  </a:cubicBezTo>
                  <a:cubicBezTo>
                    <a:pt x="32" y="44"/>
                    <a:pt x="38" y="41"/>
                    <a:pt x="43" y="38"/>
                  </a:cubicBezTo>
                  <a:cubicBezTo>
                    <a:pt x="48" y="33"/>
                    <a:pt x="51" y="27"/>
                    <a:pt x="52" y="20"/>
                  </a:cubicBezTo>
                  <a:cubicBezTo>
                    <a:pt x="52" y="13"/>
                    <a:pt x="50" y="6"/>
                    <a:pt x="46" y="1"/>
                  </a:cubicBezTo>
                  <a:cubicBezTo>
                    <a:pt x="45" y="0"/>
                    <a:pt x="45" y="0"/>
                    <a:pt x="45" y="0"/>
                  </a:cubicBezTo>
                </a:path>
              </a:pathLst>
            </a:custGeom>
            <a:solidFill>
              <a:srgbClr val="D3EF8A">
                <a:alpha val="100000"/>
              </a:srgbClr>
            </a:solidFill>
            <a:ln w="9525">
              <a:noFill/>
            </a:ln>
          </p:spPr>
          <p:txBody>
            <a:bodyPr/>
            <a:lstStyle/>
            <a:p>
              <a:endParaRPr lang="zh-CN" altLang="en-US"/>
            </a:p>
          </p:txBody>
        </p:sp>
        <p:sp>
          <p:nvSpPr>
            <p:cNvPr id="12" name="KSO_Shape"/>
            <p:cNvSpPr/>
            <p:nvPr/>
          </p:nvSpPr>
          <p:spPr bwMode="auto">
            <a:xfrm>
              <a:off x="6930373" y="4721732"/>
              <a:ext cx="331095" cy="360239"/>
            </a:xfrm>
            <a:custGeom>
              <a:avLst/>
              <a:gdLst>
                <a:gd name="T0" fmla="*/ 1753292 w 4636"/>
                <a:gd name="T1" fmla="*/ 1304768 h 4986"/>
                <a:gd name="T2" fmla="*/ 1683756 w 4636"/>
                <a:gd name="T3" fmla="*/ 1479374 h 4986"/>
                <a:gd name="T4" fmla="*/ 1569137 w 4636"/>
                <a:gd name="T5" fmla="*/ 1631438 h 4986"/>
                <a:gd name="T6" fmla="*/ 1415547 w 4636"/>
                <a:gd name="T7" fmla="*/ 1755611 h 4986"/>
                <a:gd name="T8" fmla="*/ 1230628 w 4636"/>
                <a:gd name="T9" fmla="*/ 1845779 h 4986"/>
                <a:gd name="T10" fmla="*/ 1020493 w 4636"/>
                <a:gd name="T11" fmla="*/ 1896594 h 4986"/>
                <a:gd name="T12" fmla="*/ 817235 w 4636"/>
                <a:gd name="T13" fmla="*/ 1902708 h 4986"/>
                <a:gd name="T14" fmla="*/ 601369 w 4636"/>
                <a:gd name="T15" fmla="*/ 1865647 h 4986"/>
                <a:gd name="T16" fmla="*/ 408426 w 4636"/>
                <a:gd name="T17" fmla="*/ 1786558 h 4986"/>
                <a:gd name="T18" fmla="*/ 244521 w 4636"/>
                <a:gd name="T19" fmla="*/ 1671937 h 4986"/>
                <a:gd name="T20" fmla="*/ 117294 w 4636"/>
                <a:gd name="T21" fmla="*/ 1527897 h 4986"/>
                <a:gd name="T22" fmla="*/ 33622 w 4636"/>
                <a:gd name="T23" fmla="*/ 1359022 h 4986"/>
                <a:gd name="T24" fmla="*/ 382 w 4636"/>
                <a:gd name="T25" fmla="*/ 1173336 h 4986"/>
                <a:gd name="T26" fmla="*/ 9170 w 4636"/>
                <a:gd name="T27" fmla="*/ 1046107 h 4986"/>
                <a:gd name="T28" fmla="*/ 44319 w 4636"/>
                <a:gd name="T29" fmla="*/ 918114 h 4986"/>
                <a:gd name="T30" fmla="*/ 104303 w 4636"/>
                <a:gd name="T31" fmla="*/ 799672 h 4986"/>
                <a:gd name="T32" fmla="*/ 224654 w 4636"/>
                <a:gd name="T33" fmla="*/ 654103 h 4986"/>
                <a:gd name="T34" fmla="*/ 458477 w 4636"/>
                <a:gd name="T35" fmla="*/ 495927 h 4986"/>
                <a:gd name="T36" fmla="*/ 1413637 w 4636"/>
                <a:gd name="T37" fmla="*/ 551327 h 4986"/>
                <a:gd name="T38" fmla="*/ 1619952 w 4636"/>
                <a:gd name="T39" fmla="*/ 733956 h 4986"/>
                <a:gd name="T40" fmla="*/ 1693690 w 4636"/>
                <a:gd name="T41" fmla="*/ 845520 h 4986"/>
                <a:gd name="T42" fmla="*/ 1744122 w 4636"/>
                <a:gd name="T43" fmla="*/ 968165 h 4986"/>
                <a:gd name="T44" fmla="*/ 1768957 w 4636"/>
                <a:gd name="T45" fmla="*/ 1099215 h 4986"/>
                <a:gd name="T46" fmla="*/ 810740 w 4636"/>
                <a:gd name="T47" fmla="*/ 1403342 h 4986"/>
                <a:gd name="T48" fmla="*/ 749610 w 4636"/>
                <a:gd name="T49" fmla="*/ 1364371 h 4986"/>
                <a:gd name="T50" fmla="*/ 721337 w 4636"/>
                <a:gd name="T51" fmla="*/ 1311646 h 4986"/>
                <a:gd name="T52" fmla="*/ 574242 w 4636"/>
                <a:gd name="T53" fmla="*/ 1220331 h 4986"/>
                <a:gd name="T54" fmla="*/ 590289 w 4636"/>
                <a:gd name="T55" fmla="*/ 1349853 h 4986"/>
                <a:gd name="T56" fmla="*/ 636519 w 4636"/>
                <a:gd name="T57" fmla="*/ 1442696 h 4986"/>
                <a:gd name="T58" fmla="*/ 705290 w 4636"/>
                <a:gd name="T59" fmla="*/ 1500770 h 4986"/>
                <a:gd name="T60" fmla="*/ 835956 w 4636"/>
                <a:gd name="T61" fmla="*/ 1679961 h 4986"/>
                <a:gd name="T62" fmla="*/ 1024696 w 4636"/>
                <a:gd name="T63" fmla="*/ 1517199 h 4986"/>
                <a:gd name="T64" fmla="*/ 1127089 w 4636"/>
                <a:gd name="T65" fmla="*/ 1453011 h 4986"/>
                <a:gd name="T66" fmla="*/ 1182488 w 4636"/>
                <a:gd name="T67" fmla="*/ 1354819 h 4986"/>
                <a:gd name="T68" fmla="*/ 1193950 w 4636"/>
                <a:gd name="T69" fmla="*/ 1246694 h 4986"/>
                <a:gd name="T70" fmla="*/ 1176375 w 4636"/>
                <a:gd name="T71" fmla="*/ 1166459 h 4986"/>
                <a:gd name="T72" fmla="*/ 1133584 w 4636"/>
                <a:gd name="T73" fmla="*/ 1100361 h 4986"/>
                <a:gd name="T74" fmla="*/ 1066341 w 4636"/>
                <a:gd name="T75" fmla="*/ 1049164 h 4986"/>
                <a:gd name="T76" fmla="*/ 943316 w 4636"/>
                <a:gd name="T77" fmla="*/ 710650 h 4986"/>
                <a:gd name="T78" fmla="*/ 992220 w 4636"/>
                <a:gd name="T79" fmla="*/ 732810 h 4986"/>
                <a:gd name="T80" fmla="*/ 1028899 w 4636"/>
                <a:gd name="T81" fmla="*/ 775984 h 4986"/>
                <a:gd name="T82" fmla="*/ 1183634 w 4636"/>
                <a:gd name="T83" fmla="*/ 862332 h 4986"/>
                <a:gd name="T84" fmla="*/ 1156126 w 4636"/>
                <a:gd name="T85" fmla="*/ 728989 h 4986"/>
                <a:gd name="T86" fmla="*/ 1112953 w 4636"/>
                <a:gd name="T87" fmla="*/ 665566 h 4986"/>
                <a:gd name="T88" fmla="*/ 1054879 w 4636"/>
                <a:gd name="T89" fmla="*/ 620481 h 4986"/>
                <a:gd name="T90" fmla="*/ 971207 w 4636"/>
                <a:gd name="T91" fmla="*/ 591062 h 4986"/>
                <a:gd name="T92" fmla="*/ 831753 w 4636"/>
                <a:gd name="T93" fmla="*/ 588005 h 4986"/>
                <a:gd name="T94" fmla="*/ 707201 w 4636"/>
                <a:gd name="T95" fmla="*/ 635382 h 4986"/>
                <a:gd name="T96" fmla="*/ 628877 w 4636"/>
                <a:gd name="T97" fmla="*/ 713324 h 4986"/>
                <a:gd name="T98" fmla="*/ 596784 w 4636"/>
                <a:gd name="T99" fmla="*/ 822978 h 4986"/>
                <a:gd name="T100" fmla="*/ 609010 w 4636"/>
                <a:gd name="T101" fmla="*/ 933779 h 4986"/>
                <a:gd name="T102" fmla="*/ 664409 w 4636"/>
                <a:gd name="T103" fmla="*/ 1020508 h 4986"/>
                <a:gd name="T104" fmla="*/ 780175 w 4636"/>
                <a:gd name="T105" fmla="*/ 1086989 h 4986"/>
                <a:gd name="T106" fmla="*/ 829461 w 4636"/>
                <a:gd name="T107" fmla="*/ 963962 h 4986"/>
                <a:gd name="T108" fmla="*/ 750374 w 4636"/>
                <a:gd name="T109" fmla="*/ 897100 h 4986"/>
                <a:gd name="T110" fmla="*/ 740440 w 4636"/>
                <a:gd name="T111" fmla="*/ 809988 h 4986"/>
                <a:gd name="T112" fmla="*/ 788198 w 4636"/>
                <a:gd name="T113" fmla="*/ 733192 h 4986"/>
                <a:gd name="T114" fmla="*/ 943316 w 4636"/>
                <a:gd name="T115" fmla="*/ 1136276 h 4986"/>
                <a:gd name="T116" fmla="*/ 1017437 w 4636"/>
                <a:gd name="T117" fmla="*/ 1185945 h 4986"/>
                <a:gd name="T118" fmla="*/ 1045709 w 4636"/>
                <a:gd name="T119" fmla="*/ 1231411 h 4986"/>
                <a:gd name="T120" fmla="*/ 1048766 w 4636"/>
                <a:gd name="T121" fmla="*/ 1299801 h 4986"/>
                <a:gd name="T122" fmla="*/ 1017819 w 4636"/>
                <a:gd name="T123" fmla="*/ 1372395 h 4986"/>
                <a:gd name="T124" fmla="*/ 965858 w 4636"/>
                <a:gd name="T125" fmla="*/ 1409838 h 49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4636" h="4986">
                  <a:moveTo>
                    <a:pt x="4636" y="3019"/>
                  </a:moveTo>
                  <a:lnTo>
                    <a:pt x="4636" y="3019"/>
                  </a:lnTo>
                  <a:lnTo>
                    <a:pt x="4635" y="3071"/>
                  </a:lnTo>
                  <a:lnTo>
                    <a:pt x="4633" y="3121"/>
                  </a:lnTo>
                  <a:lnTo>
                    <a:pt x="4629" y="3171"/>
                  </a:lnTo>
                  <a:lnTo>
                    <a:pt x="4624" y="3221"/>
                  </a:lnTo>
                  <a:lnTo>
                    <a:pt x="4618" y="3270"/>
                  </a:lnTo>
                  <a:lnTo>
                    <a:pt x="4609" y="3319"/>
                  </a:lnTo>
                  <a:lnTo>
                    <a:pt x="4600" y="3367"/>
                  </a:lnTo>
                  <a:lnTo>
                    <a:pt x="4589" y="3415"/>
                  </a:lnTo>
                  <a:lnTo>
                    <a:pt x="4577" y="3464"/>
                  </a:lnTo>
                  <a:lnTo>
                    <a:pt x="4563" y="3511"/>
                  </a:lnTo>
                  <a:lnTo>
                    <a:pt x="4548" y="3557"/>
                  </a:lnTo>
                  <a:lnTo>
                    <a:pt x="4532" y="3605"/>
                  </a:lnTo>
                  <a:lnTo>
                    <a:pt x="4515" y="3650"/>
                  </a:lnTo>
                  <a:lnTo>
                    <a:pt x="4496" y="3696"/>
                  </a:lnTo>
                  <a:lnTo>
                    <a:pt x="4476" y="3740"/>
                  </a:lnTo>
                  <a:lnTo>
                    <a:pt x="4454" y="3785"/>
                  </a:lnTo>
                  <a:lnTo>
                    <a:pt x="4431" y="3829"/>
                  </a:lnTo>
                  <a:lnTo>
                    <a:pt x="4407" y="3872"/>
                  </a:lnTo>
                  <a:lnTo>
                    <a:pt x="4382" y="3915"/>
                  </a:lnTo>
                  <a:lnTo>
                    <a:pt x="4357" y="3957"/>
                  </a:lnTo>
                  <a:lnTo>
                    <a:pt x="4330" y="3999"/>
                  </a:lnTo>
                  <a:lnTo>
                    <a:pt x="4300" y="4039"/>
                  </a:lnTo>
                  <a:lnTo>
                    <a:pt x="4271" y="4080"/>
                  </a:lnTo>
                  <a:lnTo>
                    <a:pt x="4240" y="4119"/>
                  </a:lnTo>
                  <a:lnTo>
                    <a:pt x="4209" y="4157"/>
                  </a:lnTo>
                  <a:lnTo>
                    <a:pt x="4176" y="4196"/>
                  </a:lnTo>
                  <a:lnTo>
                    <a:pt x="4141" y="4233"/>
                  </a:lnTo>
                  <a:lnTo>
                    <a:pt x="4107" y="4270"/>
                  </a:lnTo>
                  <a:lnTo>
                    <a:pt x="4071" y="4307"/>
                  </a:lnTo>
                  <a:lnTo>
                    <a:pt x="4034" y="4341"/>
                  </a:lnTo>
                  <a:lnTo>
                    <a:pt x="3996" y="4376"/>
                  </a:lnTo>
                  <a:lnTo>
                    <a:pt x="3957" y="4410"/>
                  </a:lnTo>
                  <a:lnTo>
                    <a:pt x="3917" y="4443"/>
                  </a:lnTo>
                  <a:lnTo>
                    <a:pt x="3876" y="4475"/>
                  </a:lnTo>
                  <a:lnTo>
                    <a:pt x="3835" y="4506"/>
                  </a:lnTo>
                  <a:lnTo>
                    <a:pt x="3792" y="4537"/>
                  </a:lnTo>
                  <a:lnTo>
                    <a:pt x="3749" y="4566"/>
                  </a:lnTo>
                  <a:lnTo>
                    <a:pt x="3705" y="4595"/>
                  </a:lnTo>
                  <a:lnTo>
                    <a:pt x="3660" y="4623"/>
                  </a:lnTo>
                  <a:lnTo>
                    <a:pt x="3614" y="4650"/>
                  </a:lnTo>
                  <a:lnTo>
                    <a:pt x="3567" y="4676"/>
                  </a:lnTo>
                  <a:lnTo>
                    <a:pt x="3520" y="4701"/>
                  </a:lnTo>
                  <a:lnTo>
                    <a:pt x="3472" y="4725"/>
                  </a:lnTo>
                  <a:lnTo>
                    <a:pt x="3422" y="4748"/>
                  </a:lnTo>
                  <a:lnTo>
                    <a:pt x="3373" y="4770"/>
                  </a:lnTo>
                  <a:lnTo>
                    <a:pt x="3322" y="4792"/>
                  </a:lnTo>
                  <a:lnTo>
                    <a:pt x="3272" y="4812"/>
                  </a:lnTo>
                  <a:lnTo>
                    <a:pt x="3221" y="4831"/>
                  </a:lnTo>
                  <a:lnTo>
                    <a:pt x="3168" y="4849"/>
                  </a:lnTo>
                  <a:lnTo>
                    <a:pt x="3114" y="4867"/>
                  </a:lnTo>
                  <a:lnTo>
                    <a:pt x="3062" y="4883"/>
                  </a:lnTo>
                  <a:lnTo>
                    <a:pt x="3007" y="4897"/>
                  </a:lnTo>
                  <a:lnTo>
                    <a:pt x="2952" y="4911"/>
                  </a:lnTo>
                  <a:lnTo>
                    <a:pt x="2897" y="4924"/>
                  </a:lnTo>
                  <a:lnTo>
                    <a:pt x="2841" y="4935"/>
                  </a:lnTo>
                  <a:lnTo>
                    <a:pt x="2785" y="4946"/>
                  </a:lnTo>
                  <a:lnTo>
                    <a:pt x="2729" y="4955"/>
                  </a:lnTo>
                  <a:lnTo>
                    <a:pt x="2671" y="4964"/>
                  </a:lnTo>
                  <a:lnTo>
                    <a:pt x="2613" y="4970"/>
                  </a:lnTo>
                  <a:lnTo>
                    <a:pt x="2555" y="4975"/>
                  </a:lnTo>
                  <a:lnTo>
                    <a:pt x="2496" y="4980"/>
                  </a:lnTo>
                  <a:lnTo>
                    <a:pt x="2437" y="4984"/>
                  </a:lnTo>
                  <a:lnTo>
                    <a:pt x="2377" y="4986"/>
                  </a:lnTo>
                  <a:lnTo>
                    <a:pt x="2318" y="4986"/>
                  </a:lnTo>
                  <a:lnTo>
                    <a:pt x="2258" y="4986"/>
                  </a:lnTo>
                  <a:lnTo>
                    <a:pt x="2199" y="4984"/>
                  </a:lnTo>
                  <a:lnTo>
                    <a:pt x="2139" y="4980"/>
                  </a:lnTo>
                  <a:lnTo>
                    <a:pt x="2081" y="4975"/>
                  </a:lnTo>
                  <a:lnTo>
                    <a:pt x="2022" y="4970"/>
                  </a:lnTo>
                  <a:lnTo>
                    <a:pt x="1964" y="4964"/>
                  </a:lnTo>
                  <a:lnTo>
                    <a:pt x="1908" y="4955"/>
                  </a:lnTo>
                  <a:lnTo>
                    <a:pt x="1851" y="4946"/>
                  </a:lnTo>
                  <a:lnTo>
                    <a:pt x="1794" y="4935"/>
                  </a:lnTo>
                  <a:lnTo>
                    <a:pt x="1738" y="4924"/>
                  </a:lnTo>
                  <a:lnTo>
                    <a:pt x="1683" y="4911"/>
                  </a:lnTo>
                  <a:lnTo>
                    <a:pt x="1628" y="4897"/>
                  </a:lnTo>
                  <a:lnTo>
                    <a:pt x="1574" y="4883"/>
                  </a:lnTo>
                  <a:lnTo>
                    <a:pt x="1521" y="4867"/>
                  </a:lnTo>
                  <a:lnTo>
                    <a:pt x="1468" y="4849"/>
                  </a:lnTo>
                  <a:lnTo>
                    <a:pt x="1416" y="4831"/>
                  </a:lnTo>
                  <a:lnTo>
                    <a:pt x="1364" y="4812"/>
                  </a:lnTo>
                  <a:lnTo>
                    <a:pt x="1313" y="4792"/>
                  </a:lnTo>
                  <a:lnTo>
                    <a:pt x="1262" y="4770"/>
                  </a:lnTo>
                  <a:lnTo>
                    <a:pt x="1213" y="4748"/>
                  </a:lnTo>
                  <a:lnTo>
                    <a:pt x="1163" y="4725"/>
                  </a:lnTo>
                  <a:lnTo>
                    <a:pt x="1116" y="4701"/>
                  </a:lnTo>
                  <a:lnTo>
                    <a:pt x="1069" y="4676"/>
                  </a:lnTo>
                  <a:lnTo>
                    <a:pt x="1021" y="4650"/>
                  </a:lnTo>
                  <a:lnTo>
                    <a:pt x="976" y="4623"/>
                  </a:lnTo>
                  <a:lnTo>
                    <a:pt x="931" y="4595"/>
                  </a:lnTo>
                  <a:lnTo>
                    <a:pt x="887" y="4566"/>
                  </a:lnTo>
                  <a:lnTo>
                    <a:pt x="843" y="4537"/>
                  </a:lnTo>
                  <a:lnTo>
                    <a:pt x="801" y="4506"/>
                  </a:lnTo>
                  <a:lnTo>
                    <a:pt x="759" y="4475"/>
                  </a:lnTo>
                  <a:lnTo>
                    <a:pt x="719" y="4443"/>
                  </a:lnTo>
                  <a:lnTo>
                    <a:pt x="679" y="4410"/>
                  </a:lnTo>
                  <a:lnTo>
                    <a:pt x="640" y="4376"/>
                  </a:lnTo>
                  <a:lnTo>
                    <a:pt x="602" y="4341"/>
                  </a:lnTo>
                  <a:lnTo>
                    <a:pt x="565" y="4307"/>
                  </a:lnTo>
                  <a:lnTo>
                    <a:pt x="529" y="4270"/>
                  </a:lnTo>
                  <a:lnTo>
                    <a:pt x="494" y="4233"/>
                  </a:lnTo>
                  <a:lnTo>
                    <a:pt x="460" y="4196"/>
                  </a:lnTo>
                  <a:lnTo>
                    <a:pt x="428" y="4157"/>
                  </a:lnTo>
                  <a:lnTo>
                    <a:pt x="396" y="4119"/>
                  </a:lnTo>
                  <a:lnTo>
                    <a:pt x="364" y="4080"/>
                  </a:lnTo>
                  <a:lnTo>
                    <a:pt x="335" y="4039"/>
                  </a:lnTo>
                  <a:lnTo>
                    <a:pt x="307" y="3999"/>
                  </a:lnTo>
                  <a:lnTo>
                    <a:pt x="279" y="3957"/>
                  </a:lnTo>
                  <a:lnTo>
                    <a:pt x="253" y="3915"/>
                  </a:lnTo>
                  <a:lnTo>
                    <a:pt x="228" y="3872"/>
                  </a:lnTo>
                  <a:lnTo>
                    <a:pt x="205" y="3829"/>
                  </a:lnTo>
                  <a:lnTo>
                    <a:pt x="182" y="3785"/>
                  </a:lnTo>
                  <a:lnTo>
                    <a:pt x="160" y="3740"/>
                  </a:lnTo>
                  <a:lnTo>
                    <a:pt x="141" y="3696"/>
                  </a:lnTo>
                  <a:lnTo>
                    <a:pt x="122" y="3650"/>
                  </a:lnTo>
                  <a:lnTo>
                    <a:pt x="104" y="3605"/>
                  </a:lnTo>
                  <a:lnTo>
                    <a:pt x="88" y="3557"/>
                  </a:lnTo>
                  <a:lnTo>
                    <a:pt x="72" y="3511"/>
                  </a:lnTo>
                  <a:lnTo>
                    <a:pt x="59" y="3464"/>
                  </a:lnTo>
                  <a:lnTo>
                    <a:pt x="47" y="3415"/>
                  </a:lnTo>
                  <a:lnTo>
                    <a:pt x="35" y="3367"/>
                  </a:lnTo>
                  <a:lnTo>
                    <a:pt x="26" y="3319"/>
                  </a:lnTo>
                  <a:lnTo>
                    <a:pt x="19" y="3270"/>
                  </a:lnTo>
                  <a:lnTo>
                    <a:pt x="11" y="3221"/>
                  </a:lnTo>
                  <a:lnTo>
                    <a:pt x="6" y="3171"/>
                  </a:lnTo>
                  <a:lnTo>
                    <a:pt x="3" y="3121"/>
                  </a:lnTo>
                  <a:lnTo>
                    <a:pt x="1" y="3071"/>
                  </a:lnTo>
                  <a:lnTo>
                    <a:pt x="0" y="3019"/>
                  </a:lnTo>
                  <a:lnTo>
                    <a:pt x="0" y="2983"/>
                  </a:lnTo>
                  <a:lnTo>
                    <a:pt x="1" y="2948"/>
                  </a:lnTo>
                  <a:lnTo>
                    <a:pt x="3" y="2912"/>
                  </a:lnTo>
                  <a:lnTo>
                    <a:pt x="6" y="2877"/>
                  </a:lnTo>
                  <a:lnTo>
                    <a:pt x="9" y="2842"/>
                  </a:lnTo>
                  <a:lnTo>
                    <a:pt x="13" y="2807"/>
                  </a:lnTo>
                  <a:lnTo>
                    <a:pt x="18" y="2772"/>
                  </a:lnTo>
                  <a:lnTo>
                    <a:pt x="24" y="2738"/>
                  </a:lnTo>
                  <a:lnTo>
                    <a:pt x="29" y="2703"/>
                  </a:lnTo>
                  <a:lnTo>
                    <a:pt x="36" y="2669"/>
                  </a:lnTo>
                  <a:lnTo>
                    <a:pt x="44" y="2635"/>
                  </a:lnTo>
                  <a:lnTo>
                    <a:pt x="52" y="2601"/>
                  </a:lnTo>
                  <a:lnTo>
                    <a:pt x="62" y="2567"/>
                  </a:lnTo>
                  <a:lnTo>
                    <a:pt x="71" y="2534"/>
                  </a:lnTo>
                  <a:lnTo>
                    <a:pt x="82" y="2501"/>
                  </a:lnTo>
                  <a:lnTo>
                    <a:pt x="92" y="2468"/>
                  </a:lnTo>
                  <a:lnTo>
                    <a:pt x="104" y="2436"/>
                  </a:lnTo>
                  <a:lnTo>
                    <a:pt x="116" y="2403"/>
                  </a:lnTo>
                  <a:lnTo>
                    <a:pt x="129" y="2371"/>
                  </a:lnTo>
                  <a:lnTo>
                    <a:pt x="143" y="2339"/>
                  </a:lnTo>
                  <a:lnTo>
                    <a:pt x="156" y="2308"/>
                  </a:lnTo>
                  <a:lnTo>
                    <a:pt x="172" y="2276"/>
                  </a:lnTo>
                  <a:lnTo>
                    <a:pt x="187" y="2245"/>
                  </a:lnTo>
                  <a:lnTo>
                    <a:pt x="203" y="2214"/>
                  </a:lnTo>
                  <a:lnTo>
                    <a:pt x="219" y="2184"/>
                  </a:lnTo>
                  <a:lnTo>
                    <a:pt x="237" y="2153"/>
                  </a:lnTo>
                  <a:lnTo>
                    <a:pt x="255" y="2123"/>
                  </a:lnTo>
                  <a:lnTo>
                    <a:pt x="273" y="2093"/>
                  </a:lnTo>
                  <a:lnTo>
                    <a:pt x="292" y="2064"/>
                  </a:lnTo>
                  <a:lnTo>
                    <a:pt x="312" y="2034"/>
                  </a:lnTo>
                  <a:lnTo>
                    <a:pt x="332" y="2006"/>
                  </a:lnTo>
                  <a:lnTo>
                    <a:pt x="353" y="1978"/>
                  </a:lnTo>
                  <a:lnTo>
                    <a:pt x="374" y="1949"/>
                  </a:lnTo>
                  <a:lnTo>
                    <a:pt x="396" y="1922"/>
                  </a:lnTo>
                  <a:lnTo>
                    <a:pt x="440" y="1867"/>
                  </a:lnTo>
                  <a:lnTo>
                    <a:pt x="487" y="1814"/>
                  </a:lnTo>
                  <a:lnTo>
                    <a:pt x="537" y="1762"/>
                  </a:lnTo>
                  <a:lnTo>
                    <a:pt x="588" y="1712"/>
                  </a:lnTo>
                  <a:lnTo>
                    <a:pt x="642" y="1662"/>
                  </a:lnTo>
                  <a:lnTo>
                    <a:pt x="697" y="1615"/>
                  </a:lnTo>
                  <a:lnTo>
                    <a:pt x="754" y="1570"/>
                  </a:lnTo>
                  <a:lnTo>
                    <a:pt x="812" y="1526"/>
                  </a:lnTo>
                  <a:lnTo>
                    <a:pt x="873" y="1483"/>
                  </a:lnTo>
                  <a:lnTo>
                    <a:pt x="935" y="1443"/>
                  </a:lnTo>
                  <a:lnTo>
                    <a:pt x="999" y="1404"/>
                  </a:lnTo>
                  <a:lnTo>
                    <a:pt x="1065" y="1366"/>
                  </a:lnTo>
                  <a:lnTo>
                    <a:pt x="1132" y="1331"/>
                  </a:lnTo>
                  <a:lnTo>
                    <a:pt x="1200" y="1298"/>
                  </a:lnTo>
                  <a:lnTo>
                    <a:pt x="1271" y="1266"/>
                  </a:lnTo>
                  <a:lnTo>
                    <a:pt x="553" y="0"/>
                  </a:lnTo>
                  <a:lnTo>
                    <a:pt x="4082" y="0"/>
                  </a:lnTo>
                  <a:lnTo>
                    <a:pt x="3365" y="1266"/>
                  </a:lnTo>
                  <a:lnTo>
                    <a:pt x="3435" y="1298"/>
                  </a:lnTo>
                  <a:lnTo>
                    <a:pt x="3503" y="1331"/>
                  </a:lnTo>
                  <a:lnTo>
                    <a:pt x="3571" y="1366"/>
                  </a:lnTo>
                  <a:lnTo>
                    <a:pt x="3636" y="1404"/>
                  </a:lnTo>
                  <a:lnTo>
                    <a:pt x="3700" y="1443"/>
                  </a:lnTo>
                  <a:lnTo>
                    <a:pt x="3762" y="1483"/>
                  </a:lnTo>
                  <a:lnTo>
                    <a:pt x="3823" y="1526"/>
                  </a:lnTo>
                  <a:lnTo>
                    <a:pt x="3882" y="1570"/>
                  </a:lnTo>
                  <a:lnTo>
                    <a:pt x="3938" y="1615"/>
                  </a:lnTo>
                  <a:lnTo>
                    <a:pt x="3994" y="1662"/>
                  </a:lnTo>
                  <a:lnTo>
                    <a:pt x="4047" y="1712"/>
                  </a:lnTo>
                  <a:lnTo>
                    <a:pt x="4098" y="1762"/>
                  </a:lnTo>
                  <a:lnTo>
                    <a:pt x="4148" y="1814"/>
                  </a:lnTo>
                  <a:lnTo>
                    <a:pt x="4195" y="1866"/>
                  </a:lnTo>
                  <a:lnTo>
                    <a:pt x="4240" y="1921"/>
                  </a:lnTo>
                  <a:lnTo>
                    <a:pt x="4262" y="1949"/>
                  </a:lnTo>
                  <a:lnTo>
                    <a:pt x="4283" y="1978"/>
                  </a:lnTo>
                  <a:lnTo>
                    <a:pt x="4304" y="2006"/>
                  </a:lnTo>
                  <a:lnTo>
                    <a:pt x="4324" y="2034"/>
                  </a:lnTo>
                  <a:lnTo>
                    <a:pt x="4343" y="2064"/>
                  </a:lnTo>
                  <a:lnTo>
                    <a:pt x="4362" y="2093"/>
                  </a:lnTo>
                  <a:lnTo>
                    <a:pt x="4381" y="2123"/>
                  </a:lnTo>
                  <a:lnTo>
                    <a:pt x="4399" y="2153"/>
                  </a:lnTo>
                  <a:lnTo>
                    <a:pt x="4416" y="2183"/>
                  </a:lnTo>
                  <a:lnTo>
                    <a:pt x="4433" y="2213"/>
                  </a:lnTo>
                  <a:lnTo>
                    <a:pt x="4448" y="2245"/>
                  </a:lnTo>
                  <a:lnTo>
                    <a:pt x="4464" y="2275"/>
                  </a:lnTo>
                  <a:lnTo>
                    <a:pt x="4479" y="2307"/>
                  </a:lnTo>
                  <a:lnTo>
                    <a:pt x="4494" y="2338"/>
                  </a:lnTo>
                  <a:lnTo>
                    <a:pt x="4507" y="2371"/>
                  </a:lnTo>
                  <a:lnTo>
                    <a:pt x="4520" y="2402"/>
                  </a:lnTo>
                  <a:lnTo>
                    <a:pt x="4532" y="2435"/>
                  </a:lnTo>
                  <a:lnTo>
                    <a:pt x="4544" y="2467"/>
                  </a:lnTo>
                  <a:lnTo>
                    <a:pt x="4554" y="2501"/>
                  </a:lnTo>
                  <a:lnTo>
                    <a:pt x="4565" y="2534"/>
                  </a:lnTo>
                  <a:lnTo>
                    <a:pt x="4574" y="2567"/>
                  </a:lnTo>
                  <a:lnTo>
                    <a:pt x="4584" y="2601"/>
                  </a:lnTo>
                  <a:lnTo>
                    <a:pt x="4592" y="2635"/>
                  </a:lnTo>
                  <a:lnTo>
                    <a:pt x="4600" y="2669"/>
                  </a:lnTo>
                  <a:lnTo>
                    <a:pt x="4606" y="2703"/>
                  </a:lnTo>
                  <a:lnTo>
                    <a:pt x="4612" y="2738"/>
                  </a:lnTo>
                  <a:lnTo>
                    <a:pt x="4618" y="2772"/>
                  </a:lnTo>
                  <a:lnTo>
                    <a:pt x="4623" y="2807"/>
                  </a:lnTo>
                  <a:lnTo>
                    <a:pt x="4627" y="2842"/>
                  </a:lnTo>
                  <a:lnTo>
                    <a:pt x="4630" y="2877"/>
                  </a:lnTo>
                  <a:lnTo>
                    <a:pt x="4633" y="2912"/>
                  </a:lnTo>
                  <a:lnTo>
                    <a:pt x="4634" y="2948"/>
                  </a:lnTo>
                  <a:lnTo>
                    <a:pt x="4635" y="2983"/>
                  </a:lnTo>
                  <a:lnTo>
                    <a:pt x="4636" y="3019"/>
                  </a:lnTo>
                  <a:close/>
                  <a:moveTo>
                    <a:pt x="2188" y="3696"/>
                  </a:moveTo>
                  <a:lnTo>
                    <a:pt x="2188" y="3696"/>
                  </a:lnTo>
                  <a:lnTo>
                    <a:pt x="2165" y="3689"/>
                  </a:lnTo>
                  <a:lnTo>
                    <a:pt x="2143" y="3681"/>
                  </a:lnTo>
                  <a:lnTo>
                    <a:pt x="2122" y="3673"/>
                  </a:lnTo>
                  <a:lnTo>
                    <a:pt x="2101" y="3665"/>
                  </a:lnTo>
                  <a:lnTo>
                    <a:pt x="2082" y="3655"/>
                  </a:lnTo>
                  <a:lnTo>
                    <a:pt x="2064" y="3646"/>
                  </a:lnTo>
                  <a:lnTo>
                    <a:pt x="2046" y="3636"/>
                  </a:lnTo>
                  <a:lnTo>
                    <a:pt x="2030" y="3627"/>
                  </a:lnTo>
                  <a:lnTo>
                    <a:pt x="2015" y="3616"/>
                  </a:lnTo>
                  <a:lnTo>
                    <a:pt x="2000" y="3606"/>
                  </a:lnTo>
                  <a:lnTo>
                    <a:pt x="1986" y="3594"/>
                  </a:lnTo>
                  <a:lnTo>
                    <a:pt x="1974" y="3583"/>
                  </a:lnTo>
                  <a:lnTo>
                    <a:pt x="1962" y="3571"/>
                  </a:lnTo>
                  <a:lnTo>
                    <a:pt x="1952" y="3558"/>
                  </a:lnTo>
                  <a:lnTo>
                    <a:pt x="1942" y="3546"/>
                  </a:lnTo>
                  <a:lnTo>
                    <a:pt x="1934" y="3533"/>
                  </a:lnTo>
                  <a:lnTo>
                    <a:pt x="1925" y="3518"/>
                  </a:lnTo>
                  <a:lnTo>
                    <a:pt x="1917" y="3504"/>
                  </a:lnTo>
                  <a:lnTo>
                    <a:pt x="1909" y="3487"/>
                  </a:lnTo>
                  <a:lnTo>
                    <a:pt x="1901" y="3470"/>
                  </a:lnTo>
                  <a:lnTo>
                    <a:pt x="1894" y="3452"/>
                  </a:lnTo>
                  <a:lnTo>
                    <a:pt x="1888" y="3433"/>
                  </a:lnTo>
                  <a:lnTo>
                    <a:pt x="1882" y="3413"/>
                  </a:lnTo>
                  <a:lnTo>
                    <a:pt x="1877" y="3392"/>
                  </a:lnTo>
                  <a:lnTo>
                    <a:pt x="1873" y="3370"/>
                  </a:lnTo>
                  <a:lnTo>
                    <a:pt x="1869" y="3348"/>
                  </a:lnTo>
                  <a:lnTo>
                    <a:pt x="1866" y="3325"/>
                  </a:lnTo>
                  <a:lnTo>
                    <a:pt x="1862" y="3300"/>
                  </a:lnTo>
                  <a:lnTo>
                    <a:pt x="1858" y="3248"/>
                  </a:lnTo>
                  <a:lnTo>
                    <a:pt x="1856" y="3194"/>
                  </a:lnTo>
                  <a:lnTo>
                    <a:pt x="1503" y="3194"/>
                  </a:lnTo>
                  <a:lnTo>
                    <a:pt x="1505" y="3234"/>
                  </a:lnTo>
                  <a:lnTo>
                    <a:pt x="1507" y="3271"/>
                  </a:lnTo>
                  <a:lnTo>
                    <a:pt x="1509" y="3309"/>
                  </a:lnTo>
                  <a:lnTo>
                    <a:pt x="1512" y="3345"/>
                  </a:lnTo>
                  <a:lnTo>
                    <a:pt x="1517" y="3380"/>
                  </a:lnTo>
                  <a:lnTo>
                    <a:pt x="1521" y="3412"/>
                  </a:lnTo>
                  <a:lnTo>
                    <a:pt x="1526" y="3445"/>
                  </a:lnTo>
                  <a:lnTo>
                    <a:pt x="1532" y="3475"/>
                  </a:lnTo>
                  <a:lnTo>
                    <a:pt x="1538" y="3505"/>
                  </a:lnTo>
                  <a:lnTo>
                    <a:pt x="1545" y="3533"/>
                  </a:lnTo>
                  <a:lnTo>
                    <a:pt x="1552" y="3559"/>
                  </a:lnTo>
                  <a:lnTo>
                    <a:pt x="1561" y="3585"/>
                  </a:lnTo>
                  <a:lnTo>
                    <a:pt x="1569" y="3609"/>
                  </a:lnTo>
                  <a:lnTo>
                    <a:pt x="1578" y="3632"/>
                  </a:lnTo>
                  <a:lnTo>
                    <a:pt x="1588" y="3653"/>
                  </a:lnTo>
                  <a:lnTo>
                    <a:pt x="1599" y="3673"/>
                  </a:lnTo>
                  <a:lnTo>
                    <a:pt x="1618" y="3710"/>
                  </a:lnTo>
                  <a:lnTo>
                    <a:pt x="1642" y="3743"/>
                  </a:lnTo>
                  <a:lnTo>
                    <a:pt x="1666" y="3776"/>
                  </a:lnTo>
                  <a:lnTo>
                    <a:pt x="1691" y="3806"/>
                  </a:lnTo>
                  <a:lnTo>
                    <a:pt x="1705" y="3820"/>
                  </a:lnTo>
                  <a:lnTo>
                    <a:pt x="1718" y="3835"/>
                  </a:lnTo>
                  <a:lnTo>
                    <a:pt x="1733" y="3848"/>
                  </a:lnTo>
                  <a:lnTo>
                    <a:pt x="1748" y="3861"/>
                  </a:lnTo>
                  <a:lnTo>
                    <a:pt x="1763" y="3874"/>
                  </a:lnTo>
                  <a:lnTo>
                    <a:pt x="1778" y="3885"/>
                  </a:lnTo>
                  <a:lnTo>
                    <a:pt x="1795" y="3897"/>
                  </a:lnTo>
                  <a:lnTo>
                    <a:pt x="1811" y="3908"/>
                  </a:lnTo>
                  <a:lnTo>
                    <a:pt x="1846" y="3928"/>
                  </a:lnTo>
                  <a:lnTo>
                    <a:pt x="1881" y="3947"/>
                  </a:lnTo>
                  <a:lnTo>
                    <a:pt x="1918" y="3964"/>
                  </a:lnTo>
                  <a:lnTo>
                    <a:pt x="1958" y="3980"/>
                  </a:lnTo>
                  <a:lnTo>
                    <a:pt x="1998" y="3992"/>
                  </a:lnTo>
                  <a:lnTo>
                    <a:pt x="2041" y="4004"/>
                  </a:lnTo>
                  <a:lnTo>
                    <a:pt x="2085" y="4012"/>
                  </a:lnTo>
                  <a:lnTo>
                    <a:pt x="2131" y="4020"/>
                  </a:lnTo>
                  <a:lnTo>
                    <a:pt x="2188" y="4027"/>
                  </a:lnTo>
                  <a:lnTo>
                    <a:pt x="2188" y="4397"/>
                  </a:lnTo>
                  <a:lnTo>
                    <a:pt x="2469" y="4397"/>
                  </a:lnTo>
                  <a:lnTo>
                    <a:pt x="2469" y="4027"/>
                  </a:lnTo>
                  <a:lnTo>
                    <a:pt x="2504" y="4021"/>
                  </a:lnTo>
                  <a:lnTo>
                    <a:pt x="2541" y="4012"/>
                  </a:lnTo>
                  <a:lnTo>
                    <a:pt x="2578" y="4004"/>
                  </a:lnTo>
                  <a:lnTo>
                    <a:pt x="2614" y="3994"/>
                  </a:lnTo>
                  <a:lnTo>
                    <a:pt x="2649" y="3983"/>
                  </a:lnTo>
                  <a:lnTo>
                    <a:pt x="2682" y="3971"/>
                  </a:lnTo>
                  <a:lnTo>
                    <a:pt x="2715" y="3959"/>
                  </a:lnTo>
                  <a:lnTo>
                    <a:pt x="2745" y="3945"/>
                  </a:lnTo>
                  <a:lnTo>
                    <a:pt x="2776" y="3930"/>
                  </a:lnTo>
                  <a:lnTo>
                    <a:pt x="2804" y="3915"/>
                  </a:lnTo>
                  <a:lnTo>
                    <a:pt x="2832" y="3899"/>
                  </a:lnTo>
                  <a:lnTo>
                    <a:pt x="2858" y="3882"/>
                  </a:lnTo>
                  <a:lnTo>
                    <a:pt x="2882" y="3863"/>
                  </a:lnTo>
                  <a:lnTo>
                    <a:pt x="2906" y="3844"/>
                  </a:lnTo>
                  <a:lnTo>
                    <a:pt x="2928" y="3824"/>
                  </a:lnTo>
                  <a:lnTo>
                    <a:pt x="2950" y="3803"/>
                  </a:lnTo>
                  <a:lnTo>
                    <a:pt x="2970" y="3782"/>
                  </a:lnTo>
                  <a:lnTo>
                    <a:pt x="2989" y="3759"/>
                  </a:lnTo>
                  <a:lnTo>
                    <a:pt x="3006" y="3736"/>
                  </a:lnTo>
                  <a:lnTo>
                    <a:pt x="3023" y="3711"/>
                  </a:lnTo>
                  <a:lnTo>
                    <a:pt x="3038" y="3686"/>
                  </a:lnTo>
                  <a:lnTo>
                    <a:pt x="3052" y="3659"/>
                  </a:lnTo>
                  <a:lnTo>
                    <a:pt x="3065" y="3632"/>
                  </a:lnTo>
                  <a:lnTo>
                    <a:pt x="3076" y="3605"/>
                  </a:lnTo>
                  <a:lnTo>
                    <a:pt x="3087" y="3575"/>
                  </a:lnTo>
                  <a:lnTo>
                    <a:pt x="3095" y="3546"/>
                  </a:lnTo>
                  <a:lnTo>
                    <a:pt x="3104" y="3514"/>
                  </a:lnTo>
                  <a:lnTo>
                    <a:pt x="3110" y="3483"/>
                  </a:lnTo>
                  <a:lnTo>
                    <a:pt x="3115" y="3450"/>
                  </a:lnTo>
                  <a:lnTo>
                    <a:pt x="3121" y="3417"/>
                  </a:lnTo>
                  <a:lnTo>
                    <a:pt x="3123" y="3382"/>
                  </a:lnTo>
                  <a:lnTo>
                    <a:pt x="3125" y="3346"/>
                  </a:lnTo>
                  <a:lnTo>
                    <a:pt x="3126" y="3310"/>
                  </a:lnTo>
                  <a:lnTo>
                    <a:pt x="3125" y="3286"/>
                  </a:lnTo>
                  <a:lnTo>
                    <a:pt x="3125" y="3263"/>
                  </a:lnTo>
                  <a:lnTo>
                    <a:pt x="3123" y="3241"/>
                  </a:lnTo>
                  <a:lnTo>
                    <a:pt x="3121" y="3218"/>
                  </a:lnTo>
                  <a:lnTo>
                    <a:pt x="3117" y="3196"/>
                  </a:lnTo>
                  <a:lnTo>
                    <a:pt x="3114" y="3175"/>
                  </a:lnTo>
                  <a:lnTo>
                    <a:pt x="3109" y="3154"/>
                  </a:lnTo>
                  <a:lnTo>
                    <a:pt x="3105" y="3133"/>
                  </a:lnTo>
                  <a:lnTo>
                    <a:pt x="3100" y="3112"/>
                  </a:lnTo>
                  <a:lnTo>
                    <a:pt x="3093" y="3092"/>
                  </a:lnTo>
                  <a:lnTo>
                    <a:pt x="3086" y="3072"/>
                  </a:lnTo>
                  <a:lnTo>
                    <a:pt x="3079" y="3053"/>
                  </a:lnTo>
                  <a:lnTo>
                    <a:pt x="3070" y="3034"/>
                  </a:lnTo>
                  <a:lnTo>
                    <a:pt x="3062" y="3015"/>
                  </a:lnTo>
                  <a:lnTo>
                    <a:pt x="3052" y="2997"/>
                  </a:lnTo>
                  <a:lnTo>
                    <a:pt x="3042" y="2979"/>
                  </a:lnTo>
                  <a:lnTo>
                    <a:pt x="3031" y="2961"/>
                  </a:lnTo>
                  <a:lnTo>
                    <a:pt x="3020" y="2945"/>
                  </a:lnTo>
                  <a:lnTo>
                    <a:pt x="3007" y="2928"/>
                  </a:lnTo>
                  <a:lnTo>
                    <a:pt x="2995" y="2912"/>
                  </a:lnTo>
                  <a:lnTo>
                    <a:pt x="2981" y="2895"/>
                  </a:lnTo>
                  <a:lnTo>
                    <a:pt x="2967" y="2880"/>
                  </a:lnTo>
                  <a:lnTo>
                    <a:pt x="2952" y="2865"/>
                  </a:lnTo>
                  <a:lnTo>
                    <a:pt x="2937" y="2850"/>
                  </a:lnTo>
                  <a:lnTo>
                    <a:pt x="2921" y="2836"/>
                  </a:lnTo>
                  <a:lnTo>
                    <a:pt x="2904" y="2822"/>
                  </a:lnTo>
                  <a:lnTo>
                    <a:pt x="2887" y="2808"/>
                  </a:lnTo>
                  <a:lnTo>
                    <a:pt x="2869" y="2795"/>
                  </a:lnTo>
                  <a:lnTo>
                    <a:pt x="2850" y="2783"/>
                  </a:lnTo>
                  <a:lnTo>
                    <a:pt x="2832" y="2770"/>
                  </a:lnTo>
                  <a:lnTo>
                    <a:pt x="2812" y="2758"/>
                  </a:lnTo>
                  <a:lnTo>
                    <a:pt x="2791" y="2746"/>
                  </a:lnTo>
                  <a:lnTo>
                    <a:pt x="2756" y="2728"/>
                  </a:lnTo>
                  <a:lnTo>
                    <a:pt x="2720" y="2709"/>
                  </a:lnTo>
                  <a:lnTo>
                    <a:pt x="2682" y="2690"/>
                  </a:lnTo>
                  <a:lnTo>
                    <a:pt x="2642" y="2672"/>
                  </a:lnTo>
                  <a:lnTo>
                    <a:pt x="2601" y="2655"/>
                  </a:lnTo>
                  <a:lnTo>
                    <a:pt x="2559" y="2637"/>
                  </a:lnTo>
                  <a:lnTo>
                    <a:pt x="2515" y="2618"/>
                  </a:lnTo>
                  <a:lnTo>
                    <a:pt x="2469" y="2600"/>
                  </a:lnTo>
                  <a:lnTo>
                    <a:pt x="2469" y="1860"/>
                  </a:lnTo>
                  <a:lnTo>
                    <a:pt x="2486" y="1864"/>
                  </a:lnTo>
                  <a:lnTo>
                    <a:pt x="2501" y="1869"/>
                  </a:lnTo>
                  <a:lnTo>
                    <a:pt x="2516" y="1875"/>
                  </a:lnTo>
                  <a:lnTo>
                    <a:pt x="2531" y="1880"/>
                  </a:lnTo>
                  <a:lnTo>
                    <a:pt x="2545" y="1886"/>
                  </a:lnTo>
                  <a:lnTo>
                    <a:pt x="2558" y="1894"/>
                  </a:lnTo>
                  <a:lnTo>
                    <a:pt x="2572" y="1901"/>
                  </a:lnTo>
                  <a:lnTo>
                    <a:pt x="2585" y="1909"/>
                  </a:lnTo>
                  <a:lnTo>
                    <a:pt x="2597" y="1918"/>
                  </a:lnTo>
                  <a:lnTo>
                    <a:pt x="2609" y="1926"/>
                  </a:lnTo>
                  <a:lnTo>
                    <a:pt x="2620" y="1936"/>
                  </a:lnTo>
                  <a:lnTo>
                    <a:pt x="2631" y="1946"/>
                  </a:lnTo>
                  <a:lnTo>
                    <a:pt x="2641" y="1957"/>
                  </a:lnTo>
                  <a:lnTo>
                    <a:pt x="2651" y="1967"/>
                  </a:lnTo>
                  <a:lnTo>
                    <a:pt x="2660" y="1979"/>
                  </a:lnTo>
                  <a:lnTo>
                    <a:pt x="2669" y="1991"/>
                  </a:lnTo>
                  <a:lnTo>
                    <a:pt x="2677" y="2004"/>
                  </a:lnTo>
                  <a:lnTo>
                    <a:pt x="2685" y="2018"/>
                  </a:lnTo>
                  <a:lnTo>
                    <a:pt x="2693" y="2031"/>
                  </a:lnTo>
                  <a:lnTo>
                    <a:pt x="2699" y="2045"/>
                  </a:lnTo>
                  <a:lnTo>
                    <a:pt x="2705" y="2060"/>
                  </a:lnTo>
                  <a:lnTo>
                    <a:pt x="2712" y="2075"/>
                  </a:lnTo>
                  <a:lnTo>
                    <a:pt x="2722" y="2107"/>
                  </a:lnTo>
                  <a:lnTo>
                    <a:pt x="2731" y="2142"/>
                  </a:lnTo>
                  <a:lnTo>
                    <a:pt x="2737" y="2178"/>
                  </a:lnTo>
                  <a:lnTo>
                    <a:pt x="2741" y="2216"/>
                  </a:lnTo>
                  <a:lnTo>
                    <a:pt x="2744" y="2257"/>
                  </a:lnTo>
                  <a:lnTo>
                    <a:pt x="3098" y="2257"/>
                  </a:lnTo>
                  <a:lnTo>
                    <a:pt x="3095" y="2208"/>
                  </a:lnTo>
                  <a:lnTo>
                    <a:pt x="3092" y="2161"/>
                  </a:lnTo>
                  <a:lnTo>
                    <a:pt x="3087" y="2114"/>
                  </a:lnTo>
                  <a:lnTo>
                    <a:pt x="3079" y="2070"/>
                  </a:lnTo>
                  <a:lnTo>
                    <a:pt x="3069" y="2027"/>
                  </a:lnTo>
                  <a:lnTo>
                    <a:pt x="3057" y="1986"/>
                  </a:lnTo>
                  <a:lnTo>
                    <a:pt x="3050" y="1966"/>
                  </a:lnTo>
                  <a:lnTo>
                    <a:pt x="3043" y="1946"/>
                  </a:lnTo>
                  <a:lnTo>
                    <a:pt x="3034" y="1927"/>
                  </a:lnTo>
                  <a:lnTo>
                    <a:pt x="3026" y="1908"/>
                  </a:lnTo>
                  <a:lnTo>
                    <a:pt x="3017" y="1889"/>
                  </a:lnTo>
                  <a:lnTo>
                    <a:pt x="3007" y="1871"/>
                  </a:lnTo>
                  <a:lnTo>
                    <a:pt x="2998" y="1854"/>
                  </a:lnTo>
                  <a:lnTo>
                    <a:pt x="2987" y="1837"/>
                  </a:lnTo>
                  <a:lnTo>
                    <a:pt x="2976" y="1820"/>
                  </a:lnTo>
                  <a:lnTo>
                    <a:pt x="2964" y="1803"/>
                  </a:lnTo>
                  <a:lnTo>
                    <a:pt x="2952" y="1787"/>
                  </a:lnTo>
                  <a:lnTo>
                    <a:pt x="2940" y="1772"/>
                  </a:lnTo>
                  <a:lnTo>
                    <a:pt x="2926" y="1757"/>
                  </a:lnTo>
                  <a:lnTo>
                    <a:pt x="2913" y="1742"/>
                  </a:lnTo>
                  <a:lnTo>
                    <a:pt x="2898" y="1727"/>
                  </a:lnTo>
                  <a:lnTo>
                    <a:pt x="2883" y="1714"/>
                  </a:lnTo>
                  <a:lnTo>
                    <a:pt x="2868" y="1700"/>
                  </a:lnTo>
                  <a:lnTo>
                    <a:pt x="2853" y="1686"/>
                  </a:lnTo>
                  <a:lnTo>
                    <a:pt x="2836" y="1674"/>
                  </a:lnTo>
                  <a:lnTo>
                    <a:pt x="2819" y="1661"/>
                  </a:lnTo>
                  <a:lnTo>
                    <a:pt x="2800" y="1649"/>
                  </a:lnTo>
                  <a:lnTo>
                    <a:pt x="2781" y="1636"/>
                  </a:lnTo>
                  <a:lnTo>
                    <a:pt x="2761" y="1624"/>
                  </a:lnTo>
                  <a:lnTo>
                    <a:pt x="2741" y="1614"/>
                  </a:lnTo>
                  <a:lnTo>
                    <a:pt x="2720" y="1603"/>
                  </a:lnTo>
                  <a:lnTo>
                    <a:pt x="2700" y="1594"/>
                  </a:lnTo>
                  <a:lnTo>
                    <a:pt x="2678" y="1586"/>
                  </a:lnTo>
                  <a:lnTo>
                    <a:pt x="2657" y="1577"/>
                  </a:lnTo>
                  <a:lnTo>
                    <a:pt x="2635" y="1570"/>
                  </a:lnTo>
                  <a:lnTo>
                    <a:pt x="2612" y="1562"/>
                  </a:lnTo>
                  <a:lnTo>
                    <a:pt x="2590" y="1556"/>
                  </a:lnTo>
                  <a:lnTo>
                    <a:pt x="2567" y="1551"/>
                  </a:lnTo>
                  <a:lnTo>
                    <a:pt x="2542" y="1547"/>
                  </a:lnTo>
                  <a:lnTo>
                    <a:pt x="2518" y="1542"/>
                  </a:lnTo>
                  <a:lnTo>
                    <a:pt x="2494" y="1538"/>
                  </a:lnTo>
                  <a:lnTo>
                    <a:pt x="2469" y="1535"/>
                  </a:lnTo>
                  <a:lnTo>
                    <a:pt x="2469" y="1248"/>
                  </a:lnTo>
                  <a:lnTo>
                    <a:pt x="2197" y="1248"/>
                  </a:lnTo>
                  <a:lnTo>
                    <a:pt x="2197" y="1536"/>
                  </a:lnTo>
                  <a:lnTo>
                    <a:pt x="2186" y="1537"/>
                  </a:lnTo>
                  <a:lnTo>
                    <a:pt x="2177" y="1539"/>
                  </a:lnTo>
                  <a:lnTo>
                    <a:pt x="2139" y="1549"/>
                  </a:lnTo>
                  <a:lnTo>
                    <a:pt x="2102" y="1558"/>
                  </a:lnTo>
                  <a:lnTo>
                    <a:pt x="2066" y="1568"/>
                  </a:lnTo>
                  <a:lnTo>
                    <a:pt x="2032" y="1579"/>
                  </a:lnTo>
                  <a:lnTo>
                    <a:pt x="1999" y="1591"/>
                  </a:lnTo>
                  <a:lnTo>
                    <a:pt x="1966" y="1603"/>
                  </a:lnTo>
                  <a:lnTo>
                    <a:pt x="1936" y="1617"/>
                  </a:lnTo>
                  <a:lnTo>
                    <a:pt x="1907" y="1632"/>
                  </a:lnTo>
                  <a:lnTo>
                    <a:pt x="1878" y="1647"/>
                  </a:lnTo>
                  <a:lnTo>
                    <a:pt x="1851" y="1663"/>
                  </a:lnTo>
                  <a:lnTo>
                    <a:pt x="1826" y="1680"/>
                  </a:lnTo>
                  <a:lnTo>
                    <a:pt x="1800" y="1697"/>
                  </a:lnTo>
                  <a:lnTo>
                    <a:pt x="1777" y="1716"/>
                  </a:lnTo>
                  <a:lnTo>
                    <a:pt x="1755" y="1735"/>
                  </a:lnTo>
                  <a:lnTo>
                    <a:pt x="1734" y="1755"/>
                  </a:lnTo>
                  <a:lnTo>
                    <a:pt x="1714" y="1776"/>
                  </a:lnTo>
                  <a:lnTo>
                    <a:pt x="1695" y="1798"/>
                  </a:lnTo>
                  <a:lnTo>
                    <a:pt x="1677" y="1820"/>
                  </a:lnTo>
                  <a:lnTo>
                    <a:pt x="1662" y="1843"/>
                  </a:lnTo>
                  <a:lnTo>
                    <a:pt x="1646" y="1867"/>
                  </a:lnTo>
                  <a:lnTo>
                    <a:pt x="1632" y="1892"/>
                  </a:lnTo>
                  <a:lnTo>
                    <a:pt x="1620" y="1919"/>
                  </a:lnTo>
                  <a:lnTo>
                    <a:pt x="1608" y="1945"/>
                  </a:lnTo>
                  <a:lnTo>
                    <a:pt x="1599" y="1972"/>
                  </a:lnTo>
                  <a:lnTo>
                    <a:pt x="1589" y="2001"/>
                  </a:lnTo>
                  <a:lnTo>
                    <a:pt x="1582" y="2029"/>
                  </a:lnTo>
                  <a:lnTo>
                    <a:pt x="1574" y="2060"/>
                  </a:lnTo>
                  <a:lnTo>
                    <a:pt x="1569" y="2090"/>
                  </a:lnTo>
                  <a:lnTo>
                    <a:pt x="1565" y="2122"/>
                  </a:lnTo>
                  <a:lnTo>
                    <a:pt x="1562" y="2154"/>
                  </a:lnTo>
                  <a:lnTo>
                    <a:pt x="1561" y="2187"/>
                  </a:lnTo>
                  <a:lnTo>
                    <a:pt x="1560" y="2220"/>
                  </a:lnTo>
                  <a:lnTo>
                    <a:pt x="1561" y="2255"/>
                  </a:lnTo>
                  <a:lnTo>
                    <a:pt x="1563" y="2289"/>
                  </a:lnTo>
                  <a:lnTo>
                    <a:pt x="1566" y="2321"/>
                  </a:lnTo>
                  <a:lnTo>
                    <a:pt x="1571" y="2353"/>
                  </a:lnTo>
                  <a:lnTo>
                    <a:pt x="1578" y="2384"/>
                  </a:lnTo>
                  <a:lnTo>
                    <a:pt x="1585" y="2415"/>
                  </a:lnTo>
                  <a:lnTo>
                    <a:pt x="1594" y="2444"/>
                  </a:lnTo>
                  <a:lnTo>
                    <a:pt x="1605" y="2473"/>
                  </a:lnTo>
                  <a:lnTo>
                    <a:pt x="1616" y="2500"/>
                  </a:lnTo>
                  <a:lnTo>
                    <a:pt x="1630" y="2527"/>
                  </a:lnTo>
                  <a:lnTo>
                    <a:pt x="1645" y="2554"/>
                  </a:lnTo>
                  <a:lnTo>
                    <a:pt x="1661" y="2579"/>
                  </a:lnTo>
                  <a:lnTo>
                    <a:pt x="1678" y="2603"/>
                  </a:lnTo>
                  <a:lnTo>
                    <a:pt x="1697" y="2627"/>
                  </a:lnTo>
                  <a:lnTo>
                    <a:pt x="1718" y="2649"/>
                  </a:lnTo>
                  <a:lnTo>
                    <a:pt x="1739" y="2671"/>
                  </a:lnTo>
                  <a:lnTo>
                    <a:pt x="1752" y="2683"/>
                  </a:lnTo>
                  <a:lnTo>
                    <a:pt x="1767" y="2694"/>
                  </a:lnTo>
                  <a:lnTo>
                    <a:pt x="1781" y="2707"/>
                  </a:lnTo>
                  <a:lnTo>
                    <a:pt x="1798" y="2719"/>
                  </a:lnTo>
                  <a:lnTo>
                    <a:pt x="1816" y="2730"/>
                  </a:lnTo>
                  <a:lnTo>
                    <a:pt x="1836" y="2743"/>
                  </a:lnTo>
                  <a:lnTo>
                    <a:pt x="1879" y="2767"/>
                  </a:lnTo>
                  <a:lnTo>
                    <a:pt x="1928" y="2793"/>
                  </a:lnTo>
                  <a:lnTo>
                    <a:pt x="1982" y="2818"/>
                  </a:lnTo>
                  <a:lnTo>
                    <a:pt x="2042" y="2845"/>
                  </a:lnTo>
                  <a:lnTo>
                    <a:pt x="2107" y="2872"/>
                  </a:lnTo>
                  <a:lnTo>
                    <a:pt x="2148" y="2888"/>
                  </a:lnTo>
                  <a:lnTo>
                    <a:pt x="2188" y="2903"/>
                  </a:lnTo>
                  <a:lnTo>
                    <a:pt x="2188" y="3696"/>
                  </a:lnTo>
                  <a:close/>
                  <a:moveTo>
                    <a:pt x="2188" y="2533"/>
                  </a:moveTo>
                  <a:lnTo>
                    <a:pt x="2188" y="2533"/>
                  </a:lnTo>
                  <a:lnTo>
                    <a:pt x="2180" y="2528"/>
                  </a:lnTo>
                  <a:lnTo>
                    <a:pt x="2171" y="2523"/>
                  </a:lnTo>
                  <a:lnTo>
                    <a:pt x="2143" y="2508"/>
                  </a:lnTo>
                  <a:lnTo>
                    <a:pt x="2116" y="2494"/>
                  </a:lnTo>
                  <a:lnTo>
                    <a:pt x="2089" y="2479"/>
                  </a:lnTo>
                  <a:lnTo>
                    <a:pt x="2066" y="2462"/>
                  </a:lnTo>
                  <a:lnTo>
                    <a:pt x="2044" y="2445"/>
                  </a:lnTo>
                  <a:lnTo>
                    <a:pt x="2025" y="2427"/>
                  </a:lnTo>
                  <a:lnTo>
                    <a:pt x="2007" y="2409"/>
                  </a:lnTo>
                  <a:lnTo>
                    <a:pt x="1991" y="2389"/>
                  </a:lnTo>
                  <a:lnTo>
                    <a:pt x="1977" y="2369"/>
                  </a:lnTo>
                  <a:lnTo>
                    <a:pt x="1964" y="2348"/>
                  </a:lnTo>
                  <a:lnTo>
                    <a:pt x="1954" y="2326"/>
                  </a:lnTo>
                  <a:lnTo>
                    <a:pt x="1945" y="2302"/>
                  </a:lnTo>
                  <a:lnTo>
                    <a:pt x="1939" y="2279"/>
                  </a:lnTo>
                  <a:lnTo>
                    <a:pt x="1935" y="2255"/>
                  </a:lnTo>
                  <a:lnTo>
                    <a:pt x="1932" y="2230"/>
                  </a:lnTo>
                  <a:lnTo>
                    <a:pt x="1931" y="2204"/>
                  </a:lnTo>
                  <a:lnTo>
                    <a:pt x="1932" y="2174"/>
                  </a:lnTo>
                  <a:lnTo>
                    <a:pt x="1934" y="2147"/>
                  </a:lnTo>
                  <a:lnTo>
                    <a:pt x="1938" y="2120"/>
                  </a:lnTo>
                  <a:lnTo>
                    <a:pt x="1943" y="2094"/>
                  </a:lnTo>
                  <a:lnTo>
                    <a:pt x="1951" y="2070"/>
                  </a:lnTo>
                  <a:lnTo>
                    <a:pt x="1959" y="2047"/>
                  </a:lnTo>
                  <a:lnTo>
                    <a:pt x="1969" y="2025"/>
                  </a:lnTo>
                  <a:lnTo>
                    <a:pt x="1981" y="2004"/>
                  </a:lnTo>
                  <a:lnTo>
                    <a:pt x="1994" y="1985"/>
                  </a:lnTo>
                  <a:lnTo>
                    <a:pt x="2008" y="1966"/>
                  </a:lnTo>
                  <a:lnTo>
                    <a:pt x="2025" y="1949"/>
                  </a:lnTo>
                  <a:lnTo>
                    <a:pt x="2043" y="1933"/>
                  </a:lnTo>
                  <a:lnTo>
                    <a:pt x="2063" y="1919"/>
                  </a:lnTo>
                  <a:lnTo>
                    <a:pt x="2084" y="1905"/>
                  </a:lnTo>
                  <a:lnTo>
                    <a:pt x="2106" y="1892"/>
                  </a:lnTo>
                  <a:lnTo>
                    <a:pt x="2131" y="1881"/>
                  </a:lnTo>
                  <a:lnTo>
                    <a:pt x="2142" y="1877"/>
                  </a:lnTo>
                  <a:lnTo>
                    <a:pt x="2156" y="1871"/>
                  </a:lnTo>
                  <a:lnTo>
                    <a:pt x="2188" y="1861"/>
                  </a:lnTo>
                  <a:lnTo>
                    <a:pt x="2188" y="2533"/>
                  </a:lnTo>
                  <a:close/>
                  <a:moveTo>
                    <a:pt x="2469" y="2974"/>
                  </a:moveTo>
                  <a:lnTo>
                    <a:pt x="2469" y="2974"/>
                  </a:lnTo>
                  <a:lnTo>
                    <a:pt x="2485" y="2981"/>
                  </a:lnTo>
                  <a:lnTo>
                    <a:pt x="2499" y="2991"/>
                  </a:lnTo>
                  <a:lnTo>
                    <a:pt x="2544" y="3017"/>
                  </a:lnTo>
                  <a:lnTo>
                    <a:pt x="2583" y="3042"/>
                  </a:lnTo>
                  <a:lnTo>
                    <a:pt x="2602" y="3055"/>
                  </a:lnTo>
                  <a:lnTo>
                    <a:pt x="2619" y="3068"/>
                  </a:lnTo>
                  <a:lnTo>
                    <a:pt x="2635" y="3079"/>
                  </a:lnTo>
                  <a:lnTo>
                    <a:pt x="2650" y="3092"/>
                  </a:lnTo>
                  <a:lnTo>
                    <a:pt x="2663" y="3104"/>
                  </a:lnTo>
                  <a:lnTo>
                    <a:pt x="2676" y="3117"/>
                  </a:lnTo>
                  <a:lnTo>
                    <a:pt x="2688" y="3130"/>
                  </a:lnTo>
                  <a:lnTo>
                    <a:pt x="2697" y="3142"/>
                  </a:lnTo>
                  <a:lnTo>
                    <a:pt x="2706" y="3155"/>
                  </a:lnTo>
                  <a:lnTo>
                    <a:pt x="2714" y="3166"/>
                  </a:lnTo>
                  <a:lnTo>
                    <a:pt x="2721" y="3179"/>
                  </a:lnTo>
                  <a:lnTo>
                    <a:pt x="2726" y="3192"/>
                  </a:lnTo>
                  <a:lnTo>
                    <a:pt x="2732" y="3207"/>
                  </a:lnTo>
                  <a:lnTo>
                    <a:pt x="2737" y="3223"/>
                  </a:lnTo>
                  <a:lnTo>
                    <a:pt x="2741" y="3240"/>
                  </a:lnTo>
                  <a:lnTo>
                    <a:pt x="2744" y="3257"/>
                  </a:lnTo>
                  <a:lnTo>
                    <a:pt x="2746" y="3275"/>
                  </a:lnTo>
                  <a:lnTo>
                    <a:pt x="2749" y="3292"/>
                  </a:lnTo>
                  <a:lnTo>
                    <a:pt x="2750" y="3311"/>
                  </a:lnTo>
                  <a:lnTo>
                    <a:pt x="2750" y="3330"/>
                  </a:lnTo>
                  <a:lnTo>
                    <a:pt x="2750" y="3354"/>
                  </a:lnTo>
                  <a:lnTo>
                    <a:pt x="2747" y="3379"/>
                  </a:lnTo>
                  <a:lnTo>
                    <a:pt x="2745" y="3402"/>
                  </a:lnTo>
                  <a:lnTo>
                    <a:pt x="2742" y="3424"/>
                  </a:lnTo>
                  <a:lnTo>
                    <a:pt x="2737" y="3445"/>
                  </a:lnTo>
                  <a:lnTo>
                    <a:pt x="2732" y="3466"/>
                  </a:lnTo>
                  <a:lnTo>
                    <a:pt x="2725" y="3486"/>
                  </a:lnTo>
                  <a:lnTo>
                    <a:pt x="2717" y="3506"/>
                  </a:lnTo>
                  <a:lnTo>
                    <a:pt x="2709" y="3524"/>
                  </a:lnTo>
                  <a:lnTo>
                    <a:pt x="2699" y="3543"/>
                  </a:lnTo>
                  <a:lnTo>
                    <a:pt x="2689" y="3559"/>
                  </a:lnTo>
                  <a:lnTo>
                    <a:pt x="2677" y="3576"/>
                  </a:lnTo>
                  <a:lnTo>
                    <a:pt x="2664" y="3592"/>
                  </a:lnTo>
                  <a:lnTo>
                    <a:pt x="2651" y="3608"/>
                  </a:lnTo>
                  <a:lnTo>
                    <a:pt x="2636" y="3623"/>
                  </a:lnTo>
                  <a:lnTo>
                    <a:pt x="2620" y="3636"/>
                  </a:lnTo>
                  <a:lnTo>
                    <a:pt x="2605" y="3648"/>
                  </a:lnTo>
                  <a:lnTo>
                    <a:pt x="2590" y="3659"/>
                  </a:lnTo>
                  <a:lnTo>
                    <a:pt x="2574" y="3669"/>
                  </a:lnTo>
                  <a:lnTo>
                    <a:pt x="2558" y="3677"/>
                  </a:lnTo>
                  <a:lnTo>
                    <a:pt x="2544" y="3683"/>
                  </a:lnTo>
                  <a:lnTo>
                    <a:pt x="2528" y="3690"/>
                  </a:lnTo>
                  <a:lnTo>
                    <a:pt x="2512" y="3694"/>
                  </a:lnTo>
                  <a:lnTo>
                    <a:pt x="2496" y="3697"/>
                  </a:lnTo>
                  <a:lnTo>
                    <a:pt x="2469" y="3697"/>
                  </a:lnTo>
                  <a:lnTo>
                    <a:pt x="2469" y="2974"/>
                  </a:lnTo>
                  <a:close/>
                </a:path>
              </a:pathLst>
            </a:custGeom>
            <a:solidFill>
              <a:srgbClr val="888890"/>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
        <p:nvSpPr>
          <p:cNvPr id="18" name="Rectangle 4"/>
          <p:cNvSpPr>
            <a:spLocks noChangeArrowheads="1"/>
          </p:cNvSpPr>
          <p:nvPr/>
        </p:nvSpPr>
        <p:spPr bwMode="auto">
          <a:xfrm>
            <a:off x="1228725" y="4508500"/>
            <a:ext cx="6985000" cy="115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0"/>
              </a:spcBef>
              <a:spcAft>
                <a:spcPct val="0"/>
              </a:spcAft>
              <a:buClr>
                <a:srgbClr val="FF0000"/>
              </a:buClr>
              <a:buSzTx/>
              <a:buFontTx/>
              <a:buNone/>
              <a:defRPr/>
            </a:pPr>
            <a:r>
              <a:rPr kumimoji="0" lang="zh-CN" altLang="en-US" sz="2800" b="0" i="0" u="none" strike="noStrike" kern="1200" cap="none" spc="0" normalizeH="0" baseline="0" noProof="0" dirty="0">
                <a:ln>
                  <a:noFill/>
                </a:ln>
                <a:solidFill>
                  <a:schemeClr val="tx1">
                    <a:lumMod val="85000"/>
                    <a:lumOff val="15000"/>
                  </a:schemeClr>
                </a:solidFill>
                <a:effectLst/>
                <a:uLnTx/>
                <a:uFillTx/>
                <a:latin typeface="+mn-lt"/>
                <a:ea typeface="+mn-ea"/>
                <a:cs typeface="+mn-ea"/>
                <a:sym typeface="+mn-lt"/>
              </a:rPr>
              <a:t>要求结果链表仍使用原来两个链表的存储空间</a:t>
            </a:r>
            <a:r>
              <a:rPr lang="zh-CN" altLang="en-US" sz="2800" dirty="0">
                <a:solidFill>
                  <a:schemeClr val="tx1">
                    <a:lumMod val="85000"/>
                    <a:lumOff val="15000"/>
                  </a:schemeClr>
                </a:solidFill>
                <a:latin typeface="+mn-lt"/>
                <a:ea typeface="+mn-ea"/>
                <a:cs typeface="+mn-ea"/>
                <a:sym typeface="+mn-lt"/>
              </a:rPr>
              <a:t>，</a:t>
            </a:r>
            <a:r>
              <a:rPr kumimoji="0" lang="zh-CN" altLang="en-US" sz="2800" b="0" i="0" u="none" strike="noStrike" kern="1200" cap="none" spc="0" normalizeH="0" baseline="0" noProof="0" dirty="0">
                <a:ln>
                  <a:noFill/>
                </a:ln>
                <a:solidFill>
                  <a:schemeClr val="tx1">
                    <a:lumMod val="85000"/>
                    <a:lumOff val="15000"/>
                  </a:schemeClr>
                </a:solidFill>
                <a:effectLst/>
                <a:uLnTx/>
                <a:uFillTx/>
                <a:latin typeface="+mn-lt"/>
                <a:ea typeface="+mn-ea"/>
                <a:cs typeface="+mn-ea"/>
                <a:sym typeface="+mn-lt"/>
              </a:rPr>
              <a:t>不另外占用其它的存储空间。</a:t>
            </a:r>
          </a:p>
        </p:txBody>
      </p:sp>
      <p:sp>
        <p:nvSpPr>
          <p:cNvPr id="19" name="Rectangle 4"/>
          <p:cNvSpPr>
            <a:spLocks noChangeArrowheads="1"/>
          </p:cNvSpPr>
          <p:nvPr/>
        </p:nvSpPr>
        <p:spPr bwMode="auto">
          <a:xfrm>
            <a:off x="5815013" y="1884363"/>
            <a:ext cx="2921000" cy="115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30000"/>
              </a:lnSpc>
              <a:spcBef>
                <a:spcPct val="0"/>
              </a:spcBef>
              <a:spcAft>
                <a:spcPct val="0"/>
              </a:spcAft>
              <a:buClr>
                <a:srgbClr val="FF0000"/>
              </a:buClr>
              <a:buSzTx/>
              <a:buFontTx/>
              <a:buNone/>
              <a:defRPr/>
            </a:pPr>
            <a:r>
              <a:rPr kumimoji="0" lang="zh-CN" altLang="en-US" sz="2800" b="0" i="0" u="none" strike="noStrike" kern="1200" cap="none" spc="0" normalizeH="0" baseline="0" noProof="0" dirty="0">
                <a:ln>
                  <a:noFill/>
                </a:ln>
                <a:solidFill>
                  <a:schemeClr val="tx1">
                    <a:lumMod val="85000"/>
                    <a:lumOff val="15000"/>
                  </a:schemeClr>
                </a:solidFill>
                <a:effectLst/>
                <a:uLnTx/>
                <a:uFillTx/>
                <a:latin typeface="+mn-lt"/>
                <a:ea typeface="+mn-ea"/>
                <a:cs typeface="+mn-ea"/>
                <a:sym typeface="+mn-lt"/>
              </a:rPr>
              <a:t>表中允许有重复的数据。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Text Box 152"/>
          <p:cNvSpPr txBox="1">
            <a:spLocks noChangeArrowheads="1"/>
          </p:cNvSpPr>
          <p:nvPr/>
        </p:nvSpPr>
        <p:spPr bwMode="auto">
          <a:xfrm>
            <a:off x="128588" y="1268760"/>
            <a:ext cx="6175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a:ln>
                  <a:noFill/>
                </a:ln>
                <a:solidFill>
                  <a:schemeClr val="tx1"/>
                </a:solidFill>
                <a:effectLst/>
                <a:uLnTx/>
                <a:uFillTx/>
                <a:latin typeface="+mn-lt"/>
                <a:ea typeface="+mn-ea"/>
                <a:cs typeface="+mn-ea"/>
                <a:sym typeface="+mn-lt"/>
              </a:rPr>
              <a:t>La</a:t>
            </a:r>
          </a:p>
        </p:txBody>
      </p:sp>
      <p:grpSp>
        <p:nvGrpSpPr>
          <p:cNvPr id="158723" name="Group 105"/>
          <p:cNvGrpSpPr/>
          <p:nvPr/>
        </p:nvGrpSpPr>
        <p:grpSpPr bwMode="auto">
          <a:xfrm>
            <a:off x="2251076" y="1396099"/>
            <a:ext cx="838200" cy="381000"/>
            <a:chOff x="1968" y="1344"/>
            <a:chExt cx="528" cy="240"/>
          </a:xfrm>
          <a:solidFill>
            <a:srgbClr val="D7D7FF"/>
          </a:solidFill>
        </p:grpSpPr>
        <p:sp>
          <p:nvSpPr>
            <p:cNvPr id="152707" name="Rectangle 106"/>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708" name="Rectangle 107"/>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58724" name="Group 108"/>
          <p:cNvGrpSpPr/>
          <p:nvPr/>
        </p:nvGrpSpPr>
        <p:grpSpPr bwMode="auto">
          <a:xfrm>
            <a:off x="3470276" y="1396099"/>
            <a:ext cx="838200" cy="381000"/>
            <a:chOff x="1968" y="1344"/>
            <a:chExt cx="528" cy="240"/>
          </a:xfrm>
          <a:solidFill>
            <a:srgbClr val="D7D7FF"/>
          </a:solidFill>
        </p:grpSpPr>
        <p:sp>
          <p:nvSpPr>
            <p:cNvPr id="152705" name="Rectangle 109"/>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706" name="Rectangle 110"/>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58725" name="Group 111"/>
          <p:cNvGrpSpPr/>
          <p:nvPr/>
        </p:nvGrpSpPr>
        <p:grpSpPr bwMode="auto">
          <a:xfrm>
            <a:off x="4689476" y="1396099"/>
            <a:ext cx="838200" cy="381000"/>
            <a:chOff x="1968" y="1344"/>
            <a:chExt cx="528" cy="240"/>
          </a:xfrm>
          <a:solidFill>
            <a:srgbClr val="D7D7FF"/>
          </a:solidFill>
        </p:grpSpPr>
        <p:sp>
          <p:nvSpPr>
            <p:cNvPr id="152703" name="Rectangle 112"/>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704" name="Rectangle 113"/>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58726" name="Group 114"/>
          <p:cNvGrpSpPr/>
          <p:nvPr/>
        </p:nvGrpSpPr>
        <p:grpSpPr>
          <a:xfrm>
            <a:off x="1108075" y="1395760"/>
            <a:ext cx="838200" cy="381000"/>
            <a:chOff x="1968" y="1344"/>
            <a:chExt cx="528" cy="240"/>
          </a:xfrm>
        </p:grpSpPr>
        <p:sp>
          <p:nvSpPr>
            <p:cNvPr id="152701" name="Rectangle 115"/>
            <p:cNvSpPr>
              <a:spLocks noChangeArrowheads="1"/>
            </p:cNvSpPr>
            <p:nvPr/>
          </p:nvSpPr>
          <p:spPr bwMode="auto">
            <a:xfrm>
              <a:off x="1968" y="1344"/>
              <a:ext cx="384" cy="240"/>
            </a:xfrm>
            <a:prstGeom prst="rect">
              <a:avLst/>
            </a:prstGeom>
            <a:solidFill>
              <a:srgbClr val="CCFFCC"/>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702" name="Rectangle 116"/>
            <p:cNvSpPr>
              <a:spLocks noChangeArrowheads="1"/>
            </p:cNvSpPr>
            <p:nvPr/>
          </p:nvSpPr>
          <p:spPr bwMode="auto">
            <a:xfrm>
              <a:off x="2352" y="1344"/>
              <a:ext cx="144" cy="240"/>
            </a:xfrm>
            <a:prstGeom prst="rect">
              <a:avLst/>
            </a:prstGeom>
            <a:solidFill>
              <a:srgbClr val="CCFFCC"/>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2583" name="Line 117"/>
          <p:cNvSpPr>
            <a:spLocks noChangeShapeType="1"/>
          </p:cNvSpPr>
          <p:nvPr/>
        </p:nvSpPr>
        <p:spPr bwMode="auto">
          <a:xfrm>
            <a:off x="727075" y="1624360"/>
            <a:ext cx="3810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584" name="Line 139"/>
          <p:cNvSpPr>
            <a:spLocks noChangeShapeType="1"/>
          </p:cNvSpPr>
          <p:nvPr/>
        </p:nvSpPr>
        <p:spPr bwMode="auto">
          <a:xfrm>
            <a:off x="1793875" y="1624360"/>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585" name="Line 140"/>
          <p:cNvSpPr>
            <a:spLocks noChangeShapeType="1"/>
          </p:cNvSpPr>
          <p:nvPr/>
        </p:nvSpPr>
        <p:spPr bwMode="auto">
          <a:xfrm>
            <a:off x="3013075" y="1624360"/>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586" name="Line 141"/>
          <p:cNvSpPr>
            <a:spLocks noChangeShapeType="1"/>
          </p:cNvSpPr>
          <p:nvPr/>
        </p:nvSpPr>
        <p:spPr bwMode="auto">
          <a:xfrm>
            <a:off x="4232275" y="1624360"/>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587" name="Text Box 153"/>
          <p:cNvSpPr txBox="1">
            <a:spLocks noChangeArrowheads="1"/>
          </p:cNvSpPr>
          <p:nvPr/>
        </p:nvSpPr>
        <p:spPr bwMode="auto">
          <a:xfrm>
            <a:off x="2366963" y="1329085"/>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52588" name="Text Box 157"/>
          <p:cNvSpPr txBox="1">
            <a:spLocks noChangeArrowheads="1"/>
          </p:cNvSpPr>
          <p:nvPr/>
        </p:nvSpPr>
        <p:spPr bwMode="auto">
          <a:xfrm>
            <a:off x="3549650" y="1329085"/>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7</a:t>
            </a:r>
          </a:p>
        </p:txBody>
      </p:sp>
      <p:sp>
        <p:nvSpPr>
          <p:cNvPr id="152589" name="Text Box 158"/>
          <p:cNvSpPr txBox="1">
            <a:spLocks noChangeArrowheads="1"/>
          </p:cNvSpPr>
          <p:nvPr/>
        </p:nvSpPr>
        <p:spPr bwMode="auto">
          <a:xfrm>
            <a:off x="4805363" y="1329085"/>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8</a:t>
            </a:r>
          </a:p>
        </p:txBody>
      </p:sp>
      <p:grpSp>
        <p:nvGrpSpPr>
          <p:cNvPr id="158734" name="Group 118"/>
          <p:cNvGrpSpPr/>
          <p:nvPr/>
        </p:nvGrpSpPr>
        <p:grpSpPr bwMode="auto">
          <a:xfrm>
            <a:off x="2286001" y="2159687"/>
            <a:ext cx="838200" cy="381000"/>
            <a:chOff x="1968" y="1344"/>
            <a:chExt cx="528" cy="240"/>
          </a:xfrm>
          <a:solidFill>
            <a:srgbClr val="D7D7FF"/>
          </a:solidFill>
        </p:grpSpPr>
        <p:sp>
          <p:nvSpPr>
            <p:cNvPr id="152699" name="Rectangle 119"/>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700" name="Rectangle 120"/>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58735" name="Group 121"/>
          <p:cNvGrpSpPr/>
          <p:nvPr/>
        </p:nvGrpSpPr>
        <p:grpSpPr bwMode="auto">
          <a:xfrm>
            <a:off x="3429001" y="2159687"/>
            <a:ext cx="838200" cy="381000"/>
            <a:chOff x="1968" y="1344"/>
            <a:chExt cx="528" cy="240"/>
          </a:xfrm>
          <a:solidFill>
            <a:srgbClr val="D7D7FF"/>
          </a:solidFill>
        </p:grpSpPr>
        <p:sp>
          <p:nvSpPr>
            <p:cNvPr id="152697" name="Rectangle 122"/>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98" name="Rectangle 123"/>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58736" name="Group 124"/>
          <p:cNvGrpSpPr/>
          <p:nvPr/>
        </p:nvGrpSpPr>
        <p:grpSpPr bwMode="auto">
          <a:xfrm>
            <a:off x="4648201" y="2159687"/>
            <a:ext cx="838200" cy="381000"/>
            <a:chOff x="1968" y="1344"/>
            <a:chExt cx="528" cy="240"/>
          </a:xfrm>
          <a:solidFill>
            <a:srgbClr val="D7D7FF"/>
          </a:solidFill>
        </p:grpSpPr>
        <p:sp>
          <p:nvSpPr>
            <p:cNvPr id="152695" name="Rectangle 125"/>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96" name="Rectangle 126"/>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58737" name="Group 127"/>
          <p:cNvGrpSpPr/>
          <p:nvPr/>
        </p:nvGrpSpPr>
        <p:grpSpPr bwMode="auto">
          <a:xfrm>
            <a:off x="5867401" y="2159687"/>
            <a:ext cx="838200" cy="381000"/>
            <a:chOff x="1968" y="1344"/>
            <a:chExt cx="528" cy="240"/>
          </a:xfrm>
          <a:solidFill>
            <a:srgbClr val="D7D7FF"/>
          </a:solidFill>
        </p:grpSpPr>
        <p:sp>
          <p:nvSpPr>
            <p:cNvPr id="152693" name="Rectangle 128"/>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94" name="Rectangle 129"/>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58738" name="Group 130"/>
          <p:cNvGrpSpPr/>
          <p:nvPr/>
        </p:nvGrpSpPr>
        <p:grpSpPr bwMode="auto">
          <a:xfrm>
            <a:off x="7010401" y="2159687"/>
            <a:ext cx="838200" cy="381000"/>
            <a:chOff x="1968" y="1344"/>
            <a:chExt cx="528" cy="240"/>
          </a:xfrm>
          <a:solidFill>
            <a:srgbClr val="D7D7FF"/>
          </a:solidFill>
        </p:grpSpPr>
        <p:sp>
          <p:nvSpPr>
            <p:cNvPr id="152691" name="Rectangle 131"/>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92" name="Rectangle 132"/>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58739" name="Group 133"/>
          <p:cNvGrpSpPr/>
          <p:nvPr/>
        </p:nvGrpSpPr>
        <p:grpSpPr bwMode="auto">
          <a:xfrm>
            <a:off x="8153401" y="2159687"/>
            <a:ext cx="838200" cy="381000"/>
            <a:chOff x="1968" y="1344"/>
            <a:chExt cx="528" cy="240"/>
          </a:xfrm>
          <a:solidFill>
            <a:srgbClr val="D7D7FF"/>
          </a:solidFill>
        </p:grpSpPr>
        <p:sp>
          <p:nvSpPr>
            <p:cNvPr id="152689" name="Rectangle 134"/>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90" name="Rectangle 135"/>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2596" name="Line 136"/>
          <p:cNvSpPr>
            <a:spLocks noChangeShapeType="1"/>
          </p:cNvSpPr>
          <p:nvPr/>
        </p:nvSpPr>
        <p:spPr bwMode="auto">
          <a:xfrm>
            <a:off x="2971800" y="2311748"/>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597" name="Line 137"/>
          <p:cNvSpPr>
            <a:spLocks noChangeShapeType="1"/>
          </p:cNvSpPr>
          <p:nvPr/>
        </p:nvSpPr>
        <p:spPr bwMode="auto">
          <a:xfrm>
            <a:off x="5410200" y="2311748"/>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598" name="Line 138"/>
          <p:cNvSpPr>
            <a:spLocks noChangeShapeType="1"/>
          </p:cNvSpPr>
          <p:nvPr/>
        </p:nvSpPr>
        <p:spPr bwMode="auto">
          <a:xfrm>
            <a:off x="6553200" y="2311748"/>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599" name="Line 142"/>
          <p:cNvSpPr>
            <a:spLocks noChangeShapeType="1"/>
          </p:cNvSpPr>
          <p:nvPr/>
        </p:nvSpPr>
        <p:spPr bwMode="auto">
          <a:xfrm>
            <a:off x="4191000" y="2311748"/>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00" name="Line 143"/>
          <p:cNvSpPr>
            <a:spLocks noChangeShapeType="1"/>
          </p:cNvSpPr>
          <p:nvPr/>
        </p:nvSpPr>
        <p:spPr bwMode="auto">
          <a:xfrm>
            <a:off x="7696200" y="2311748"/>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01" name="Text Box 154"/>
          <p:cNvSpPr txBox="1">
            <a:spLocks noChangeArrowheads="1"/>
          </p:cNvSpPr>
          <p:nvPr/>
        </p:nvSpPr>
        <p:spPr bwMode="auto">
          <a:xfrm>
            <a:off x="2427288" y="2083148"/>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52602" name="Text Box 155"/>
          <p:cNvSpPr txBox="1">
            <a:spLocks noChangeArrowheads="1"/>
          </p:cNvSpPr>
          <p:nvPr/>
        </p:nvSpPr>
        <p:spPr bwMode="auto">
          <a:xfrm>
            <a:off x="3544888" y="2083148"/>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4</a:t>
            </a:r>
          </a:p>
        </p:txBody>
      </p:sp>
      <p:sp>
        <p:nvSpPr>
          <p:cNvPr id="152603" name="Text Box 156"/>
          <p:cNvSpPr txBox="1">
            <a:spLocks noChangeArrowheads="1"/>
          </p:cNvSpPr>
          <p:nvPr/>
        </p:nvSpPr>
        <p:spPr bwMode="auto">
          <a:xfrm>
            <a:off x="4724400" y="2124423"/>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6</a:t>
            </a:r>
          </a:p>
        </p:txBody>
      </p:sp>
      <p:sp>
        <p:nvSpPr>
          <p:cNvPr id="152604" name="Text Box 159"/>
          <p:cNvSpPr txBox="1">
            <a:spLocks noChangeArrowheads="1"/>
          </p:cNvSpPr>
          <p:nvPr/>
        </p:nvSpPr>
        <p:spPr bwMode="auto">
          <a:xfrm>
            <a:off x="5983288" y="2124423"/>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8</a:t>
            </a:r>
          </a:p>
        </p:txBody>
      </p:sp>
      <p:sp>
        <p:nvSpPr>
          <p:cNvPr id="152605" name="Text Box 160"/>
          <p:cNvSpPr txBox="1">
            <a:spLocks noChangeArrowheads="1"/>
          </p:cNvSpPr>
          <p:nvPr/>
        </p:nvSpPr>
        <p:spPr bwMode="auto">
          <a:xfrm>
            <a:off x="7004050" y="2124423"/>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10</a:t>
            </a:r>
          </a:p>
        </p:txBody>
      </p:sp>
      <p:sp>
        <p:nvSpPr>
          <p:cNvPr id="152606" name="Text Box 161"/>
          <p:cNvSpPr txBox="1">
            <a:spLocks noChangeArrowheads="1"/>
          </p:cNvSpPr>
          <p:nvPr/>
        </p:nvSpPr>
        <p:spPr bwMode="auto">
          <a:xfrm>
            <a:off x="8156575" y="2124423"/>
            <a:ext cx="4746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11</a:t>
            </a:r>
          </a:p>
        </p:txBody>
      </p:sp>
      <p:grpSp>
        <p:nvGrpSpPr>
          <p:cNvPr id="158751" name="Group 168"/>
          <p:cNvGrpSpPr/>
          <p:nvPr/>
        </p:nvGrpSpPr>
        <p:grpSpPr>
          <a:xfrm>
            <a:off x="1071563" y="2149823"/>
            <a:ext cx="838200" cy="381000"/>
            <a:chOff x="1968" y="1344"/>
            <a:chExt cx="528" cy="240"/>
          </a:xfrm>
        </p:grpSpPr>
        <p:sp>
          <p:nvSpPr>
            <p:cNvPr id="152687" name="Rectangle 169"/>
            <p:cNvSpPr>
              <a:spLocks noChangeArrowheads="1"/>
            </p:cNvSpPr>
            <p:nvPr/>
          </p:nvSpPr>
          <p:spPr bwMode="auto">
            <a:xfrm>
              <a:off x="1968" y="1344"/>
              <a:ext cx="384" cy="240"/>
            </a:xfrm>
            <a:prstGeom prst="rect">
              <a:avLst/>
            </a:prstGeom>
            <a:solidFill>
              <a:srgbClr val="CCFFCC"/>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88" name="Rectangle 170"/>
            <p:cNvSpPr>
              <a:spLocks noChangeArrowheads="1"/>
            </p:cNvSpPr>
            <p:nvPr/>
          </p:nvSpPr>
          <p:spPr bwMode="auto">
            <a:xfrm>
              <a:off x="2352" y="1344"/>
              <a:ext cx="144" cy="240"/>
            </a:xfrm>
            <a:prstGeom prst="rect">
              <a:avLst/>
            </a:prstGeom>
            <a:solidFill>
              <a:srgbClr val="CCFFCC"/>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2608" name="Line 171"/>
          <p:cNvSpPr>
            <a:spLocks noChangeShapeType="1"/>
          </p:cNvSpPr>
          <p:nvPr/>
        </p:nvSpPr>
        <p:spPr bwMode="auto">
          <a:xfrm>
            <a:off x="1833563" y="2378423"/>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158753" name="Group 179"/>
          <p:cNvGrpSpPr/>
          <p:nvPr/>
        </p:nvGrpSpPr>
        <p:grpSpPr>
          <a:xfrm>
            <a:off x="120650" y="1981548"/>
            <a:ext cx="950913" cy="584200"/>
            <a:chOff x="715" y="1959"/>
            <a:chExt cx="599" cy="368"/>
          </a:xfrm>
        </p:grpSpPr>
        <p:sp>
          <p:nvSpPr>
            <p:cNvPr id="152685" name="Line 180"/>
            <p:cNvSpPr>
              <a:spLocks noChangeShapeType="1"/>
            </p:cNvSpPr>
            <p:nvPr/>
          </p:nvSpPr>
          <p:spPr bwMode="auto">
            <a:xfrm>
              <a:off x="1074" y="2175"/>
              <a:ext cx="24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86" name="Text Box 181"/>
            <p:cNvSpPr txBox="1">
              <a:spLocks noChangeArrowheads="1"/>
            </p:cNvSpPr>
            <p:nvPr/>
          </p:nvSpPr>
          <p:spPr bwMode="auto">
            <a:xfrm>
              <a:off x="715" y="1959"/>
              <a:ext cx="403"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dirty="0" err="1">
                  <a:ln>
                    <a:noFill/>
                  </a:ln>
                  <a:solidFill>
                    <a:schemeClr val="tx1"/>
                  </a:solidFill>
                  <a:effectLst/>
                  <a:uLnTx/>
                  <a:uFillTx/>
                  <a:latin typeface="+mn-lt"/>
                  <a:ea typeface="+mn-ea"/>
                  <a:cs typeface="+mn-ea"/>
                  <a:sym typeface="+mn-lt"/>
                </a:rPr>
                <a:t>Lb</a:t>
              </a:r>
              <a:endPar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endParaRPr>
            </a:p>
          </p:txBody>
        </p:sp>
      </p:grpSp>
      <p:sp>
        <p:nvSpPr>
          <p:cNvPr id="133" name="Rectangle 5"/>
          <p:cNvSpPr>
            <a:spLocks noChangeArrowheads="1"/>
          </p:cNvSpPr>
          <p:nvPr/>
        </p:nvSpPr>
        <p:spPr bwMode="auto">
          <a:xfrm>
            <a:off x="755650" y="204788"/>
            <a:ext cx="6764338"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有序链表的合并</a:t>
            </a:r>
          </a:p>
        </p:txBody>
      </p:sp>
      <p:grpSp>
        <p:nvGrpSpPr>
          <p:cNvPr id="14" name="Group 189"/>
          <p:cNvGrpSpPr/>
          <p:nvPr/>
        </p:nvGrpSpPr>
        <p:grpSpPr>
          <a:xfrm>
            <a:off x="611981" y="2945500"/>
            <a:ext cx="7920038" cy="3063876"/>
            <a:chOff x="228" y="1161"/>
            <a:chExt cx="4989" cy="1930"/>
          </a:xfrm>
        </p:grpSpPr>
        <p:grpSp>
          <p:nvGrpSpPr>
            <p:cNvPr id="158762" name="Group 5"/>
            <p:cNvGrpSpPr/>
            <p:nvPr/>
          </p:nvGrpSpPr>
          <p:grpSpPr>
            <a:xfrm>
              <a:off x="1905" y="1814"/>
              <a:ext cx="528" cy="240"/>
              <a:chOff x="1968" y="1344"/>
              <a:chExt cx="528" cy="240"/>
            </a:xfrm>
          </p:grpSpPr>
          <p:sp>
            <p:nvSpPr>
              <p:cNvPr id="152683" name="Rectangle 6"/>
              <p:cNvSpPr>
                <a:spLocks noChangeArrowheads="1"/>
              </p:cNvSpPr>
              <p:nvPr/>
            </p:nvSpPr>
            <p:spPr bwMode="auto">
              <a:xfrm>
                <a:off x="1968" y="1344"/>
                <a:ext cx="384" cy="240"/>
              </a:xfrm>
              <a:prstGeom prst="rect">
                <a:avLst/>
              </a:prstGeom>
              <a:solidFill>
                <a:srgbClr val="D7D7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84" name="Rectangle 7"/>
              <p:cNvSpPr>
                <a:spLocks noChangeArrowheads="1"/>
              </p:cNvSpPr>
              <p:nvPr/>
            </p:nvSpPr>
            <p:spPr bwMode="auto">
              <a:xfrm>
                <a:off x="2352" y="1344"/>
                <a:ext cx="144" cy="240"/>
              </a:xfrm>
              <a:prstGeom prst="rect">
                <a:avLst/>
              </a:prstGeom>
              <a:solidFill>
                <a:srgbClr val="D7D7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58763" name="Group 10"/>
            <p:cNvGrpSpPr/>
            <p:nvPr/>
          </p:nvGrpSpPr>
          <p:grpSpPr>
            <a:xfrm>
              <a:off x="2673" y="1814"/>
              <a:ext cx="528" cy="240"/>
              <a:chOff x="1968" y="1344"/>
              <a:chExt cx="528" cy="240"/>
            </a:xfrm>
          </p:grpSpPr>
          <p:sp>
            <p:nvSpPr>
              <p:cNvPr id="152681" name="Rectangle 11"/>
              <p:cNvSpPr>
                <a:spLocks noChangeArrowheads="1"/>
              </p:cNvSpPr>
              <p:nvPr/>
            </p:nvSpPr>
            <p:spPr bwMode="auto">
              <a:xfrm>
                <a:off x="1968" y="1344"/>
                <a:ext cx="384" cy="240"/>
              </a:xfrm>
              <a:prstGeom prst="rect">
                <a:avLst/>
              </a:prstGeom>
              <a:solidFill>
                <a:srgbClr val="D7D7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82" name="Rectangle 12"/>
              <p:cNvSpPr>
                <a:spLocks noChangeArrowheads="1"/>
              </p:cNvSpPr>
              <p:nvPr/>
            </p:nvSpPr>
            <p:spPr bwMode="auto">
              <a:xfrm>
                <a:off x="2352" y="1344"/>
                <a:ext cx="144" cy="240"/>
              </a:xfrm>
              <a:prstGeom prst="rect">
                <a:avLst/>
              </a:prstGeom>
              <a:solidFill>
                <a:srgbClr val="D7D7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58764" name="Group 13"/>
            <p:cNvGrpSpPr/>
            <p:nvPr/>
          </p:nvGrpSpPr>
          <p:grpSpPr>
            <a:xfrm>
              <a:off x="3441" y="1814"/>
              <a:ext cx="528" cy="240"/>
              <a:chOff x="1968" y="1344"/>
              <a:chExt cx="528" cy="240"/>
            </a:xfrm>
          </p:grpSpPr>
          <p:sp>
            <p:nvSpPr>
              <p:cNvPr id="152679" name="Rectangle 14"/>
              <p:cNvSpPr>
                <a:spLocks noChangeArrowheads="1"/>
              </p:cNvSpPr>
              <p:nvPr/>
            </p:nvSpPr>
            <p:spPr bwMode="auto">
              <a:xfrm>
                <a:off x="1968" y="1344"/>
                <a:ext cx="384" cy="240"/>
              </a:xfrm>
              <a:prstGeom prst="rect">
                <a:avLst/>
              </a:prstGeom>
              <a:solidFill>
                <a:srgbClr val="D7D7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80" name="Rectangle 15"/>
              <p:cNvSpPr>
                <a:spLocks noChangeArrowheads="1"/>
              </p:cNvSpPr>
              <p:nvPr/>
            </p:nvSpPr>
            <p:spPr bwMode="auto">
              <a:xfrm>
                <a:off x="2352" y="1344"/>
                <a:ext cx="144" cy="240"/>
              </a:xfrm>
              <a:prstGeom prst="rect">
                <a:avLst/>
              </a:prstGeom>
              <a:solidFill>
                <a:srgbClr val="D7D7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58765" name="Group 19"/>
            <p:cNvGrpSpPr/>
            <p:nvPr/>
          </p:nvGrpSpPr>
          <p:grpSpPr>
            <a:xfrm>
              <a:off x="1185" y="1814"/>
              <a:ext cx="528" cy="240"/>
              <a:chOff x="1968" y="1344"/>
              <a:chExt cx="528" cy="240"/>
            </a:xfrm>
          </p:grpSpPr>
          <p:sp>
            <p:nvSpPr>
              <p:cNvPr id="152677" name="Rectangle 20"/>
              <p:cNvSpPr>
                <a:spLocks noChangeArrowheads="1"/>
              </p:cNvSpPr>
              <p:nvPr/>
            </p:nvSpPr>
            <p:spPr bwMode="auto">
              <a:xfrm>
                <a:off x="1968" y="1344"/>
                <a:ext cx="384" cy="240"/>
              </a:xfrm>
              <a:prstGeom prst="rect">
                <a:avLst/>
              </a:prstGeom>
              <a:solidFill>
                <a:srgbClr val="CCFFCC"/>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78" name="Rectangle 21"/>
              <p:cNvSpPr>
                <a:spLocks noChangeArrowheads="1"/>
              </p:cNvSpPr>
              <p:nvPr/>
            </p:nvSpPr>
            <p:spPr bwMode="auto">
              <a:xfrm>
                <a:off x="2352" y="1344"/>
                <a:ext cx="144" cy="240"/>
              </a:xfrm>
              <a:prstGeom prst="rect">
                <a:avLst/>
              </a:prstGeom>
              <a:solidFill>
                <a:srgbClr val="CCFFCC"/>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58766" name="Group 27"/>
            <p:cNvGrpSpPr/>
            <p:nvPr/>
          </p:nvGrpSpPr>
          <p:grpSpPr>
            <a:xfrm>
              <a:off x="993" y="2822"/>
              <a:ext cx="528" cy="240"/>
              <a:chOff x="1968" y="1344"/>
              <a:chExt cx="528" cy="240"/>
            </a:xfrm>
          </p:grpSpPr>
          <p:sp>
            <p:nvSpPr>
              <p:cNvPr id="152675" name="Rectangle 28"/>
              <p:cNvSpPr>
                <a:spLocks noChangeArrowheads="1"/>
              </p:cNvSpPr>
              <p:nvPr/>
            </p:nvSpPr>
            <p:spPr bwMode="auto">
              <a:xfrm>
                <a:off x="1968" y="1344"/>
                <a:ext cx="384" cy="240"/>
              </a:xfrm>
              <a:prstGeom prst="rect">
                <a:avLst/>
              </a:prstGeom>
              <a:solidFill>
                <a:srgbClr val="D7D7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76" name="Rectangle 29"/>
              <p:cNvSpPr>
                <a:spLocks noChangeArrowheads="1"/>
              </p:cNvSpPr>
              <p:nvPr/>
            </p:nvSpPr>
            <p:spPr bwMode="auto">
              <a:xfrm>
                <a:off x="2352" y="1344"/>
                <a:ext cx="144" cy="240"/>
              </a:xfrm>
              <a:prstGeom prst="rect">
                <a:avLst/>
              </a:prstGeom>
              <a:solidFill>
                <a:srgbClr val="D7D7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58767" name="Group 30"/>
            <p:cNvGrpSpPr/>
            <p:nvPr/>
          </p:nvGrpSpPr>
          <p:grpSpPr>
            <a:xfrm>
              <a:off x="1713" y="2822"/>
              <a:ext cx="528" cy="240"/>
              <a:chOff x="1968" y="1344"/>
              <a:chExt cx="528" cy="240"/>
            </a:xfrm>
          </p:grpSpPr>
          <p:sp>
            <p:nvSpPr>
              <p:cNvPr id="152673" name="Rectangle 31"/>
              <p:cNvSpPr>
                <a:spLocks noChangeArrowheads="1"/>
              </p:cNvSpPr>
              <p:nvPr/>
            </p:nvSpPr>
            <p:spPr bwMode="auto">
              <a:xfrm>
                <a:off x="1968" y="1344"/>
                <a:ext cx="384" cy="240"/>
              </a:xfrm>
              <a:prstGeom prst="rect">
                <a:avLst/>
              </a:prstGeom>
              <a:solidFill>
                <a:srgbClr val="D7D7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74" name="Rectangle 32"/>
              <p:cNvSpPr>
                <a:spLocks noChangeArrowheads="1"/>
              </p:cNvSpPr>
              <p:nvPr/>
            </p:nvSpPr>
            <p:spPr bwMode="auto">
              <a:xfrm>
                <a:off x="2352" y="1344"/>
                <a:ext cx="144" cy="240"/>
              </a:xfrm>
              <a:prstGeom prst="rect">
                <a:avLst/>
              </a:prstGeom>
              <a:solidFill>
                <a:srgbClr val="D7D7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58768" name="Group 33"/>
            <p:cNvGrpSpPr/>
            <p:nvPr/>
          </p:nvGrpSpPr>
          <p:grpSpPr>
            <a:xfrm>
              <a:off x="2481" y="2822"/>
              <a:ext cx="528" cy="240"/>
              <a:chOff x="1968" y="1344"/>
              <a:chExt cx="528" cy="240"/>
            </a:xfrm>
          </p:grpSpPr>
          <p:sp>
            <p:nvSpPr>
              <p:cNvPr id="152671" name="Rectangle 34"/>
              <p:cNvSpPr>
                <a:spLocks noChangeArrowheads="1"/>
              </p:cNvSpPr>
              <p:nvPr/>
            </p:nvSpPr>
            <p:spPr bwMode="auto">
              <a:xfrm>
                <a:off x="1968" y="1344"/>
                <a:ext cx="384" cy="240"/>
              </a:xfrm>
              <a:prstGeom prst="rect">
                <a:avLst/>
              </a:prstGeom>
              <a:solidFill>
                <a:srgbClr val="D7D7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72" name="Rectangle 35"/>
              <p:cNvSpPr>
                <a:spLocks noChangeArrowheads="1"/>
              </p:cNvSpPr>
              <p:nvPr/>
            </p:nvSpPr>
            <p:spPr bwMode="auto">
              <a:xfrm>
                <a:off x="2352" y="1344"/>
                <a:ext cx="144" cy="240"/>
              </a:xfrm>
              <a:prstGeom prst="rect">
                <a:avLst/>
              </a:prstGeom>
              <a:solidFill>
                <a:srgbClr val="D7D7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58769" name="Group 36"/>
            <p:cNvGrpSpPr/>
            <p:nvPr/>
          </p:nvGrpSpPr>
          <p:grpSpPr>
            <a:xfrm>
              <a:off x="3249" y="2822"/>
              <a:ext cx="528" cy="240"/>
              <a:chOff x="1968" y="1344"/>
              <a:chExt cx="528" cy="240"/>
            </a:xfrm>
          </p:grpSpPr>
          <p:sp>
            <p:nvSpPr>
              <p:cNvPr id="152669" name="Rectangle 37"/>
              <p:cNvSpPr>
                <a:spLocks noChangeArrowheads="1"/>
              </p:cNvSpPr>
              <p:nvPr/>
            </p:nvSpPr>
            <p:spPr bwMode="auto">
              <a:xfrm>
                <a:off x="1968" y="1344"/>
                <a:ext cx="384" cy="240"/>
              </a:xfrm>
              <a:prstGeom prst="rect">
                <a:avLst/>
              </a:prstGeom>
              <a:solidFill>
                <a:srgbClr val="D7D7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70" name="Rectangle 38"/>
              <p:cNvSpPr>
                <a:spLocks noChangeArrowheads="1"/>
              </p:cNvSpPr>
              <p:nvPr/>
            </p:nvSpPr>
            <p:spPr bwMode="auto">
              <a:xfrm>
                <a:off x="2352" y="1344"/>
                <a:ext cx="144" cy="240"/>
              </a:xfrm>
              <a:prstGeom prst="rect">
                <a:avLst/>
              </a:prstGeom>
              <a:solidFill>
                <a:srgbClr val="D7D7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58770" name="Group 39"/>
            <p:cNvGrpSpPr/>
            <p:nvPr/>
          </p:nvGrpSpPr>
          <p:grpSpPr>
            <a:xfrm>
              <a:off x="3969" y="2822"/>
              <a:ext cx="528" cy="240"/>
              <a:chOff x="1968" y="1344"/>
              <a:chExt cx="528" cy="240"/>
            </a:xfrm>
          </p:grpSpPr>
          <p:sp>
            <p:nvSpPr>
              <p:cNvPr id="152667" name="Rectangle 40"/>
              <p:cNvSpPr>
                <a:spLocks noChangeArrowheads="1"/>
              </p:cNvSpPr>
              <p:nvPr/>
            </p:nvSpPr>
            <p:spPr bwMode="auto">
              <a:xfrm>
                <a:off x="1968" y="1344"/>
                <a:ext cx="384" cy="240"/>
              </a:xfrm>
              <a:prstGeom prst="rect">
                <a:avLst/>
              </a:prstGeom>
              <a:solidFill>
                <a:srgbClr val="D7D7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68" name="Rectangle 41"/>
              <p:cNvSpPr>
                <a:spLocks noChangeArrowheads="1"/>
              </p:cNvSpPr>
              <p:nvPr/>
            </p:nvSpPr>
            <p:spPr bwMode="auto">
              <a:xfrm>
                <a:off x="2352" y="1344"/>
                <a:ext cx="144" cy="240"/>
              </a:xfrm>
              <a:prstGeom prst="rect">
                <a:avLst/>
              </a:prstGeom>
              <a:solidFill>
                <a:srgbClr val="D7D7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58771" name="Group 42"/>
            <p:cNvGrpSpPr/>
            <p:nvPr/>
          </p:nvGrpSpPr>
          <p:grpSpPr>
            <a:xfrm>
              <a:off x="4689" y="2822"/>
              <a:ext cx="528" cy="240"/>
              <a:chOff x="1968" y="1344"/>
              <a:chExt cx="528" cy="240"/>
            </a:xfrm>
          </p:grpSpPr>
          <p:sp>
            <p:nvSpPr>
              <p:cNvPr id="152665" name="Rectangle 43"/>
              <p:cNvSpPr>
                <a:spLocks noChangeArrowheads="1"/>
              </p:cNvSpPr>
              <p:nvPr/>
            </p:nvSpPr>
            <p:spPr bwMode="auto">
              <a:xfrm>
                <a:off x="1968" y="1344"/>
                <a:ext cx="384" cy="240"/>
              </a:xfrm>
              <a:prstGeom prst="rect">
                <a:avLst/>
              </a:prstGeom>
              <a:solidFill>
                <a:srgbClr val="D7D7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66" name="Rectangle 44"/>
              <p:cNvSpPr>
                <a:spLocks noChangeArrowheads="1"/>
              </p:cNvSpPr>
              <p:nvPr/>
            </p:nvSpPr>
            <p:spPr bwMode="auto">
              <a:xfrm>
                <a:off x="2352" y="1344"/>
                <a:ext cx="144" cy="240"/>
              </a:xfrm>
              <a:prstGeom prst="rect">
                <a:avLst/>
              </a:prstGeom>
              <a:solidFill>
                <a:srgbClr val="D7D7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2622" name="Line 45"/>
            <p:cNvSpPr>
              <a:spLocks noChangeShapeType="1"/>
            </p:cNvSpPr>
            <p:nvPr/>
          </p:nvSpPr>
          <p:spPr bwMode="auto">
            <a:xfrm>
              <a:off x="1425" y="2918"/>
              <a:ext cx="288"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23" name="Line 47"/>
            <p:cNvSpPr>
              <a:spLocks noChangeShapeType="1"/>
            </p:cNvSpPr>
            <p:nvPr/>
          </p:nvSpPr>
          <p:spPr bwMode="auto">
            <a:xfrm>
              <a:off x="2961" y="2918"/>
              <a:ext cx="288"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24" name="Line 48"/>
            <p:cNvSpPr>
              <a:spLocks noChangeShapeType="1"/>
            </p:cNvSpPr>
            <p:nvPr/>
          </p:nvSpPr>
          <p:spPr bwMode="auto">
            <a:xfrm>
              <a:off x="3681" y="2918"/>
              <a:ext cx="288"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25" name="Line 22"/>
            <p:cNvSpPr>
              <a:spLocks noChangeShapeType="1"/>
            </p:cNvSpPr>
            <p:nvPr/>
          </p:nvSpPr>
          <p:spPr bwMode="auto">
            <a:xfrm>
              <a:off x="1617" y="1958"/>
              <a:ext cx="288"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26" name="Line 23"/>
            <p:cNvSpPr>
              <a:spLocks noChangeShapeType="1"/>
            </p:cNvSpPr>
            <p:nvPr/>
          </p:nvSpPr>
          <p:spPr bwMode="auto">
            <a:xfrm>
              <a:off x="2385" y="1958"/>
              <a:ext cx="288"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27" name="Line 24"/>
            <p:cNvSpPr>
              <a:spLocks noChangeShapeType="1"/>
            </p:cNvSpPr>
            <p:nvPr/>
          </p:nvSpPr>
          <p:spPr bwMode="auto">
            <a:xfrm>
              <a:off x="3153" y="1958"/>
              <a:ext cx="288"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28" name="Line 46"/>
            <p:cNvSpPr>
              <a:spLocks noChangeShapeType="1"/>
            </p:cNvSpPr>
            <p:nvPr/>
          </p:nvSpPr>
          <p:spPr bwMode="auto">
            <a:xfrm>
              <a:off x="2193" y="2918"/>
              <a:ext cx="288"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29" name="Line 49"/>
            <p:cNvSpPr>
              <a:spLocks noChangeShapeType="1"/>
            </p:cNvSpPr>
            <p:nvPr/>
          </p:nvSpPr>
          <p:spPr bwMode="auto">
            <a:xfrm>
              <a:off x="4401" y="2918"/>
              <a:ext cx="288"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31" name="Line 56"/>
            <p:cNvSpPr>
              <a:spLocks noChangeShapeType="1"/>
            </p:cNvSpPr>
            <p:nvPr/>
          </p:nvSpPr>
          <p:spPr bwMode="auto">
            <a:xfrm>
              <a:off x="2328" y="1958"/>
              <a:ext cx="0" cy="288"/>
            </a:xfrm>
            <a:prstGeom prst="line">
              <a:avLst/>
            </a:prstGeom>
            <a:noFill/>
            <a:ln w="28575">
              <a:solidFill>
                <a:srgbClr val="FF0000"/>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32" name="Line 57"/>
            <p:cNvSpPr>
              <a:spLocks noChangeShapeType="1"/>
            </p:cNvSpPr>
            <p:nvPr/>
          </p:nvSpPr>
          <p:spPr bwMode="auto">
            <a:xfrm flipH="1">
              <a:off x="1473" y="2246"/>
              <a:ext cx="852" cy="0"/>
            </a:xfrm>
            <a:prstGeom prst="line">
              <a:avLst/>
            </a:prstGeom>
            <a:noFill/>
            <a:ln w="28575">
              <a:solidFill>
                <a:srgbClr val="FF0000"/>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33" name="Line 58"/>
            <p:cNvSpPr>
              <a:spLocks noChangeShapeType="1"/>
            </p:cNvSpPr>
            <p:nvPr/>
          </p:nvSpPr>
          <p:spPr bwMode="auto">
            <a:xfrm>
              <a:off x="1470" y="2246"/>
              <a:ext cx="0" cy="576"/>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34" name="Line 59"/>
            <p:cNvSpPr>
              <a:spLocks noChangeShapeType="1"/>
            </p:cNvSpPr>
            <p:nvPr/>
          </p:nvSpPr>
          <p:spPr bwMode="auto">
            <a:xfrm flipV="1">
              <a:off x="2913" y="2054"/>
              <a:ext cx="0" cy="864"/>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35" name="Line 65"/>
            <p:cNvSpPr>
              <a:spLocks noChangeShapeType="1"/>
            </p:cNvSpPr>
            <p:nvPr/>
          </p:nvSpPr>
          <p:spPr bwMode="auto">
            <a:xfrm>
              <a:off x="3887" y="1958"/>
              <a:ext cx="0" cy="336"/>
            </a:xfrm>
            <a:prstGeom prst="line">
              <a:avLst/>
            </a:prstGeom>
            <a:noFill/>
            <a:ln w="28575">
              <a:solidFill>
                <a:srgbClr val="FF0000"/>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36" name="Line 66"/>
            <p:cNvSpPr>
              <a:spLocks noChangeShapeType="1"/>
            </p:cNvSpPr>
            <p:nvPr/>
          </p:nvSpPr>
          <p:spPr bwMode="auto">
            <a:xfrm flipH="1">
              <a:off x="3647" y="2294"/>
              <a:ext cx="240" cy="0"/>
            </a:xfrm>
            <a:prstGeom prst="line">
              <a:avLst/>
            </a:prstGeom>
            <a:noFill/>
            <a:ln w="28575">
              <a:solidFill>
                <a:srgbClr val="FF0000"/>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37" name="Line 67"/>
            <p:cNvSpPr>
              <a:spLocks noChangeShapeType="1"/>
            </p:cNvSpPr>
            <p:nvPr/>
          </p:nvSpPr>
          <p:spPr bwMode="auto">
            <a:xfrm>
              <a:off x="3647" y="2294"/>
              <a:ext cx="0" cy="528"/>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158788" name="Group 178"/>
            <p:cNvGrpSpPr/>
            <p:nvPr/>
          </p:nvGrpSpPr>
          <p:grpSpPr>
            <a:xfrm>
              <a:off x="528" y="1780"/>
              <a:ext cx="657" cy="368"/>
              <a:chOff x="657" y="1997"/>
              <a:chExt cx="657" cy="368"/>
            </a:xfrm>
          </p:grpSpPr>
          <p:sp>
            <p:nvSpPr>
              <p:cNvPr id="152663" name="Line 26"/>
              <p:cNvSpPr>
                <a:spLocks noChangeShapeType="1"/>
              </p:cNvSpPr>
              <p:nvPr/>
            </p:nvSpPr>
            <p:spPr bwMode="auto">
              <a:xfrm>
                <a:off x="1074" y="2175"/>
                <a:ext cx="24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64" name="Text Box 68"/>
              <p:cNvSpPr txBox="1">
                <a:spLocks noChangeArrowheads="1"/>
              </p:cNvSpPr>
              <p:nvPr/>
            </p:nvSpPr>
            <p:spPr bwMode="auto">
              <a:xfrm>
                <a:off x="657" y="1997"/>
                <a:ext cx="389"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La</a:t>
                </a:r>
              </a:p>
            </p:txBody>
          </p:sp>
        </p:grpSp>
        <p:sp>
          <p:nvSpPr>
            <p:cNvPr id="152639" name="Text Box 81"/>
            <p:cNvSpPr txBox="1">
              <a:spLocks noChangeArrowheads="1"/>
            </p:cNvSpPr>
            <p:nvPr/>
          </p:nvSpPr>
          <p:spPr bwMode="auto">
            <a:xfrm>
              <a:off x="1978" y="1772"/>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52640" name="Text Box 82"/>
            <p:cNvSpPr txBox="1">
              <a:spLocks noChangeArrowheads="1"/>
            </p:cNvSpPr>
            <p:nvPr/>
          </p:nvSpPr>
          <p:spPr bwMode="auto">
            <a:xfrm>
              <a:off x="1082" y="2774"/>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52641" name="Text Box 83"/>
            <p:cNvSpPr txBox="1">
              <a:spLocks noChangeArrowheads="1"/>
            </p:cNvSpPr>
            <p:nvPr/>
          </p:nvSpPr>
          <p:spPr bwMode="auto">
            <a:xfrm>
              <a:off x="1786" y="2774"/>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4</a:t>
              </a:r>
            </a:p>
          </p:txBody>
        </p:sp>
        <p:sp>
          <p:nvSpPr>
            <p:cNvPr id="152642" name="Text Box 84"/>
            <p:cNvSpPr txBox="1">
              <a:spLocks noChangeArrowheads="1"/>
            </p:cNvSpPr>
            <p:nvPr/>
          </p:nvSpPr>
          <p:spPr bwMode="auto">
            <a:xfrm>
              <a:off x="2529" y="2800"/>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6</a:t>
              </a:r>
            </a:p>
          </p:txBody>
        </p:sp>
        <p:sp>
          <p:nvSpPr>
            <p:cNvPr id="152643" name="Text Box 85"/>
            <p:cNvSpPr txBox="1">
              <a:spLocks noChangeArrowheads="1"/>
            </p:cNvSpPr>
            <p:nvPr/>
          </p:nvSpPr>
          <p:spPr bwMode="auto">
            <a:xfrm>
              <a:off x="2723" y="1772"/>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7</a:t>
              </a:r>
            </a:p>
          </p:txBody>
        </p:sp>
        <p:sp>
          <p:nvSpPr>
            <p:cNvPr id="152644" name="Text Box 86"/>
            <p:cNvSpPr txBox="1">
              <a:spLocks noChangeArrowheads="1"/>
            </p:cNvSpPr>
            <p:nvPr/>
          </p:nvSpPr>
          <p:spPr bwMode="auto">
            <a:xfrm>
              <a:off x="3514" y="1772"/>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8</a:t>
              </a:r>
            </a:p>
          </p:txBody>
        </p:sp>
        <p:sp>
          <p:nvSpPr>
            <p:cNvPr id="152645" name="Text Box 88"/>
            <p:cNvSpPr txBox="1">
              <a:spLocks noChangeArrowheads="1"/>
            </p:cNvSpPr>
            <p:nvPr/>
          </p:nvSpPr>
          <p:spPr bwMode="auto">
            <a:xfrm>
              <a:off x="3322" y="2800"/>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8</a:t>
              </a:r>
            </a:p>
          </p:txBody>
        </p:sp>
        <p:sp>
          <p:nvSpPr>
            <p:cNvPr id="152646" name="Text Box 90"/>
            <p:cNvSpPr txBox="1">
              <a:spLocks noChangeArrowheads="1"/>
            </p:cNvSpPr>
            <p:nvPr/>
          </p:nvSpPr>
          <p:spPr bwMode="auto">
            <a:xfrm>
              <a:off x="3965" y="2800"/>
              <a:ext cx="31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10</a:t>
              </a:r>
            </a:p>
          </p:txBody>
        </p:sp>
        <p:sp>
          <p:nvSpPr>
            <p:cNvPr id="152647" name="Text Box 91"/>
            <p:cNvSpPr txBox="1">
              <a:spLocks noChangeArrowheads="1"/>
            </p:cNvSpPr>
            <p:nvPr/>
          </p:nvSpPr>
          <p:spPr bwMode="auto">
            <a:xfrm>
              <a:off x="4691" y="2800"/>
              <a:ext cx="29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11</a:t>
              </a:r>
            </a:p>
          </p:txBody>
        </p:sp>
        <p:grpSp>
          <p:nvGrpSpPr>
            <p:cNvPr id="158798" name="Group 92"/>
            <p:cNvGrpSpPr/>
            <p:nvPr/>
          </p:nvGrpSpPr>
          <p:grpSpPr>
            <a:xfrm>
              <a:off x="2433" y="1868"/>
              <a:ext cx="144" cy="192"/>
              <a:chOff x="2698" y="1622"/>
              <a:chExt cx="144" cy="192"/>
            </a:xfrm>
          </p:grpSpPr>
          <p:sp>
            <p:nvSpPr>
              <p:cNvPr id="152661" name="Line 93"/>
              <p:cNvSpPr>
                <a:spLocks noChangeShapeType="1"/>
              </p:cNvSpPr>
              <p:nvPr/>
            </p:nvSpPr>
            <p:spPr bwMode="auto">
              <a:xfrm flipH="1">
                <a:off x="2746" y="1622"/>
                <a:ext cx="48"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62" name="Line 94"/>
              <p:cNvSpPr>
                <a:spLocks noChangeShapeType="1"/>
              </p:cNvSpPr>
              <p:nvPr/>
            </p:nvSpPr>
            <p:spPr bwMode="auto">
              <a:xfrm>
                <a:off x="2698" y="1622"/>
                <a:ext cx="144"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58799" name="Group 95"/>
            <p:cNvGrpSpPr/>
            <p:nvPr/>
          </p:nvGrpSpPr>
          <p:grpSpPr>
            <a:xfrm>
              <a:off x="3081" y="2822"/>
              <a:ext cx="144" cy="192"/>
              <a:chOff x="2698" y="1622"/>
              <a:chExt cx="144" cy="192"/>
            </a:xfrm>
          </p:grpSpPr>
          <p:sp>
            <p:nvSpPr>
              <p:cNvPr id="152659" name="Line 96"/>
              <p:cNvSpPr>
                <a:spLocks noChangeShapeType="1"/>
              </p:cNvSpPr>
              <p:nvPr/>
            </p:nvSpPr>
            <p:spPr bwMode="auto">
              <a:xfrm flipH="1">
                <a:off x="2746" y="1622"/>
                <a:ext cx="48"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60" name="Line 97"/>
              <p:cNvSpPr>
                <a:spLocks noChangeShapeType="1"/>
              </p:cNvSpPr>
              <p:nvPr/>
            </p:nvSpPr>
            <p:spPr bwMode="auto">
              <a:xfrm>
                <a:off x="2698" y="1622"/>
                <a:ext cx="144"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58800" name="Group 98"/>
            <p:cNvGrpSpPr/>
            <p:nvPr/>
          </p:nvGrpSpPr>
          <p:grpSpPr>
            <a:xfrm>
              <a:off x="228" y="2816"/>
              <a:ext cx="528" cy="240"/>
              <a:chOff x="1968" y="1344"/>
              <a:chExt cx="528" cy="240"/>
            </a:xfrm>
          </p:grpSpPr>
          <p:sp>
            <p:nvSpPr>
              <p:cNvPr id="152657" name="Rectangle 99"/>
              <p:cNvSpPr>
                <a:spLocks noChangeArrowheads="1"/>
              </p:cNvSpPr>
              <p:nvPr/>
            </p:nvSpPr>
            <p:spPr bwMode="auto">
              <a:xfrm>
                <a:off x="1968" y="1344"/>
                <a:ext cx="384" cy="240"/>
              </a:xfrm>
              <a:prstGeom prst="rect">
                <a:avLst/>
              </a:prstGeom>
              <a:solidFill>
                <a:srgbClr val="CCFFCC"/>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58" name="Rectangle 100"/>
              <p:cNvSpPr>
                <a:spLocks noChangeArrowheads="1"/>
              </p:cNvSpPr>
              <p:nvPr/>
            </p:nvSpPr>
            <p:spPr bwMode="auto">
              <a:xfrm>
                <a:off x="2352" y="1344"/>
                <a:ext cx="144" cy="240"/>
              </a:xfrm>
              <a:prstGeom prst="rect">
                <a:avLst/>
              </a:prstGeom>
              <a:solidFill>
                <a:srgbClr val="CCFFCC"/>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2651" name="Line 101"/>
            <p:cNvSpPr>
              <a:spLocks noChangeShapeType="1"/>
            </p:cNvSpPr>
            <p:nvPr/>
          </p:nvSpPr>
          <p:spPr bwMode="auto">
            <a:xfrm>
              <a:off x="708" y="2960"/>
              <a:ext cx="288"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158802" name="Group 102"/>
            <p:cNvGrpSpPr/>
            <p:nvPr/>
          </p:nvGrpSpPr>
          <p:grpSpPr>
            <a:xfrm>
              <a:off x="756" y="2870"/>
              <a:ext cx="144" cy="192"/>
              <a:chOff x="2698" y="1622"/>
              <a:chExt cx="144" cy="192"/>
            </a:xfrm>
          </p:grpSpPr>
          <p:sp>
            <p:nvSpPr>
              <p:cNvPr id="152655" name="Line 103"/>
              <p:cNvSpPr>
                <a:spLocks noChangeShapeType="1"/>
              </p:cNvSpPr>
              <p:nvPr/>
            </p:nvSpPr>
            <p:spPr bwMode="auto">
              <a:xfrm flipH="1">
                <a:off x="2746" y="1622"/>
                <a:ext cx="48"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56" name="Line 104"/>
              <p:cNvSpPr>
                <a:spLocks noChangeShapeType="1"/>
              </p:cNvSpPr>
              <p:nvPr/>
            </p:nvSpPr>
            <p:spPr bwMode="auto">
              <a:xfrm>
                <a:off x="2698" y="1622"/>
                <a:ext cx="144"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2653" name="AutoShape 185"/>
            <p:cNvSpPr>
              <a:spLocks noChangeArrowheads="1"/>
            </p:cNvSpPr>
            <p:nvPr/>
          </p:nvSpPr>
          <p:spPr bwMode="auto">
            <a:xfrm>
              <a:off x="2582" y="1166"/>
              <a:ext cx="288" cy="364"/>
            </a:xfrm>
            <a:prstGeom prst="downArrow">
              <a:avLst>
                <a:gd name="adj1" fmla="val 50000"/>
                <a:gd name="adj2" fmla="val 34371"/>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2654" name="Text Box 186"/>
            <p:cNvSpPr txBox="1">
              <a:spLocks noChangeArrowheads="1"/>
            </p:cNvSpPr>
            <p:nvPr/>
          </p:nvSpPr>
          <p:spPr bwMode="auto">
            <a:xfrm>
              <a:off x="3105" y="1161"/>
              <a:ext cx="953" cy="327"/>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50000"/>
                </a:spcBef>
                <a:spcAft>
                  <a:spcPct val="0"/>
                </a:spcAft>
                <a:buClrTx/>
                <a:buSzTx/>
                <a:buFontTx/>
                <a:buNone/>
                <a:defRPr/>
              </a:pPr>
              <a:r>
                <a:rPr kumimoji="0" lang="zh-CN" altLang="en-US" sz="2800" b="1" i="0" u="none" strike="noStrike" kern="1200" cap="none" spc="0" normalizeH="0" baseline="0" noProof="0" dirty="0">
                  <a:ln>
                    <a:noFill/>
                  </a:ln>
                  <a:solidFill>
                    <a:srgbClr val="FFC000"/>
                  </a:solidFill>
                  <a:effectLst/>
                  <a:uLnTx/>
                  <a:uFillTx/>
                  <a:latin typeface="+mn-lt"/>
                  <a:ea typeface="+mn-ea"/>
                  <a:cs typeface="+mn-ea"/>
                  <a:sym typeface="+mn-lt"/>
                </a:rPr>
                <a:t>合并后</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Text Box 5"/>
          <p:cNvSpPr txBox="1">
            <a:spLocks noChangeArrowheads="1"/>
          </p:cNvSpPr>
          <p:nvPr/>
        </p:nvSpPr>
        <p:spPr bwMode="auto">
          <a:xfrm>
            <a:off x="1608138" y="1327685"/>
            <a:ext cx="3817938" cy="621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50000"/>
              </a:lnSpc>
              <a:spcBef>
                <a:spcPts val="0"/>
              </a:spcBef>
              <a:spcAft>
                <a:spcPts val="0"/>
              </a:spcAft>
              <a:buClrTx/>
              <a:buSzTx/>
              <a:buFontTx/>
              <a:buNone/>
              <a:defRPr/>
            </a:pP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Lc </a:t>
            </a: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指向 </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La</a:t>
            </a:r>
          </a:p>
        </p:txBody>
      </p:sp>
      <p:sp>
        <p:nvSpPr>
          <p:cNvPr id="153606" name="Rectangle 10"/>
          <p:cNvSpPr>
            <a:spLocks noChangeArrowheads="1"/>
          </p:cNvSpPr>
          <p:nvPr/>
        </p:nvSpPr>
        <p:spPr bwMode="auto">
          <a:xfrm>
            <a:off x="722313" y="160338"/>
            <a:ext cx="8096250"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有序链表的合并 </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 【</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算法步骤</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endPar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endParaRPr>
          </a:p>
        </p:txBody>
      </p:sp>
      <p:grpSp>
        <p:nvGrpSpPr>
          <p:cNvPr id="159748" name="组合 18"/>
          <p:cNvGrpSpPr/>
          <p:nvPr/>
        </p:nvGrpSpPr>
        <p:grpSpPr>
          <a:xfrm>
            <a:off x="852488" y="1384300"/>
            <a:ext cx="487362" cy="584200"/>
            <a:chOff x="685009" y="1514252"/>
            <a:chExt cx="365522" cy="438150"/>
          </a:xfrm>
        </p:grpSpPr>
        <p:sp>
          <p:nvSpPr>
            <p:cNvPr id="20" name="Flowchart: Off-page Connector 108"/>
            <p:cNvSpPr/>
            <p:nvPr/>
          </p:nvSpPr>
          <p:spPr bwMode="auto">
            <a:xfrm>
              <a:off x="704059" y="1529730"/>
              <a:ext cx="317897" cy="422672"/>
            </a:xfrm>
            <a:prstGeom prst="flowChartOffpageConnector">
              <a:avLst/>
            </a:prstGeom>
            <a:solidFill>
              <a:srgbClr val="C0504D"/>
            </a:solidFill>
            <a:ln w="25400" cap="flat" cmpd="sng" algn="ctr">
              <a:noFill/>
              <a:prstDash val="solid"/>
            </a:ln>
            <a:effectLst/>
          </p:spPr>
          <p:txBody>
            <a:bodyPr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zh-CN" altLang="zh-CN" sz="13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21" name="Oval 111"/>
            <p:cNvSpPr/>
            <p:nvPr/>
          </p:nvSpPr>
          <p:spPr bwMode="auto">
            <a:xfrm>
              <a:off x="685009" y="1514252"/>
              <a:ext cx="365522" cy="419100"/>
            </a:xfrm>
            <a:prstGeom prst="ellipse">
              <a:avLst/>
            </a:prstGeom>
            <a:noFill/>
            <a:ln w="6350" cap="flat" cmpd="sng" algn="ctr">
              <a:noFill/>
              <a:prstDash val="solid"/>
            </a:ln>
            <a:effectLst/>
          </p:spPr>
          <p:txBody>
            <a:bodyPr anchor="ct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en-US" sz="1800" b="0"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1</a:t>
              </a:r>
              <a:endParaRPr kumimoji="0" lang="en-US" altLang="zh-CN" sz="1800" b="0" i="0" u="none" strike="noStrike" kern="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endParaRPr>
            </a:p>
          </p:txBody>
        </p:sp>
      </p:grpSp>
      <p:grpSp>
        <p:nvGrpSpPr>
          <p:cNvPr id="2" name="组合 1"/>
          <p:cNvGrpSpPr/>
          <p:nvPr/>
        </p:nvGrpSpPr>
        <p:grpSpPr>
          <a:xfrm>
            <a:off x="814388" y="2195462"/>
            <a:ext cx="7859289" cy="1221681"/>
            <a:chOff x="814388" y="2214711"/>
            <a:chExt cx="7859289" cy="1221681"/>
          </a:xfrm>
        </p:grpSpPr>
        <p:sp>
          <p:nvSpPr>
            <p:cNvPr id="600070" name="Text Box 6"/>
            <p:cNvSpPr txBox="1">
              <a:spLocks noChangeArrowheads="1"/>
            </p:cNvSpPr>
            <p:nvPr/>
          </p:nvSpPr>
          <p:spPr bwMode="auto">
            <a:xfrm>
              <a:off x="1618827" y="2214711"/>
              <a:ext cx="7054850" cy="12216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50000"/>
                </a:lnSpc>
                <a:spcBef>
                  <a:spcPts val="0"/>
                </a:spcBef>
                <a:spcAft>
                  <a:spcPts val="0"/>
                </a:spcAft>
                <a:buClrTx/>
                <a:buSzTx/>
                <a:buFontTx/>
                <a:buNone/>
                <a:defRPr/>
              </a:pP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依次从 </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La </a:t>
              </a: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或 </a:t>
              </a:r>
              <a:r>
                <a:rPr kumimoji="0" lang="en-US" altLang="zh-CN" sz="2600" b="0" i="0" u="none" strike="noStrike" kern="1200" cap="none" spc="0" normalizeH="0" baseline="0" noProof="0" dirty="0" err="1">
                  <a:ln>
                    <a:noFill/>
                  </a:ln>
                  <a:solidFill>
                    <a:schemeClr val="tx1"/>
                  </a:solidFill>
                  <a:effectLst/>
                  <a:uLnTx/>
                  <a:uFillTx/>
                  <a:latin typeface="+mn-lt"/>
                  <a:ea typeface="+mn-ea"/>
                  <a:cs typeface="+mn-ea"/>
                  <a:sym typeface="+mn-lt"/>
                </a:rPr>
                <a:t>Lb</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中</a:t>
              </a:r>
              <a:r>
                <a:rPr kumimoji="0" lang="zh-CN" altLang="en-US" sz="2600" b="0" i="0" u="none" strike="noStrike" kern="1200" cap="none" spc="0" normalizeH="0" baseline="0" noProof="0" dirty="0">
                  <a:ln>
                    <a:noFill/>
                  </a:ln>
                  <a:solidFill>
                    <a:srgbClr val="FF0000"/>
                  </a:solidFill>
                  <a:effectLst/>
                  <a:uLnTx/>
                  <a:uFillTx/>
                  <a:latin typeface="+mn-lt"/>
                  <a:ea typeface="+mn-ea"/>
                  <a:cs typeface="+mn-ea"/>
                  <a:sym typeface="+mn-lt"/>
                </a:rPr>
                <a:t>“摘取”元素值较小的结点</a:t>
              </a:r>
              <a:r>
                <a:rPr kumimoji="0" lang="zh-CN" altLang="en-US" sz="2600" b="0" i="0" u="none" strike="noStrike" kern="1200" cap="none" spc="0" normalizeH="0" baseline="0" noProof="0" dirty="0">
                  <a:ln>
                    <a:noFill/>
                  </a:ln>
                  <a:effectLst/>
                  <a:uLnTx/>
                  <a:uFillTx/>
                  <a:latin typeface="+mn-lt"/>
                  <a:ea typeface="+mn-ea"/>
                  <a:cs typeface="+mn-ea"/>
                  <a:sym typeface="+mn-lt"/>
                </a:rPr>
                <a:t>插入到 </a:t>
              </a:r>
              <a:r>
                <a:rPr kumimoji="0" lang="en-US" altLang="zh-CN" sz="2600" b="0" i="0" u="none" strike="noStrike" kern="1200" cap="none" spc="0" normalizeH="0" baseline="0" noProof="0" dirty="0" err="1">
                  <a:ln>
                    <a:noFill/>
                  </a:ln>
                  <a:effectLst/>
                  <a:uLnTx/>
                  <a:uFillTx/>
                  <a:latin typeface="+mn-lt"/>
                  <a:ea typeface="+mn-ea"/>
                  <a:cs typeface="+mn-ea"/>
                  <a:sym typeface="+mn-lt"/>
                </a:rPr>
                <a:t>Lc</a:t>
              </a:r>
              <a:r>
                <a:rPr kumimoji="0" lang="en-US" altLang="zh-CN" sz="2600" b="0" i="0" u="none" strike="noStrike" kern="1200" cap="none" spc="0" normalizeH="0" baseline="0" noProof="0" dirty="0">
                  <a:ln>
                    <a:noFill/>
                  </a:ln>
                  <a:effectLst/>
                  <a:uLnTx/>
                  <a:uFillTx/>
                  <a:latin typeface="+mn-lt"/>
                  <a:ea typeface="+mn-ea"/>
                  <a:cs typeface="+mn-ea"/>
                  <a:sym typeface="+mn-lt"/>
                </a:rPr>
                <a:t> </a:t>
              </a:r>
              <a:r>
                <a:rPr kumimoji="0" lang="zh-CN" altLang="en-US" sz="2600" b="0" i="0" u="none" strike="noStrike" kern="1200" cap="none" spc="0" normalizeH="0" baseline="0" noProof="0" dirty="0">
                  <a:ln>
                    <a:noFill/>
                  </a:ln>
                  <a:effectLst/>
                  <a:uLnTx/>
                  <a:uFillTx/>
                  <a:latin typeface="+mn-lt"/>
                  <a:ea typeface="+mn-ea"/>
                  <a:cs typeface="+mn-ea"/>
                  <a:sym typeface="+mn-lt"/>
                </a:rPr>
                <a:t>表的最后</a:t>
              </a: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，直至其中一个表变空为止</a:t>
              </a:r>
            </a:p>
          </p:txBody>
        </p:sp>
        <p:grpSp>
          <p:nvGrpSpPr>
            <p:cNvPr id="159764" name="组合 21"/>
            <p:cNvGrpSpPr/>
            <p:nvPr/>
          </p:nvGrpSpPr>
          <p:grpSpPr>
            <a:xfrm>
              <a:off x="814388" y="2506809"/>
              <a:ext cx="487362" cy="675660"/>
              <a:chOff x="656434" y="2152540"/>
              <a:chExt cx="365522" cy="506745"/>
            </a:xfrm>
          </p:grpSpPr>
          <p:sp>
            <p:nvSpPr>
              <p:cNvPr id="23" name="Flowchart: Off-page Connector 109"/>
              <p:cNvSpPr/>
              <p:nvPr/>
            </p:nvSpPr>
            <p:spPr bwMode="auto">
              <a:xfrm>
                <a:off x="704059" y="2236614"/>
                <a:ext cx="317897" cy="422671"/>
              </a:xfrm>
              <a:prstGeom prst="flowChartOffpageConnector">
                <a:avLst/>
              </a:prstGeom>
              <a:solidFill>
                <a:srgbClr val="4F81BD"/>
              </a:solidFill>
              <a:ln w="25400" cap="flat" cmpd="sng" algn="ctr">
                <a:noFill/>
                <a:prstDash val="solid"/>
              </a:ln>
              <a:effectLst/>
            </p:spPr>
            <p:txBody>
              <a:bodyPr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zh-CN" altLang="zh-CN" sz="13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24" name="Oval 112"/>
              <p:cNvSpPr/>
              <p:nvPr/>
            </p:nvSpPr>
            <p:spPr bwMode="auto">
              <a:xfrm>
                <a:off x="656434" y="2152540"/>
                <a:ext cx="365522" cy="455548"/>
              </a:xfrm>
              <a:prstGeom prst="ellipse">
                <a:avLst/>
              </a:prstGeom>
              <a:noFill/>
              <a:ln w="6350" cap="flat" cmpd="sng" algn="ctr">
                <a:noFill/>
                <a:prstDash val="solid"/>
              </a:ln>
              <a:effectLst/>
            </p:spPr>
            <p:txBody>
              <a:bodyPr anchor="ct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en-US" sz="1800" b="0"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2</a:t>
                </a:r>
                <a:endParaRPr kumimoji="0" lang="en-US" altLang="zh-CN" sz="1800" b="0" i="0" u="none" strike="noStrike" kern="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endParaRPr>
              </a:p>
            </p:txBody>
          </p:sp>
        </p:grpSp>
      </p:grpSp>
      <p:grpSp>
        <p:nvGrpSpPr>
          <p:cNvPr id="4" name="组合 3"/>
          <p:cNvGrpSpPr/>
          <p:nvPr/>
        </p:nvGrpSpPr>
        <p:grpSpPr>
          <a:xfrm>
            <a:off x="846138" y="3640112"/>
            <a:ext cx="7848600" cy="1221681"/>
            <a:chOff x="846138" y="3640112"/>
            <a:chExt cx="7848600" cy="1221681"/>
          </a:xfrm>
        </p:grpSpPr>
        <p:sp>
          <p:nvSpPr>
            <p:cNvPr id="600071" name="Text Box 7"/>
            <p:cNvSpPr txBox="1">
              <a:spLocks noChangeArrowheads="1"/>
            </p:cNvSpPr>
            <p:nvPr/>
          </p:nvSpPr>
          <p:spPr bwMode="auto">
            <a:xfrm>
              <a:off x="1608138" y="3640112"/>
              <a:ext cx="7086600" cy="12216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50000"/>
                </a:lnSpc>
                <a:spcBef>
                  <a:spcPts val="0"/>
                </a:spcBef>
                <a:spcAft>
                  <a:spcPts val="0"/>
                </a:spcAft>
                <a:buClrTx/>
                <a:buSzTx/>
                <a:buFontTx/>
                <a:buNone/>
                <a:defRPr/>
              </a:pP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继续将 </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La </a:t>
              </a: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或 </a:t>
              </a:r>
              <a:r>
                <a:rPr kumimoji="0" lang="en-US" altLang="zh-CN" sz="2600" b="0" i="0" u="none" strike="noStrike" kern="1200" cap="none" spc="0" normalizeH="0" baseline="0" noProof="0" dirty="0" err="1">
                  <a:ln>
                    <a:noFill/>
                  </a:ln>
                  <a:solidFill>
                    <a:schemeClr val="tx1"/>
                  </a:solidFill>
                  <a:effectLst/>
                  <a:uLnTx/>
                  <a:uFillTx/>
                  <a:latin typeface="+mn-lt"/>
                  <a:ea typeface="+mn-ea"/>
                  <a:cs typeface="+mn-ea"/>
                  <a:sym typeface="+mn-lt"/>
                </a:rPr>
                <a:t>Lb</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表的剩余结点插入在 </a:t>
              </a:r>
              <a:r>
                <a:rPr kumimoji="0" lang="en-US" altLang="zh-CN" sz="2600" b="0" i="0" u="none" strike="noStrike" kern="1200" cap="none" spc="0" normalizeH="0" baseline="0" noProof="0" dirty="0" err="1">
                  <a:ln>
                    <a:noFill/>
                  </a:ln>
                  <a:effectLst/>
                  <a:uLnTx/>
                  <a:uFillTx/>
                  <a:latin typeface="+mn-lt"/>
                  <a:ea typeface="+mn-ea"/>
                  <a:cs typeface="+mn-ea"/>
                  <a:sym typeface="+mn-lt"/>
                </a:rPr>
                <a:t>Lc</a:t>
              </a:r>
              <a:r>
                <a:rPr kumimoji="0" lang="en-US" altLang="zh-CN" sz="2600" b="0" i="0" u="none" strike="noStrike" kern="1200" cap="none" spc="0" normalizeH="0" baseline="0" noProof="0" dirty="0">
                  <a:ln>
                    <a:noFill/>
                  </a:ln>
                  <a:effectLst/>
                  <a:uLnTx/>
                  <a:uFillTx/>
                  <a:latin typeface="+mn-lt"/>
                  <a:ea typeface="+mn-ea"/>
                  <a:cs typeface="+mn-ea"/>
                  <a:sym typeface="+mn-lt"/>
                </a:rPr>
                <a:t> </a:t>
              </a:r>
              <a:r>
                <a:rPr kumimoji="0" lang="zh-CN" altLang="en-US" sz="2600" b="0" i="0" u="none" strike="noStrike" kern="1200" cap="none" spc="0" normalizeH="0" baseline="0" noProof="0" dirty="0">
                  <a:ln>
                    <a:noFill/>
                  </a:ln>
                  <a:effectLst/>
                  <a:uLnTx/>
                  <a:uFillTx/>
                  <a:latin typeface="+mn-lt"/>
                  <a:ea typeface="+mn-ea"/>
                  <a:cs typeface="+mn-ea"/>
                  <a:sym typeface="+mn-lt"/>
                </a:rPr>
                <a:t>表的最后</a:t>
              </a:r>
            </a:p>
          </p:txBody>
        </p:sp>
        <p:grpSp>
          <p:nvGrpSpPr>
            <p:cNvPr id="159759" name="组合 24"/>
            <p:cNvGrpSpPr/>
            <p:nvPr/>
          </p:nvGrpSpPr>
          <p:grpSpPr>
            <a:xfrm>
              <a:off x="846138" y="3907760"/>
              <a:ext cx="487362" cy="622146"/>
              <a:chOff x="680246" y="3036563"/>
              <a:chExt cx="365522" cy="466609"/>
            </a:xfrm>
          </p:grpSpPr>
          <p:sp>
            <p:nvSpPr>
              <p:cNvPr id="26" name="Flowchart: Off-page Connector 110"/>
              <p:cNvSpPr/>
              <p:nvPr/>
            </p:nvSpPr>
            <p:spPr bwMode="auto">
              <a:xfrm>
                <a:off x="700948" y="3080501"/>
                <a:ext cx="317897" cy="422671"/>
              </a:xfrm>
              <a:prstGeom prst="flowChartOffpageConnector">
                <a:avLst/>
              </a:prstGeom>
              <a:solidFill>
                <a:schemeClr val="bg2">
                  <a:lumMod val="60000"/>
                  <a:lumOff val="40000"/>
                </a:schemeClr>
              </a:solidFill>
              <a:ln w="25400" cap="flat" cmpd="sng" algn="ctr">
                <a:noFill/>
                <a:prstDash val="solid"/>
              </a:ln>
              <a:effectLst/>
            </p:spPr>
            <p:txBody>
              <a:bodyPr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zh-CN" altLang="zh-CN" sz="13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27" name="Oval 113"/>
              <p:cNvSpPr/>
              <p:nvPr/>
            </p:nvSpPr>
            <p:spPr bwMode="auto">
              <a:xfrm>
                <a:off x="680246" y="3036563"/>
                <a:ext cx="365522" cy="419100"/>
              </a:xfrm>
              <a:prstGeom prst="ellipse">
                <a:avLst/>
              </a:prstGeom>
              <a:noFill/>
              <a:ln w="6350" cap="flat" cmpd="sng" algn="ctr">
                <a:noFill/>
                <a:prstDash val="solid"/>
              </a:ln>
              <a:effectLst/>
            </p:spPr>
            <p:txBody>
              <a:bodyPr anchor="ct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en-US" sz="1800" b="0"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3</a:t>
                </a:r>
                <a:endParaRPr kumimoji="0" lang="en-US" altLang="zh-CN" sz="1800" b="0" i="0" u="none" strike="noStrike" kern="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endParaRPr>
              </a:p>
            </p:txBody>
          </p:sp>
        </p:grpSp>
      </p:grpSp>
      <p:grpSp>
        <p:nvGrpSpPr>
          <p:cNvPr id="5" name="组合 4"/>
          <p:cNvGrpSpPr/>
          <p:nvPr/>
        </p:nvGrpSpPr>
        <p:grpSpPr>
          <a:xfrm>
            <a:off x="877888" y="5084764"/>
            <a:ext cx="4130008" cy="644806"/>
            <a:chOff x="877888" y="5084764"/>
            <a:chExt cx="4130008" cy="644806"/>
          </a:xfrm>
        </p:grpSpPr>
        <p:sp>
          <p:nvSpPr>
            <p:cNvPr id="600072" name="Text Box 8"/>
            <p:cNvSpPr txBox="1">
              <a:spLocks noChangeArrowheads="1"/>
            </p:cNvSpPr>
            <p:nvPr/>
          </p:nvSpPr>
          <p:spPr bwMode="auto">
            <a:xfrm>
              <a:off x="1618827" y="5108053"/>
              <a:ext cx="3389069" cy="621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50000"/>
                </a:lnSpc>
                <a:spcBef>
                  <a:spcPts val="0"/>
                </a:spcBef>
                <a:spcAft>
                  <a:spcPts val="0"/>
                </a:spcAft>
                <a:buClrTx/>
                <a:buSzTx/>
                <a:buFontTx/>
                <a:buNone/>
                <a:defRPr/>
              </a:pP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释放 </a:t>
              </a:r>
              <a:r>
                <a:rPr kumimoji="0" lang="en-US" altLang="zh-CN" sz="2600" b="0" i="0" u="none" strike="noStrike" kern="1200" cap="none" spc="0" normalizeH="0" baseline="0" noProof="0" dirty="0" err="1">
                  <a:ln>
                    <a:noFill/>
                  </a:ln>
                  <a:solidFill>
                    <a:schemeClr val="tx1"/>
                  </a:solidFill>
                  <a:effectLst/>
                  <a:uLnTx/>
                  <a:uFillTx/>
                  <a:latin typeface="+mn-lt"/>
                  <a:ea typeface="+mn-ea"/>
                  <a:cs typeface="+mn-ea"/>
                  <a:sym typeface="+mn-lt"/>
                </a:rPr>
                <a:t>Lb</a:t>
              </a:r>
              <a:r>
                <a:rPr kumimoji="0" lang="en-US" altLang="zh-CN" sz="26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zh-CN" altLang="en-US" sz="2600" b="0" i="0" u="none" strike="noStrike" kern="1200" cap="none" spc="0" normalizeH="0" baseline="0" noProof="0" dirty="0">
                  <a:ln>
                    <a:noFill/>
                  </a:ln>
                  <a:solidFill>
                    <a:schemeClr val="tx1"/>
                  </a:solidFill>
                  <a:effectLst/>
                  <a:uLnTx/>
                  <a:uFillTx/>
                  <a:latin typeface="+mn-lt"/>
                  <a:ea typeface="+mn-ea"/>
                  <a:cs typeface="+mn-ea"/>
                  <a:sym typeface="+mn-lt"/>
                </a:rPr>
                <a:t>表的表头结点</a:t>
              </a:r>
            </a:p>
          </p:txBody>
        </p:sp>
        <p:grpSp>
          <p:nvGrpSpPr>
            <p:cNvPr id="159754" name="组合 27"/>
            <p:cNvGrpSpPr/>
            <p:nvPr/>
          </p:nvGrpSpPr>
          <p:grpSpPr>
            <a:xfrm>
              <a:off x="877888" y="5084764"/>
              <a:ext cx="488950" cy="616958"/>
              <a:chOff x="704059" y="3810967"/>
              <a:chExt cx="366713" cy="462720"/>
            </a:xfrm>
          </p:grpSpPr>
          <p:sp>
            <p:nvSpPr>
              <p:cNvPr id="29" name="Flowchart: Off-page Connector 104"/>
              <p:cNvSpPr/>
              <p:nvPr/>
            </p:nvSpPr>
            <p:spPr bwMode="auto">
              <a:xfrm>
                <a:off x="708822" y="3892686"/>
                <a:ext cx="317897" cy="381001"/>
              </a:xfrm>
              <a:prstGeom prst="flowChartOffpageConnector">
                <a:avLst/>
              </a:prstGeom>
              <a:solidFill>
                <a:srgbClr val="4BACC6"/>
              </a:solidFill>
              <a:ln w="25400" cap="flat" cmpd="sng" algn="ctr">
                <a:noFill/>
                <a:prstDash val="solid"/>
              </a:ln>
              <a:effectLst/>
            </p:spPr>
            <p:txBody>
              <a:bodyPr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zh-CN" altLang="zh-CN" sz="13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30" name="Oval 107"/>
              <p:cNvSpPr/>
              <p:nvPr/>
            </p:nvSpPr>
            <p:spPr bwMode="auto">
              <a:xfrm>
                <a:off x="704059" y="3810967"/>
                <a:ext cx="366713" cy="419101"/>
              </a:xfrm>
              <a:prstGeom prst="ellipse">
                <a:avLst/>
              </a:prstGeom>
              <a:noFill/>
              <a:ln w="6350" cap="flat" cmpd="sng" algn="ctr">
                <a:noFill/>
                <a:prstDash val="solid"/>
              </a:ln>
              <a:effectLst/>
            </p:spPr>
            <p:txBody>
              <a:bodyPr anchor="ct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en-US" sz="1800" b="0"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4</a:t>
                </a:r>
                <a:endParaRPr kumimoji="0" lang="en-US" altLang="zh-CN" sz="1800" b="0" i="0" u="none" strike="noStrike" kern="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10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矩形 1"/>
          <p:cNvSpPr/>
          <p:nvPr/>
        </p:nvSpPr>
        <p:spPr>
          <a:xfrm>
            <a:off x="0" y="1412875"/>
            <a:ext cx="9144000" cy="3930650"/>
          </a:xfrm>
          <a:prstGeom prst="rect">
            <a:avLst/>
          </a:prstGeom>
          <a:solidFill>
            <a:srgbClr val="EAEAEA"/>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586864" name="Rectangle 112"/>
          <p:cNvSpPr>
            <a:spLocks noChangeArrowheads="1"/>
          </p:cNvSpPr>
          <p:nvPr/>
        </p:nvSpPr>
        <p:spPr bwMode="auto">
          <a:xfrm>
            <a:off x="827088" y="201613"/>
            <a:ext cx="6764338"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有序链表的合并（初始化）</a:t>
            </a:r>
          </a:p>
        </p:txBody>
      </p:sp>
      <p:sp>
        <p:nvSpPr>
          <p:cNvPr id="154627" name="Text Box 125"/>
          <p:cNvSpPr txBox="1">
            <a:spLocks noChangeArrowheads="1"/>
          </p:cNvSpPr>
          <p:nvPr/>
        </p:nvSpPr>
        <p:spPr bwMode="auto">
          <a:xfrm>
            <a:off x="2286000" y="2432050"/>
            <a:ext cx="6175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dirty="0">
                <a:ln>
                  <a:noFill/>
                </a:ln>
                <a:solidFill>
                  <a:schemeClr val="tx1"/>
                </a:solidFill>
                <a:effectLst/>
                <a:uLnTx/>
                <a:uFillTx/>
                <a:latin typeface="+mn-lt"/>
                <a:ea typeface="+mn-ea"/>
                <a:cs typeface="+mn-ea"/>
                <a:sym typeface="+mn-lt"/>
              </a:rPr>
              <a:t>pa</a:t>
            </a:r>
          </a:p>
        </p:txBody>
      </p:sp>
      <p:sp>
        <p:nvSpPr>
          <p:cNvPr id="154628" name="Line 127"/>
          <p:cNvSpPr>
            <a:spLocks noChangeShapeType="1"/>
          </p:cNvSpPr>
          <p:nvPr/>
        </p:nvSpPr>
        <p:spPr bwMode="auto">
          <a:xfrm flipV="1">
            <a:off x="2522538" y="2190750"/>
            <a:ext cx="0" cy="381000"/>
          </a:xfrm>
          <a:prstGeom prst="line">
            <a:avLst/>
          </a:prstGeom>
          <a:noFill/>
          <a:ln w="5715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4629" name="Line 180"/>
          <p:cNvSpPr>
            <a:spLocks noChangeShapeType="1"/>
          </p:cNvSpPr>
          <p:nvPr/>
        </p:nvSpPr>
        <p:spPr bwMode="auto">
          <a:xfrm>
            <a:off x="801688" y="2066925"/>
            <a:ext cx="381000" cy="0"/>
          </a:xfrm>
          <a:prstGeom prst="line">
            <a:avLst/>
          </a:prstGeom>
          <a:noFill/>
          <a:ln w="38100">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4630" name="Text Box 181"/>
          <p:cNvSpPr txBox="1">
            <a:spLocks noChangeArrowheads="1"/>
          </p:cNvSpPr>
          <p:nvPr/>
        </p:nvSpPr>
        <p:spPr bwMode="auto">
          <a:xfrm>
            <a:off x="168275" y="1728788"/>
            <a:ext cx="56197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La</a:t>
            </a:r>
          </a:p>
        </p:txBody>
      </p:sp>
      <p:grpSp>
        <p:nvGrpSpPr>
          <p:cNvPr id="160775" name="Group 133"/>
          <p:cNvGrpSpPr/>
          <p:nvPr/>
        </p:nvGrpSpPr>
        <p:grpSpPr bwMode="auto">
          <a:xfrm>
            <a:off x="2325914" y="1838779"/>
            <a:ext cx="838200" cy="381000"/>
            <a:chOff x="1968" y="1344"/>
            <a:chExt cx="528" cy="240"/>
          </a:xfrm>
          <a:solidFill>
            <a:srgbClr val="D7D7FF"/>
          </a:solidFill>
        </p:grpSpPr>
        <p:sp>
          <p:nvSpPr>
            <p:cNvPr id="154688" name="Rectangle 134"/>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4689" name="Rectangle 135"/>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0776" name="Group 136"/>
          <p:cNvGrpSpPr/>
          <p:nvPr/>
        </p:nvGrpSpPr>
        <p:grpSpPr bwMode="auto">
          <a:xfrm>
            <a:off x="3545114" y="1838779"/>
            <a:ext cx="838200" cy="381000"/>
            <a:chOff x="1968" y="1344"/>
            <a:chExt cx="528" cy="240"/>
          </a:xfrm>
          <a:solidFill>
            <a:srgbClr val="D7D7FF"/>
          </a:solidFill>
        </p:grpSpPr>
        <p:sp>
          <p:nvSpPr>
            <p:cNvPr id="154686" name="Rectangle 137"/>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4687" name="Rectangle 138"/>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0777" name="Group 139"/>
          <p:cNvGrpSpPr/>
          <p:nvPr/>
        </p:nvGrpSpPr>
        <p:grpSpPr bwMode="auto">
          <a:xfrm>
            <a:off x="4764314" y="1838779"/>
            <a:ext cx="838200" cy="381000"/>
            <a:chOff x="1968" y="1344"/>
            <a:chExt cx="528" cy="240"/>
          </a:xfrm>
          <a:solidFill>
            <a:srgbClr val="D7D7FF"/>
          </a:solidFill>
        </p:grpSpPr>
        <p:sp>
          <p:nvSpPr>
            <p:cNvPr id="154684" name="Rectangle 140"/>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4685" name="Rectangle 141"/>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0779" name="Group 142"/>
          <p:cNvGrpSpPr/>
          <p:nvPr/>
        </p:nvGrpSpPr>
        <p:grpSpPr>
          <a:xfrm>
            <a:off x="1182688" y="1838325"/>
            <a:ext cx="838200" cy="381000"/>
            <a:chOff x="1968" y="1344"/>
            <a:chExt cx="528" cy="240"/>
          </a:xfrm>
        </p:grpSpPr>
        <p:sp>
          <p:nvSpPr>
            <p:cNvPr id="154682" name="Rectangle 143"/>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4683" name="Rectangle 144"/>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4635" name="Line 166"/>
          <p:cNvSpPr>
            <a:spLocks noChangeShapeType="1"/>
          </p:cNvSpPr>
          <p:nvPr/>
        </p:nvSpPr>
        <p:spPr bwMode="auto">
          <a:xfrm>
            <a:off x="1868488" y="2066925"/>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4636" name="Line 167"/>
          <p:cNvSpPr>
            <a:spLocks noChangeShapeType="1"/>
          </p:cNvSpPr>
          <p:nvPr/>
        </p:nvSpPr>
        <p:spPr bwMode="auto">
          <a:xfrm>
            <a:off x="3087688" y="2066925"/>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4637" name="Line 168"/>
          <p:cNvSpPr>
            <a:spLocks noChangeShapeType="1"/>
          </p:cNvSpPr>
          <p:nvPr/>
        </p:nvSpPr>
        <p:spPr bwMode="auto">
          <a:xfrm>
            <a:off x="4306888" y="2066925"/>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4638" name="Text Box 182"/>
          <p:cNvSpPr txBox="1">
            <a:spLocks noChangeArrowheads="1"/>
          </p:cNvSpPr>
          <p:nvPr/>
        </p:nvSpPr>
        <p:spPr bwMode="auto">
          <a:xfrm>
            <a:off x="2441575" y="1771650"/>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54639" name="Text Box 186"/>
          <p:cNvSpPr txBox="1">
            <a:spLocks noChangeArrowheads="1"/>
          </p:cNvSpPr>
          <p:nvPr/>
        </p:nvSpPr>
        <p:spPr bwMode="auto">
          <a:xfrm>
            <a:off x="3624263" y="1771650"/>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7</a:t>
            </a:r>
          </a:p>
        </p:txBody>
      </p:sp>
      <p:sp>
        <p:nvSpPr>
          <p:cNvPr id="154640" name="Text Box 187"/>
          <p:cNvSpPr txBox="1">
            <a:spLocks noChangeArrowheads="1"/>
          </p:cNvSpPr>
          <p:nvPr/>
        </p:nvSpPr>
        <p:spPr bwMode="auto">
          <a:xfrm>
            <a:off x="4879975" y="1771650"/>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8</a:t>
            </a:r>
          </a:p>
        </p:txBody>
      </p:sp>
      <p:grpSp>
        <p:nvGrpSpPr>
          <p:cNvPr id="160785" name="Group 233"/>
          <p:cNvGrpSpPr/>
          <p:nvPr/>
        </p:nvGrpSpPr>
        <p:grpSpPr bwMode="auto">
          <a:xfrm>
            <a:off x="2222625" y="3836148"/>
            <a:ext cx="838200" cy="381000"/>
            <a:chOff x="1968" y="1344"/>
            <a:chExt cx="528" cy="240"/>
          </a:xfrm>
          <a:solidFill>
            <a:srgbClr val="D7D7FF"/>
          </a:solidFill>
        </p:grpSpPr>
        <p:sp>
          <p:nvSpPr>
            <p:cNvPr id="154680" name="Rectangle 234"/>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4681" name="Rectangle 235"/>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0786" name="Group 236"/>
          <p:cNvGrpSpPr/>
          <p:nvPr/>
        </p:nvGrpSpPr>
        <p:grpSpPr bwMode="auto">
          <a:xfrm>
            <a:off x="3365625" y="3836148"/>
            <a:ext cx="838200" cy="381000"/>
            <a:chOff x="1968" y="1344"/>
            <a:chExt cx="528" cy="240"/>
          </a:xfrm>
          <a:solidFill>
            <a:srgbClr val="D7D7FF"/>
          </a:solidFill>
        </p:grpSpPr>
        <p:sp>
          <p:nvSpPr>
            <p:cNvPr id="154678" name="Rectangle 237"/>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4679" name="Rectangle 238"/>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0787" name="Group 239"/>
          <p:cNvGrpSpPr/>
          <p:nvPr/>
        </p:nvGrpSpPr>
        <p:grpSpPr bwMode="auto">
          <a:xfrm>
            <a:off x="4584825" y="3836148"/>
            <a:ext cx="838200" cy="381000"/>
            <a:chOff x="1968" y="1344"/>
            <a:chExt cx="528" cy="240"/>
          </a:xfrm>
          <a:solidFill>
            <a:srgbClr val="D7D7FF"/>
          </a:solidFill>
        </p:grpSpPr>
        <p:sp>
          <p:nvSpPr>
            <p:cNvPr id="154676" name="Rectangle 240"/>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4677" name="Rectangle 241"/>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0788" name="Group 242"/>
          <p:cNvGrpSpPr/>
          <p:nvPr/>
        </p:nvGrpSpPr>
        <p:grpSpPr bwMode="auto">
          <a:xfrm>
            <a:off x="5804025" y="3836148"/>
            <a:ext cx="838200" cy="381000"/>
            <a:chOff x="1968" y="1344"/>
            <a:chExt cx="528" cy="240"/>
          </a:xfrm>
          <a:solidFill>
            <a:srgbClr val="D7D7FF"/>
          </a:solidFill>
        </p:grpSpPr>
        <p:sp>
          <p:nvSpPr>
            <p:cNvPr id="154674" name="Rectangle 243"/>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4675" name="Rectangle 244"/>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0789" name="Group 245"/>
          <p:cNvGrpSpPr/>
          <p:nvPr/>
        </p:nvGrpSpPr>
        <p:grpSpPr bwMode="auto">
          <a:xfrm>
            <a:off x="6947025" y="3836148"/>
            <a:ext cx="838200" cy="381000"/>
            <a:chOff x="1968" y="1344"/>
            <a:chExt cx="528" cy="240"/>
          </a:xfrm>
          <a:solidFill>
            <a:srgbClr val="D7D7FF"/>
          </a:solidFill>
        </p:grpSpPr>
        <p:sp>
          <p:nvSpPr>
            <p:cNvPr id="154672" name="Rectangle 246"/>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4673" name="Rectangle 247"/>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0790" name="Group 248"/>
          <p:cNvGrpSpPr/>
          <p:nvPr/>
        </p:nvGrpSpPr>
        <p:grpSpPr bwMode="auto">
          <a:xfrm>
            <a:off x="8090025" y="3836148"/>
            <a:ext cx="838200" cy="381000"/>
            <a:chOff x="1968" y="1344"/>
            <a:chExt cx="528" cy="240"/>
          </a:xfrm>
          <a:solidFill>
            <a:srgbClr val="D7D7FF"/>
          </a:solidFill>
        </p:grpSpPr>
        <p:sp>
          <p:nvSpPr>
            <p:cNvPr id="154670" name="Rectangle 249"/>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4671" name="Rectangle 250"/>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4647" name="Line 251"/>
          <p:cNvSpPr>
            <a:spLocks noChangeShapeType="1"/>
          </p:cNvSpPr>
          <p:nvPr/>
        </p:nvSpPr>
        <p:spPr bwMode="auto">
          <a:xfrm>
            <a:off x="2908300" y="3987800"/>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4648" name="Line 252"/>
          <p:cNvSpPr>
            <a:spLocks noChangeShapeType="1"/>
          </p:cNvSpPr>
          <p:nvPr/>
        </p:nvSpPr>
        <p:spPr bwMode="auto">
          <a:xfrm>
            <a:off x="5346700" y="3987800"/>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4649" name="Line 253"/>
          <p:cNvSpPr>
            <a:spLocks noChangeShapeType="1"/>
          </p:cNvSpPr>
          <p:nvPr/>
        </p:nvSpPr>
        <p:spPr bwMode="auto">
          <a:xfrm>
            <a:off x="6489700" y="3987800"/>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4650" name="Line 254"/>
          <p:cNvSpPr>
            <a:spLocks noChangeShapeType="1"/>
          </p:cNvSpPr>
          <p:nvPr/>
        </p:nvSpPr>
        <p:spPr bwMode="auto">
          <a:xfrm>
            <a:off x="4127500" y="3987800"/>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4651" name="Line 255"/>
          <p:cNvSpPr>
            <a:spLocks noChangeShapeType="1"/>
          </p:cNvSpPr>
          <p:nvPr/>
        </p:nvSpPr>
        <p:spPr bwMode="auto">
          <a:xfrm>
            <a:off x="7632700" y="3987800"/>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4652" name="Text Box 256"/>
          <p:cNvSpPr txBox="1">
            <a:spLocks noChangeArrowheads="1"/>
          </p:cNvSpPr>
          <p:nvPr/>
        </p:nvSpPr>
        <p:spPr bwMode="auto">
          <a:xfrm>
            <a:off x="2363788" y="3759200"/>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54653" name="Text Box 257"/>
          <p:cNvSpPr txBox="1">
            <a:spLocks noChangeArrowheads="1"/>
          </p:cNvSpPr>
          <p:nvPr/>
        </p:nvSpPr>
        <p:spPr bwMode="auto">
          <a:xfrm>
            <a:off x="3481388" y="3759200"/>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4</a:t>
            </a:r>
          </a:p>
        </p:txBody>
      </p:sp>
      <p:sp>
        <p:nvSpPr>
          <p:cNvPr id="154654" name="Text Box 258"/>
          <p:cNvSpPr txBox="1">
            <a:spLocks noChangeArrowheads="1"/>
          </p:cNvSpPr>
          <p:nvPr/>
        </p:nvSpPr>
        <p:spPr bwMode="auto">
          <a:xfrm>
            <a:off x="4660900" y="3800475"/>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6</a:t>
            </a:r>
          </a:p>
        </p:txBody>
      </p:sp>
      <p:sp>
        <p:nvSpPr>
          <p:cNvPr id="154655" name="Text Box 259"/>
          <p:cNvSpPr txBox="1">
            <a:spLocks noChangeArrowheads="1"/>
          </p:cNvSpPr>
          <p:nvPr/>
        </p:nvSpPr>
        <p:spPr bwMode="auto">
          <a:xfrm>
            <a:off x="5919788" y="3800475"/>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8</a:t>
            </a:r>
          </a:p>
        </p:txBody>
      </p:sp>
      <p:sp>
        <p:nvSpPr>
          <p:cNvPr id="154656" name="Text Box 260"/>
          <p:cNvSpPr txBox="1">
            <a:spLocks noChangeArrowheads="1"/>
          </p:cNvSpPr>
          <p:nvPr/>
        </p:nvSpPr>
        <p:spPr bwMode="auto">
          <a:xfrm>
            <a:off x="6940550" y="3800475"/>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10</a:t>
            </a:r>
          </a:p>
        </p:txBody>
      </p:sp>
      <p:sp>
        <p:nvSpPr>
          <p:cNvPr id="154657" name="Text Box 261"/>
          <p:cNvSpPr txBox="1">
            <a:spLocks noChangeArrowheads="1"/>
          </p:cNvSpPr>
          <p:nvPr/>
        </p:nvSpPr>
        <p:spPr bwMode="auto">
          <a:xfrm>
            <a:off x="8093075" y="3800475"/>
            <a:ext cx="4746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11</a:t>
            </a:r>
          </a:p>
        </p:txBody>
      </p:sp>
      <p:grpSp>
        <p:nvGrpSpPr>
          <p:cNvPr id="160802" name="Group 262"/>
          <p:cNvGrpSpPr/>
          <p:nvPr/>
        </p:nvGrpSpPr>
        <p:grpSpPr bwMode="auto">
          <a:xfrm>
            <a:off x="1008187" y="3826623"/>
            <a:ext cx="838200" cy="381000"/>
            <a:chOff x="1968" y="1344"/>
            <a:chExt cx="528" cy="240"/>
          </a:xfrm>
          <a:solidFill>
            <a:srgbClr val="FFC000"/>
          </a:solidFill>
        </p:grpSpPr>
        <p:sp>
          <p:nvSpPr>
            <p:cNvPr id="154668" name="Rectangle 263"/>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4669" name="Rectangle 264"/>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4659" name="Line 265"/>
          <p:cNvSpPr>
            <a:spLocks noChangeShapeType="1"/>
          </p:cNvSpPr>
          <p:nvPr/>
        </p:nvSpPr>
        <p:spPr bwMode="auto">
          <a:xfrm>
            <a:off x="1770063" y="4054475"/>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160805" name="Group 266"/>
          <p:cNvGrpSpPr/>
          <p:nvPr/>
        </p:nvGrpSpPr>
        <p:grpSpPr>
          <a:xfrm>
            <a:off x="115888" y="3732213"/>
            <a:ext cx="892175" cy="523875"/>
            <a:chOff x="752" y="2006"/>
            <a:chExt cx="562" cy="330"/>
          </a:xfrm>
        </p:grpSpPr>
        <p:sp>
          <p:nvSpPr>
            <p:cNvPr id="154666" name="Line 267"/>
            <p:cNvSpPr>
              <a:spLocks noChangeShapeType="1"/>
            </p:cNvSpPr>
            <p:nvPr/>
          </p:nvSpPr>
          <p:spPr bwMode="auto">
            <a:xfrm>
              <a:off x="1074" y="2175"/>
              <a:ext cx="24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4667" name="Text Box 268"/>
            <p:cNvSpPr txBox="1">
              <a:spLocks noChangeArrowheads="1"/>
            </p:cNvSpPr>
            <p:nvPr/>
          </p:nvSpPr>
          <p:spPr bwMode="auto">
            <a:xfrm>
              <a:off x="752" y="2006"/>
              <a:ext cx="36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Lb</a:t>
              </a:r>
              <a:endPar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endParaRPr>
            </a:p>
          </p:txBody>
        </p:sp>
      </p:grpSp>
      <p:sp>
        <p:nvSpPr>
          <p:cNvPr id="154661" name="Text Box 269"/>
          <p:cNvSpPr txBox="1">
            <a:spLocks noChangeArrowheads="1"/>
          </p:cNvSpPr>
          <p:nvPr/>
        </p:nvSpPr>
        <p:spPr bwMode="auto">
          <a:xfrm>
            <a:off x="2305050" y="4562475"/>
            <a:ext cx="585788"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1200" cap="none" spc="0" normalizeH="0" baseline="0" noProof="0" dirty="0" err="1">
                <a:ln>
                  <a:noFill/>
                </a:ln>
                <a:solidFill>
                  <a:schemeClr val="tx1"/>
                </a:solidFill>
                <a:effectLst/>
                <a:uLnTx/>
                <a:uFillTx/>
                <a:latin typeface="+mn-lt"/>
                <a:ea typeface="+mn-ea"/>
                <a:cs typeface="+mn-ea"/>
                <a:sym typeface="+mn-lt"/>
              </a:rPr>
              <a:t>pb</a:t>
            </a:r>
            <a:endParaRPr kumimoji="0" lang="en-US" altLang="zh-CN" sz="2800" b="1"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54662" name="Line 270"/>
          <p:cNvSpPr>
            <a:spLocks noChangeShapeType="1"/>
          </p:cNvSpPr>
          <p:nvPr/>
        </p:nvSpPr>
        <p:spPr bwMode="auto">
          <a:xfrm flipV="1">
            <a:off x="2495550" y="4208463"/>
            <a:ext cx="0" cy="381000"/>
          </a:xfrm>
          <a:prstGeom prst="line">
            <a:avLst/>
          </a:prstGeom>
          <a:noFill/>
          <a:ln w="5715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14" name="Group 273"/>
          <p:cNvGrpSpPr/>
          <p:nvPr/>
        </p:nvGrpSpPr>
        <p:grpSpPr>
          <a:xfrm>
            <a:off x="-63500" y="2228850"/>
            <a:ext cx="1782763" cy="819150"/>
            <a:chOff x="276" y="792"/>
            <a:chExt cx="1123" cy="516"/>
          </a:xfrm>
        </p:grpSpPr>
        <p:sp>
          <p:nvSpPr>
            <p:cNvPr id="154664" name="Text Box 271"/>
            <p:cNvSpPr txBox="1">
              <a:spLocks noChangeArrowheads="1"/>
            </p:cNvSpPr>
            <p:nvPr/>
          </p:nvSpPr>
          <p:spPr bwMode="auto">
            <a:xfrm>
              <a:off x="276" y="943"/>
              <a:ext cx="1123" cy="36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dirty="0" err="1">
                  <a:ln>
                    <a:noFill/>
                  </a:ln>
                  <a:solidFill>
                    <a:srgbClr val="FF0000"/>
                  </a:solidFill>
                  <a:effectLst/>
                  <a:uLnTx/>
                  <a:uFillTx/>
                  <a:latin typeface="+mn-lt"/>
                  <a:ea typeface="+mn-ea"/>
                  <a:cs typeface="+mn-ea"/>
                  <a:sym typeface="+mn-lt"/>
                </a:rPr>
                <a:t>Lc</a:t>
              </a:r>
              <a:r>
                <a:rPr kumimoji="0" lang="en-US" altLang="zh-CN" sz="3200" b="1" i="0" u="none" strike="noStrike" kern="1200" cap="none" spc="0" normalizeH="0" baseline="0" noProof="0" dirty="0">
                  <a:ln>
                    <a:noFill/>
                  </a:ln>
                  <a:solidFill>
                    <a:srgbClr val="FF0000"/>
                  </a:solidFill>
                  <a:effectLst/>
                  <a:uLnTx/>
                  <a:uFillTx/>
                  <a:latin typeface="+mn-lt"/>
                  <a:ea typeface="+mn-ea"/>
                  <a:cs typeface="+mn-ea"/>
                  <a:sym typeface="+mn-lt"/>
                </a:rPr>
                <a:t> = pc</a:t>
              </a:r>
            </a:p>
          </p:txBody>
        </p:sp>
        <p:sp>
          <p:nvSpPr>
            <p:cNvPr id="154665" name="Line 272"/>
            <p:cNvSpPr>
              <a:spLocks noChangeShapeType="1"/>
            </p:cNvSpPr>
            <p:nvPr/>
          </p:nvSpPr>
          <p:spPr bwMode="auto">
            <a:xfrm>
              <a:off x="1154" y="792"/>
              <a:ext cx="0" cy="216"/>
            </a:xfrm>
            <a:prstGeom prst="line">
              <a:avLst/>
            </a:prstGeom>
            <a:noFill/>
            <a:ln w="57150">
              <a:solidFill>
                <a:srgbClr val="FF0000"/>
              </a:solidFill>
              <a:round/>
              <a:head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ox(in)">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矩形 1"/>
          <p:cNvSpPr/>
          <p:nvPr/>
        </p:nvSpPr>
        <p:spPr>
          <a:xfrm>
            <a:off x="0" y="1411288"/>
            <a:ext cx="9144000" cy="3671887"/>
          </a:xfrm>
          <a:prstGeom prst="rect">
            <a:avLst/>
          </a:prstGeom>
          <a:solidFill>
            <a:srgbClr val="EAEAEA"/>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55650" name="Line 4"/>
          <p:cNvSpPr>
            <a:spLocks noChangeShapeType="1"/>
          </p:cNvSpPr>
          <p:nvPr/>
        </p:nvSpPr>
        <p:spPr bwMode="auto">
          <a:xfrm>
            <a:off x="2949575" y="2257425"/>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5651" name="Text Box 5"/>
          <p:cNvSpPr txBox="1">
            <a:spLocks noChangeArrowheads="1"/>
          </p:cNvSpPr>
          <p:nvPr/>
        </p:nvSpPr>
        <p:spPr bwMode="auto">
          <a:xfrm>
            <a:off x="3475038" y="2663825"/>
            <a:ext cx="6175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dirty="0">
                <a:ln>
                  <a:noFill/>
                </a:ln>
                <a:solidFill>
                  <a:schemeClr val="tx1"/>
                </a:solidFill>
                <a:effectLst/>
                <a:uLnTx/>
                <a:uFillTx/>
                <a:latin typeface="+mn-lt"/>
                <a:ea typeface="+mn-ea"/>
                <a:cs typeface="+mn-ea"/>
                <a:sym typeface="+mn-lt"/>
              </a:rPr>
              <a:t>pa</a:t>
            </a:r>
          </a:p>
        </p:txBody>
      </p:sp>
      <p:sp>
        <p:nvSpPr>
          <p:cNvPr id="155652" name="Line 6"/>
          <p:cNvSpPr>
            <a:spLocks noChangeShapeType="1"/>
          </p:cNvSpPr>
          <p:nvPr/>
        </p:nvSpPr>
        <p:spPr bwMode="auto">
          <a:xfrm flipV="1">
            <a:off x="3681413" y="2432050"/>
            <a:ext cx="0" cy="381000"/>
          </a:xfrm>
          <a:prstGeom prst="line">
            <a:avLst/>
          </a:prstGeom>
          <a:noFill/>
          <a:ln w="5715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5653" name="Line 7"/>
          <p:cNvSpPr>
            <a:spLocks noChangeShapeType="1"/>
          </p:cNvSpPr>
          <p:nvPr/>
        </p:nvSpPr>
        <p:spPr bwMode="auto">
          <a:xfrm>
            <a:off x="1735138" y="2259013"/>
            <a:ext cx="381000" cy="0"/>
          </a:xfrm>
          <a:prstGeom prst="line">
            <a:avLst/>
          </a:prstGeom>
          <a:noFill/>
          <a:ln w="38100">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5654" name="Text Box 8"/>
          <p:cNvSpPr txBox="1">
            <a:spLocks noChangeArrowheads="1"/>
          </p:cNvSpPr>
          <p:nvPr/>
        </p:nvSpPr>
        <p:spPr bwMode="auto">
          <a:xfrm>
            <a:off x="85725" y="1987550"/>
            <a:ext cx="17668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La(</a:t>
            </a:r>
            <a:r>
              <a:rPr kumimoji="0" lang="en-US" altLang="zh-CN" sz="2800" b="0" i="0" u="none" strike="noStrike" kern="1200" cap="none" spc="0" normalizeH="0" baseline="0" noProof="0" dirty="0">
                <a:ln>
                  <a:noFill/>
                </a:ln>
                <a:solidFill>
                  <a:srgbClr val="FF0000"/>
                </a:solidFill>
                <a:effectLst/>
                <a:uLnTx/>
                <a:uFillTx/>
                <a:latin typeface="+mn-lt"/>
                <a:ea typeface="+mn-ea"/>
                <a:cs typeface="+mn-ea"/>
                <a:sym typeface="+mn-lt"/>
              </a:rPr>
              <a:t>Lc, pc</a:t>
            </a:r>
            <a:r>
              <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rPr>
              <a:t>)</a:t>
            </a:r>
          </a:p>
        </p:txBody>
      </p:sp>
      <p:grpSp>
        <p:nvGrpSpPr>
          <p:cNvPr id="161799" name="Group 9"/>
          <p:cNvGrpSpPr/>
          <p:nvPr/>
        </p:nvGrpSpPr>
        <p:grpSpPr bwMode="auto">
          <a:xfrm>
            <a:off x="3376952" y="2029959"/>
            <a:ext cx="838200" cy="381000"/>
            <a:chOff x="1968" y="1344"/>
            <a:chExt cx="528" cy="240"/>
          </a:xfrm>
          <a:solidFill>
            <a:srgbClr val="D7D7FF"/>
          </a:solidFill>
        </p:grpSpPr>
        <p:sp>
          <p:nvSpPr>
            <p:cNvPr id="155711" name="Rectangle 10"/>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5712" name="Rectangle 11"/>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1800" name="Group 12"/>
          <p:cNvGrpSpPr/>
          <p:nvPr/>
        </p:nvGrpSpPr>
        <p:grpSpPr bwMode="auto">
          <a:xfrm>
            <a:off x="4596152" y="2029959"/>
            <a:ext cx="838200" cy="381000"/>
            <a:chOff x="1968" y="1344"/>
            <a:chExt cx="528" cy="240"/>
          </a:xfrm>
          <a:solidFill>
            <a:srgbClr val="D7D7FF"/>
          </a:solidFill>
        </p:grpSpPr>
        <p:sp>
          <p:nvSpPr>
            <p:cNvPr id="155709" name="Rectangle 13"/>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5710" name="Rectangle 14"/>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1801" name="Group 15"/>
          <p:cNvGrpSpPr/>
          <p:nvPr/>
        </p:nvGrpSpPr>
        <p:grpSpPr bwMode="auto">
          <a:xfrm>
            <a:off x="5815352" y="2029959"/>
            <a:ext cx="838200" cy="381000"/>
            <a:chOff x="1968" y="1344"/>
            <a:chExt cx="528" cy="240"/>
          </a:xfrm>
          <a:solidFill>
            <a:srgbClr val="D7D7FF"/>
          </a:solidFill>
        </p:grpSpPr>
        <p:sp>
          <p:nvSpPr>
            <p:cNvPr id="155707" name="Rectangle 16"/>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5708" name="Rectangle 17"/>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1803" name="Group 18"/>
          <p:cNvGrpSpPr/>
          <p:nvPr/>
        </p:nvGrpSpPr>
        <p:grpSpPr>
          <a:xfrm>
            <a:off x="2124075" y="2030413"/>
            <a:ext cx="838200" cy="381000"/>
            <a:chOff x="1968" y="1344"/>
            <a:chExt cx="528" cy="240"/>
          </a:xfrm>
        </p:grpSpPr>
        <p:sp>
          <p:nvSpPr>
            <p:cNvPr id="155705" name="Rectangle 19"/>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5706" name="Rectangle 20"/>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590869" name="Line 21"/>
          <p:cNvSpPr>
            <a:spLocks noChangeShapeType="1"/>
          </p:cNvSpPr>
          <p:nvPr/>
        </p:nvSpPr>
        <p:spPr bwMode="auto">
          <a:xfrm>
            <a:off x="2973388" y="2263775"/>
            <a:ext cx="457200" cy="0"/>
          </a:xfrm>
          <a:prstGeom prst="line">
            <a:avLst/>
          </a:prstGeom>
          <a:noFill/>
          <a:ln w="57150">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5660" name="Line 22"/>
          <p:cNvSpPr>
            <a:spLocks noChangeShapeType="1"/>
          </p:cNvSpPr>
          <p:nvPr/>
        </p:nvSpPr>
        <p:spPr bwMode="auto">
          <a:xfrm>
            <a:off x="4138613" y="2259013"/>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5661" name="Line 23"/>
          <p:cNvSpPr>
            <a:spLocks noChangeShapeType="1"/>
          </p:cNvSpPr>
          <p:nvPr/>
        </p:nvSpPr>
        <p:spPr bwMode="auto">
          <a:xfrm>
            <a:off x="5357813" y="2259013"/>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5662" name="Text Box 24"/>
          <p:cNvSpPr txBox="1">
            <a:spLocks noChangeArrowheads="1"/>
          </p:cNvSpPr>
          <p:nvPr/>
        </p:nvSpPr>
        <p:spPr bwMode="auto">
          <a:xfrm>
            <a:off x="3492500" y="1963738"/>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55663" name="Text Box 25"/>
          <p:cNvSpPr txBox="1">
            <a:spLocks noChangeArrowheads="1"/>
          </p:cNvSpPr>
          <p:nvPr/>
        </p:nvSpPr>
        <p:spPr bwMode="auto">
          <a:xfrm>
            <a:off x="4675188" y="1963738"/>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7</a:t>
            </a:r>
          </a:p>
        </p:txBody>
      </p:sp>
      <p:sp>
        <p:nvSpPr>
          <p:cNvPr id="155664" name="Text Box 26"/>
          <p:cNvSpPr txBox="1">
            <a:spLocks noChangeArrowheads="1"/>
          </p:cNvSpPr>
          <p:nvPr/>
        </p:nvSpPr>
        <p:spPr bwMode="auto">
          <a:xfrm>
            <a:off x="5930900" y="1963738"/>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8</a:t>
            </a:r>
          </a:p>
        </p:txBody>
      </p:sp>
      <p:grpSp>
        <p:nvGrpSpPr>
          <p:cNvPr id="161809" name="Group 27"/>
          <p:cNvGrpSpPr/>
          <p:nvPr/>
        </p:nvGrpSpPr>
        <p:grpSpPr bwMode="auto">
          <a:xfrm>
            <a:off x="2247900" y="3446463"/>
            <a:ext cx="838200" cy="381000"/>
            <a:chOff x="1968" y="1344"/>
            <a:chExt cx="528" cy="240"/>
          </a:xfrm>
          <a:solidFill>
            <a:srgbClr val="D7D7FF"/>
          </a:solidFill>
        </p:grpSpPr>
        <p:sp>
          <p:nvSpPr>
            <p:cNvPr id="155703" name="Rectangle 28"/>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5704" name="Rectangle 29"/>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1810" name="Group 30"/>
          <p:cNvGrpSpPr/>
          <p:nvPr/>
        </p:nvGrpSpPr>
        <p:grpSpPr bwMode="auto">
          <a:xfrm>
            <a:off x="3390900" y="3446463"/>
            <a:ext cx="838200" cy="381000"/>
            <a:chOff x="1968" y="1344"/>
            <a:chExt cx="528" cy="240"/>
          </a:xfrm>
          <a:solidFill>
            <a:srgbClr val="D7D7FF"/>
          </a:solidFill>
        </p:grpSpPr>
        <p:sp>
          <p:nvSpPr>
            <p:cNvPr id="155701" name="Rectangle 31"/>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5702" name="Rectangle 32"/>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1811" name="Group 33"/>
          <p:cNvGrpSpPr/>
          <p:nvPr/>
        </p:nvGrpSpPr>
        <p:grpSpPr bwMode="auto">
          <a:xfrm>
            <a:off x="4610100" y="3446463"/>
            <a:ext cx="838200" cy="381000"/>
            <a:chOff x="1968" y="1344"/>
            <a:chExt cx="528" cy="240"/>
          </a:xfrm>
          <a:solidFill>
            <a:srgbClr val="D7D7FF"/>
          </a:solidFill>
        </p:grpSpPr>
        <p:sp>
          <p:nvSpPr>
            <p:cNvPr id="155699" name="Rectangle 34"/>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5700" name="Rectangle 35"/>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1812" name="Group 36"/>
          <p:cNvGrpSpPr/>
          <p:nvPr/>
        </p:nvGrpSpPr>
        <p:grpSpPr bwMode="auto">
          <a:xfrm>
            <a:off x="5829300" y="3446463"/>
            <a:ext cx="838200" cy="381000"/>
            <a:chOff x="1968" y="1344"/>
            <a:chExt cx="528" cy="240"/>
          </a:xfrm>
          <a:solidFill>
            <a:srgbClr val="D7D7FF"/>
          </a:solidFill>
        </p:grpSpPr>
        <p:sp>
          <p:nvSpPr>
            <p:cNvPr id="155697" name="Rectangle 37"/>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5698" name="Rectangle 38"/>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1813" name="Group 39"/>
          <p:cNvGrpSpPr/>
          <p:nvPr/>
        </p:nvGrpSpPr>
        <p:grpSpPr bwMode="auto">
          <a:xfrm>
            <a:off x="6972300" y="3446463"/>
            <a:ext cx="838200" cy="381000"/>
            <a:chOff x="1968" y="1344"/>
            <a:chExt cx="528" cy="240"/>
          </a:xfrm>
          <a:solidFill>
            <a:srgbClr val="D7D7FF"/>
          </a:solidFill>
        </p:grpSpPr>
        <p:sp>
          <p:nvSpPr>
            <p:cNvPr id="155695" name="Rectangle 40"/>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5696" name="Rectangle 41"/>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1814" name="Group 42"/>
          <p:cNvGrpSpPr/>
          <p:nvPr/>
        </p:nvGrpSpPr>
        <p:grpSpPr bwMode="auto">
          <a:xfrm>
            <a:off x="8115300" y="3446463"/>
            <a:ext cx="838200" cy="381000"/>
            <a:chOff x="1968" y="1344"/>
            <a:chExt cx="528" cy="240"/>
          </a:xfrm>
          <a:solidFill>
            <a:srgbClr val="D7D7FF"/>
          </a:solidFill>
        </p:grpSpPr>
        <p:sp>
          <p:nvSpPr>
            <p:cNvPr id="155693" name="Rectangle 43"/>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5694" name="Rectangle 44"/>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5671" name="Line 45"/>
          <p:cNvSpPr>
            <a:spLocks noChangeShapeType="1"/>
          </p:cNvSpPr>
          <p:nvPr/>
        </p:nvSpPr>
        <p:spPr bwMode="auto">
          <a:xfrm>
            <a:off x="2933700" y="3598863"/>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5672" name="Line 46"/>
          <p:cNvSpPr>
            <a:spLocks noChangeShapeType="1"/>
          </p:cNvSpPr>
          <p:nvPr/>
        </p:nvSpPr>
        <p:spPr bwMode="auto">
          <a:xfrm>
            <a:off x="5372100" y="3598863"/>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5673" name="Line 47"/>
          <p:cNvSpPr>
            <a:spLocks noChangeShapeType="1"/>
          </p:cNvSpPr>
          <p:nvPr/>
        </p:nvSpPr>
        <p:spPr bwMode="auto">
          <a:xfrm>
            <a:off x="6515100" y="3598863"/>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5674" name="Line 48"/>
          <p:cNvSpPr>
            <a:spLocks noChangeShapeType="1"/>
          </p:cNvSpPr>
          <p:nvPr/>
        </p:nvSpPr>
        <p:spPr bwMode="auto">
          <a:xfrm>
            <a:off x="4152900" y="3598863"/>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5675" name="Line 49"/>
          <p:cNvSpPr>
            <a:spLocks noChangeShapeType="1"/>
          </p:cNvSpPr>
          <p:nvPr/>
        </p:nvSpPr>
        <p:spPr bwMode="auto">
          <a:xfrm>
            <a:off x="7658100" y="3598863"/>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5676" name="Text Box 50"/>
          <p:cNvSpPr txBox="1">
            <a:spLocks noChangeArrowheads="1"/>
          </p:cNvSpPr>
          <p:nvPr/>
        </p:nvSpPr>
        <p:spPr bwMode="auto">
          <a:xfrm>
            <a:off x="2389188" y="3370263"/>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55677" name="Text Box 51"/>
          <p:cNvSpPr txBox="1">
            <a:spLocks noChangeArrowheads="1"/>
          </p:cNvSpPr>
          <p:nvPr/>
        </p:nvSpPr>
        <p:spPr bwMode="auto">
          <a:xfrm>
            <a:off x="3506788" y="3370263"/>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4</a:t>
            </a:r>
          </a:p>
        </p:txBody>
      </p:sp>
      <p:sp>
        <p:nvSpPr>
          <p:cNvPr id="155678" name="Text Box 52"/>
          <p:cNvSpPr txBox="1">
            <a:spLocks noChangeArrowheads="1"/>
          </p:cNvSpPr>
          <p:nvPr/>
        </p:nvSpPr>
        <p:spPr bwMode="auto">
          <a:xfrm>
            <a:off x="4686300" y="3411538"/>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6</a:t>
            </a:r>
          </a:p>
        </p:txBody>
      </p:sp>
      <p:sp>
        <p:nvSpPr>
          <p:cNvPr id="155679" name="Text Box 53"/>
          <p:cNvSpPr txBox="1">
            <a:spLocks noChangeArrowheads="1"/>
          </p:cNvSpPr>
          <p:nvPr/>
        </p:nvSpPr>
        <p:spPr bwMode="auto">
          <a:xfrm>
            <a:off x="5945188" y="3411538"/>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8</a:t>
            </a:r>
          </a:p>
        </p:txBody>
      </p:sp>
      <p:sp>
        <p:nvSpPr>
          <p:cNvPr id="155680" name="Text Box 54"/>
          <p:cNvSpPr txBox="1">
            <a:spLocks noChangeArrowheads="1"/>
          </p:cNvSpPr>
          <p:nvPr/>
        </p:nvSpPr>
        <p:spPr bwMode="auto">
          <a:xfrm>
            <a:off x="6965950" y="3411538"/>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10</a:t>
            </a:r>
          </a:p>
        </p:txBody>
      </p:sp>
      <p:sp>
        <p:nvSpPr>
          <p:cNvPr id="155681" name="Text Box 55"/>
          <p:cNvSpPr txBox="1">
            <a:spLocks noChangeArrowheads="1"/>
          </p:cNvSpPr>
          <p:nvPr/>
        </p:nvSpPr>
        <p:spPr bwMode="auto">
          <a:xfrm>
            <a:off x="8118475" y="3411538"/>
            <a:ext cx="4746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11</a:t>
            </a:r>
          </a:p>
        </p:txBody>
      </p:sp>
      <p:grpSp>
        <p:nvGrpSpPr>
          <p:cNvPr id="161826" name="Group 56"/>
          <p:cNvGrpSpPr/>
          <p:nvPr/>
        </p:nvGrpSpPr>
        <p:grpSpPr bwMode="auto">
          <a:xfrm>
            <a:off x="1033463" y="3436938"/>
            <a:ext cx="838200" cy="381000"/>
            <a:chOff x="1968" y="1344"/>
            <a:chExt cx="528" cy="240"/>
          </a:xfrm>
          <a:solidFill>
            <a:srgbClr val="FFC000"/>
          </a:solidFill>
        </p:grpSpPr>
        <p:sp>
          <p:nvSpPr>
            <p:cNvPr id="155691" name="Rectangle 57"/>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5692" name="Rectangle 58"/>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5683" name="Line 59"/>
          <p:cNvSpPr>
            <a:spLocks noChangeShapeType="1"/>
          </p:cNvSpPr>
          <p:nvPr/>
        </p:nvSpPr>
        <p:spPr bwMode="auto">
          <a:xfrm>
            <a:off x="1795463" y="3665538"/>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161829" name="Group 60"/>
          <p:cNvGrpSpPr/>
          <p:nvPr/>
        </p:nvGrpSpPr>
        <p:grpSpPr>
          <a:xfrm>
            <a:off x="98425" y="3308350"/>
            <a:ext cx="935038" cy="523875"/>
            <a:chOff x="725" y="1984"/>
            <a:chExt cx="589" cy="330"/>
          </a:xfrm>
        </p:grpSpPr>
        <p:sp>
          <p:nvSpPr>
            <p:cNvPr id="155689" name="Line 61"/>
            <p:cNvSpPr>
              <a:spLocks noChangeShapeType="1"/>
            </p:cNvSpPr>
            <p:nvPr/>
          </p:nvSpPr>
          <p:spPr bwMode="auto">
            <a:xfrm>
              <a:off x="1074" y="2175"/>
              <a:ext cx="24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5690" name="Text Box 62"/>
            <p:cNvSpPr txBox="1">
              <a:spLocks noChangeArrowheads="1"/>
            </p:cNvSpPr>
            <p:nvPr/>
          </p:nvSpPr>
          <p:spPr bwMode="auto">
            <a:xfrm>
              <a:off x="725" y="1984"/>
              <a:ext cx="36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Lb</a:t>
              </a:r>
              <a:endPar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endParaRPr>
            </a:p>
          </p:txBody>
        </p:sp>
      </p:grpSp>
      <p:sp>
        <p:nvSpPr>
          <p:cNvPr id="155685" name="Text Box 63"/>
          <p:cNvSpPr txBox="1">
            <a:spLocks noChangeArrowheads="1"/>
          </p:cNvSpPr>
          <p:nvPr/>
        </p:nvSpPr>
        <p:spPr bwMode="auto">
          <a:xfrm>
            <a:off x="2293938" y="4127500"/>
            <a:ext cx="6397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dirty="0" err="1">
                <a:ln>
                  <a:noFill/>
                </a:ln>
                <a:solidFill>
                  <a:schemeClr val="tx1"/>
                </a:solidFill>
                <a:effectLst/>
                <a:uLnTx/>
                <a:uFillTx/>
                <a:latin typeface="+mn-lt"/>
                <a:ea typeface="+mn-ea"/>
                <a:cs typeface="+mn-ea"/>
                <a:sym typeface="+mn-lt"/>
              </a:rPr>
              <a:t>pb</a:t>
            </a:r>
            <a:endParaRPr kumimoji="0" lang="en-US" altLang="zh-CN" sz="3200" b="1"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55686" name="Line 64"/>
          <p:cNvSpPr>
            <a:spLocks noChangeShapeType="1"/>
          </p:cNvSpPr>
          <p:nvPr/>
        </p:nvSpPr>
        <p:spPr bwMode="auto">
          <a:xfrm flipV="1">
            <a:off x="2520950" y="3819525"/>
            <a:ext cx="0" cy="381000"/>
          </a:xfrm>
          <a:prstGeom prst="line">
            <a:avLst/>
          </a:prstGeom>
          <a:noFill/>
          <a:ln w="5715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5687" name="Rectangle 68"/>
          <p:cNvSpPr>
            <a:spLocks noChangeArrowheads="1"/>
          </p:cNvSpPr>
          <p:nvPr/>
        </p:nvSpPr>
        <p:spPr bwMode="auto">
          <a:xfrm>
            <a:off x="790575" y="187325"/>
            <a:ext cx="7797800"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有序链表的合并</a:t>
            </a:r>
            <a:r>
              <a:rPr lang="zh-CN" altLang="en-US" dirty="0">
                <a:solidFill>
                  <a:schemeClr val="bg1"/>
                </a:solidFill>
                <a:latin typeface="+mn-lt"/>
                <a:ea typeface="+mn-ea"/>
                <a:cs typeface="+mn-ea"/>
                <a:sym typeface="+mn-lt"/>
              </a:rPr>
              <a:t>（</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pa-&gt;data &lt;= pb-&gt;data</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a:t>
            </a:r>
            <a:endPar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endParaRPr>
          </a:p>
        </p:txBody>
      </p:sp>
      <p:sp>
        <p:nvSpPr>
          <p:cNvPr id="590917" name="Text Box 69"/>
          <p:cNvSpPr txBox="1">
            <a:spLocks noChangeArrowheads="1"/>
          </p:cNvSpPr>
          <p:nvPr/>
        </p:nvSpPr>
        <p:spPr bwMode="auto">
          <a:xfrm>
            <a:off x="5059363" y="4289425"/>
            <a:ext cx="2909888" cy="579438"/>
          </a:xfrm>
          <a:prstGeom prst="rect">
            <a:avLst/>
          </a:prstGeom>
          <a:noFill/>
          <a:ln>
            <a:noFill/>
          </a:ln>
        </p:spPr>
        <p:txBody>
          <a:bodyPr anchor="ct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dirty="0">
                <a:ln>
                  <a:noFill/>
                </a:ln>
                <a:solidFill>
                  <a:srgbClr val="FF0000"/>
                </a:solidFill>
                <a:effectLst/>
                <a:uLnTx/>
                <a:uFillTx/>
                <a:latin typeface="+mn-lt"/>
                <a:ea typeface="+mn-ea"/>
                <a:cs typeface="+mn-ea"/>
                <a:sym typeface="+mn-lt"/>
              </a:rPr>
              <a:t>pc-&gt;next = pa;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90917"/>
                                        </p:tgtEl>
                                        <p:attrNameLst>
                                          <p:attrName>style.visibility</p:attrName>
                                        </p:attrNameLst>
                                      </p:cBhvr>
                                      <p:to>
                                        <p:strVal val="visible"/>
                                      </p:to>
                                    </p:set>
                                    <p:animEffect transition="in" filter="box(in)">
                                      <p:cBhvr>
                                        <p:cTn id="7" dur="500"/>
                                        <p:tgtEl>
                                          <p:spTgt spid="590917"/>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590869"/>
                                        </p:tgtEl>
                                        <p:attrNameLst>
                                          <p:attrName>style.visibility</p:attrName>
                                        </p:attrNameLst>
                                      </p:cBhvr>
                                      <p:to>
                                        <p:strVal val="visible"/>
                                      </p:to>
                                    </p:set>
                                    <p:animEffect transition="in" filter="diamond(in)">
                                      <p:cBhvr>
                                        <p:cTn id="12" dur="500"/>
                                        <p:tgtEl>
                                          <p:spTgt spid="590869"/>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mph" presetSubtype="0" fill="hold" nodeType="clickEffect">
                                  <p:stCondLst>
                                    <p:cond delay="0"/>
                                  </p:stCondLst>
                                  <p:childTnLst>
                                    <p:animScale>
                                      <p:cBhvr>
                                        <p:cTn id="16" dur="500" fill="hold"/>
                                        <p:tgtEl>
                                          <p:spTgt spid="590869"/>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091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矩形 71"/>
          <p:cNvSpPr/>
          <p:nvPr/>
        </p:nvSpPr>
        <p:spPr>
          <a:xfrm>
            <a:off x="0" y="1439862"/>
            <a:ext cx="9144000" cy="3930650"/>
          </a:xfrm>
          <a:prstGeom prst="rect">
            <a:avLst/>
          </a:prstGeom>
          <a:solidFill>
            <a:srgbClr val="EAEAEA"/>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56674" name="Line 4"/>
          <p:cNvSpPr>
            <a:spLocks noChangeShapeType="1"/>
          </p:cNvSpPr>
          <p:nvPr/>
        </p:nvSpPr>
        <p:spPr bwMode="auto">
          <a:xfrm>
            <a:off x="3148013" y="2208213"/>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675" name="Text Box 5"/>
          <p:cNvSpPr txBox="1">
            <a:spLocks noChangeArrowheads="1"/>
          </p:cNvSpPr>
          <p:nvPr/>
        </p:nvSpPr>
        <p:spPr bwMode="auto">
          <a:xfrm>
            <a:off x="3843338" y="2382838"/>
            <a:ext cx="7239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pa</a:t>
            </a:r>
          </a:p>
        </p:txBody>
      </p:sp>
      <p:sp>
        <p:nvSpPr>
          <p:cNvPr id="156676" name="Line 6"/>
          <p:cNvSpPr>
            <a:spLocks noChangeShapeType="1"/>
          </p:cNvSpPr>
          <p:nvPr/>
        </p:nvSpPr>
        <p:spPr bwMode="auto">
          <a:xfrm flipV="1">
            <a:off x="3771900" y="2333625"/>
            <a:ext cx="0" cy="381000"/>
          </a:xfrm>
          <a:prstGeom prst="line">
            <a:avLst/>
          </a:prstGeom>
          <a:noFill/>
          <a:ln w="5715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677" name="Line 7"/>
          <p:cNvSpPr>
            <a:spLocks noChangeShapeType="1"/>
          </p:cNvSpPr>
          <p:nvPr/>
        </p:nvSpPr>
        <p:spPr bwMode="auto">
          <a:xfrm>
            <a:off x="2051050" y="2209800"/>
            <a:ext cx="381000" cy="0"/>
          </a:xfrm>
          <a:prstGeom prst="line">
            <a:avLst/>
          </a:prstGeom>
          <a:noFill/>
          <a:ln w="38100">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678" name="Text Box 8"/>
          <p:cNvSpPr txBox="1">
            <a:spLocks noChangeArrowheads="1"/>
          </p:cNvSpPr>
          <p:nvPr/>
        </p:nvSpPr>
        <p:spPr bwMode="auto">
          <a:xfrm>
            <a:off x="757238" y="1866900"/>
            <a:ext cx="14716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La(</a:t>
            </a:r>
            <a:r>
              <a:rPr kumimoji="0" lang="en-US" altLang="zh-CN" sz="3200" b="0" i="0" u="none" strike="noStrike" kern="1200" cap="none" spc="0" normalizeH="0" baseline="0" noProof="0" dirty="0" err="1">
                <a:ln>
                  <a:noFill/>
                </a:ln>
                <a:solidFill>
                  <a:srgbClr val="FF0000"/>
                </a:solidFill>
                <a:effectLst/>
                <a:uLnTx/>
                <a:uFillTx/>
                <a:latin typeface="+mn-lt"/>
                <a:ea typeface="+mn-ea"/>
                <a:cs typeface="+mn-ea"/>
                <a:sym typeface="+mn-lt"/>
              </a:rPr>
              <a:t>Lc</a:t>
            </a: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a:t>
            </a:r>
          </a:p>
        </p:txBody>
      </p:sp>
      <p:grpSp>
        <p:nvGrpSpPr>
          <p:cNvPr id="162824" name="Group 9"/>
          <p:cNvGrpSpPr/>
          <p:nvPr/>
        </p:nvGrpSpPr>
        <p:grpSpPr>
          <a:xfrm>
            <a:off x="3575050" y="1981200"/>
            <a:ext cx="838200" cy="381000"/>
            <a:chOff x="1968" y="1344"/>
            <a:chExt cx="528" cy="240"/>
          </a:xfrm>
        </p:grpSpPr>
        <p:sp>
          <p:nvSpPr>
            <p:cNvPr id="156742" name="Rectangle 10"/>
            <p:cNvSpPr>
              <a:spLocks noChangeArrowheads="1"/>
            </p:cNvSpPr>
            <p:nvPr/>
          </p:nvSpPr>
          <p:spPr bwMode="auto">
            <a:xfrm>
              <a:off x="1968" y="1344"/>
              <a:ext cx="384" cy="240"/>
            </a:xfrm>
            <a:prstGeom prst="rect">
              <a:avLst/>
            </a:prstGeom>
            <a:solidFill>
              <a:srgbClr val="FFCC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743" name="Rectangle 11"/>
            <p:cNvSpPr>
              <a:spLocks noChangeArrowheads="1"/>
            </p:cNvSpPr>
            <p:nvPr/>
          </p:nvSpPr>
          <p:spPr bwMode="auto">
            <a:xfrm>
              <a:off x="2352" y="1344"/>
              <a:ext cx="144" cy="240"/>
            </a:xfrm>
            <a:prstGeom prst="rect">
              <a:avLst/>
            </a:prstGeom>
            <a:solidFill>
              <a:srgbClr val="FFCC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2825" name="Group 12"/>
          <p:cNvGrpSpPr/>
          <p:nvPr/>
        </p:nvGrpSpPr>
        <p:grpSpPr>
          <a:xfrm>
            <a:off x="4794250" y="2008187"/>
            <a:ext cx="838200" cy="381000"/>
            <a:chOff x="1968" y="1344"/>
            <a:chExt cx="528" cy="240"/>
          </a:xfrm>
          <a:solidFill>
            <a:srgbClr val="D7D7FF"/>
          </a:solidFill>
        </p:grpSpPr>
        <p:sp>
          <p:nvSpPr>
            <p:cNvPr id="156740" name="Rectangle 13"/>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741" name="Rectangle 14"/>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2826" name="Group 15"/>
          <p:cNvGrpSpPr/>
          <p:nvPr/>
        </p:nvGrpSpPr>
        <p:grpSpPr>
          <a:xfrm>
            <a:off x="6013450" y="2008187"/>
            <a:ext cx="838200" cy="381000"/>
            <a:chOff x="1968" y="1344"/>
            <a:chExt cx="528" cy="240"/>
          </a:xfrm>
          <a:solidFill>
            <a:srgbClr val="D7D7FF"/>
          </a:solidFill>
        </p:grpSpPr>
        <p:sp>
          <p:nvSpPr>
            <p:cNvPr id="156738" name="Rectangle 16"/>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739" name="Rectangle 17"/>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2827" name="Group 18"/>
          <p:cNvGrpSpPr/>
          <p:nvPr/>
        </p:nvGrpSpPr>
        <p:grpSpPr>
          <a:xfrm>
            <a:off x="2432050" y="1981200"/>
            <a:ext cx="838200" cy="381000"/>
            <a:chOff x="1968" y="1344"/>
            <a:chExt cx="528" cy="240"/>
          </a:xfrm>
        </p:grpSpPr>
        <p:sp>
          <p:nvSpPr>
            <p:cNvPr id="156736" name="Rectangle 19"/>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737" name="Rectangle 20"/>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6683" name="Line 21"/>
          <p:cNvSpPr>
            <a:spLocks noChangeShapeType="1"/>
          </p:cNvSpPr>
          <p:nvPr/>
        </p:nvSpPr>
        <p:spPr bwMode="auto">
          <a:xfrm>
            <a:off x="3186113" y="2200275"/>
            <a:ext cx="457200" cy="0"/>
          </a:xfrm>
          <a:prstGeom prst="line">
            <a:avLst/>
          </a:prstGeom>
          <a:noFill/>
          <a:ln w="57150">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684" name="Line 22"/>
          <p:cNvSpPr>
            <a:spLocks noChangeShapeType="1"/>
          </p:cNvSpPr>
          <p:nvPr/>
        </p:nvSpPr>
        <p:spPr bwMode="auto">
          <a:xfrm>
            <a:off x="4337050" y="2209800"/>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685" name="Line 23"/>
          <p:cNvSpPr>
            <a:spLocks noChangeShapeType="1"/>
          </p:cNvSpPr>
          <p:nvPr/>
        </p:nvSpPr>
        <p:spPr bwMode="auto">
          <a:xfrm>
            <a:off x="5556250" y="2209800"/>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686" name="Text Box 24"/>
          <p:cNvSpPr txBox="1">
            <a:spLocks noChangeArrowheads="1"/>
          </p:cNvSpPr>
          <p:nvPr/>
        </p:nvSpPr>
        <p:spPr bwMode="auto">
          <a:xfrm>
            <a:off x="3690938" y="1914525"/>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56687" name="Text Box 25"/>
          <p:cNvSpPr txBox="1">
            <a:spLocks noChangeArrowheads="1"/>
          </p:cNvSpPr>
          <p:nvPr/>
        </p:nvSpPr>
        <p:spPr bwMode="auto">
          <a:xfrm>
            <a:off x="4873625" y="1914525"/>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7</a:t>
            </a:r>
          </a:p>
        </p:txBody>
      </p:sp>
      <p:sp>
        <p:nvSpPr>
          <p:cNvPr id="156688" name="Text Box 26"/>
          <p:cNvSpPr txBox="1">
            <a:spLocks noChangeArrowheads="1"/>
          </p:cNvSpPr>
          <p:nvPr/>
        </p:nvSpPr>
        <p:spPr bwMode="auto">
          <a:xfrm>
            <a:off x="6129338" y="1914525"/>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8</a:t>
            </a:r>
          </a:p>
        </p:txBody>
      </p:sp>
      <p:grpSp>
        <p:nvGrpSpPr>
          <p:cNvPr id="162834" name="Group 27"/>
          <p:cNvGrpSpPr/>
          <p:nvPr/>
        </p:nvGrpSpPr>
        <p:grpSpPr>
          <a:xfrm>
            <a:off x="2128838" y="3335337"/>
            <a:ext cx="838200" cy="381000"/>
            <a:chOff x="1968" y="1344"/>
            <a:chExt cx="528" cy="240"/>
          </a:xfrm>
          <a:solidFill>
            <a:srgbClr val="D7D7FF"/>
          </a:solidFill>
        </p:grpSpPr>
        <p:sp>
          <p:nvSpPr>
            <p:cNvPr id="156734" name="Rectangle 28"/>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735" name="Rectangle 29"/>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2835" name="Group 30"/>
          <p:cNvGrpSpPr/>
          <p:nvPr/>
        </p:nvGrpSpPr>
        <p:grpSpPr>
          <a:xfrm>
            <a:off x="3271838" y="3308350"/>
            <a:ext cx="838200" cy="381000"/>
            <a:chOff x="1968" y="1344"/>
            <a:chExt cx="528" cy="240"/>
          </a:xfrm>
          <a:solidFill>
            <a:srgbClr val="D7D7FF"/>
          </a:solidFill>
        </p:grpSpPr>
        <p:sp>
          <p:nvSpPr>
            <p:cNvPr id="156732" name="Rectangle 31"/>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733" name="Rectangle 32"/>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2836" name="Group 33"/>
          <p:cNvGrpSpPr/>
          <p:nvPr/>
        </p:nvGrpSpPr>
        <p:grpSpPr>
          <a:xfrm>
            <a:off x="4491038" y="3308350"/>
            <a:ext cx="838200" cy="381000"/>
            <a:chOff x="1968" y="1344"/>
            <a:chExt cx="528" cy="240"/>
          </a:xfrm>
          <a:solidFill>
            <a:srgbClr val="D7D7FF"/>
          </a:solidFill>
        </p:grpSpPr>
        <p:sp>
          <p:nvSpPr>
            <p:cNvPr id="156730" name="Rectangle 34"/>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731" name="Rectangle 35"/>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2837" name="Group 36"/>
          <p:cNvGrpSpPr/>
          <p:nvPr/>
        </p:nvGrpSpPr>
        <p:grpSpPr>
          <a:xfrm>
            <a:off x="5710238" y="3308350"/>
            <a:ext cx="838200" cy="381000"/>
            <a:chOff x="1968" y="1344"/>
            <a:chExt cx="528" cy="240"/>
          </a:xfrm>
          <a:solidFill>
            <a:srgbClr val="D7D7FF"/>
          </a:solidFill>
        </p:grpSpPr>
        <p:sp>
          <p:nvSpPr>
            <p:cNvPr id="156728" name="Rectangle 37"/>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729" name="Rectangle 38"/>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2838" name="Group 39"/>
          <p:cNvGrpSpPr/>
          <p:nvPr/>
        </p:nvGrpSpPr>
        <p:grpSpPr>
          <a:xfrm>
            <a:off x="6853238" y="3308350"/>
            <a:ext cx="838200" cy="381000"/>
            <a:chOff x="1968" y="1344"/>
            <a:chExt cx="528" cy="240"/>
          </a:xfrm>
          <a:solidFill>
            <a:srgbClr val="D7D7FF"/>
          </a:solidFill>
        </p:grpSpPr>
        <p:sp>
          <p:nvSpPr>
            <p:cNvPr id="156726" name="Rectangle 40"/>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727" name="Rectangle 41"/>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2839" name="Group 42"/>
          <p:cNvGrpSpPr/>
          <p:nvPr/>
        </p:nvGrpSpPr>
        <p:grpSpPr>
          <a:xfrm>
            <a:off x="7996238" y="3308350"/>
            <a:ext cx="838200" cy="381000"/>
            <a:chOff x="1968" y="1344"/>
            <a:chExt cx="528" cy="240"/>
          </a:xfrm>
          <a:solidFill>
            <a:srgbClr val="D7D7FF"/>
          </a:solidFill>
        </p:grpSpPr>
        <p:sp>
          <p:nvSpPr>
            <p:cNvPr id="156724" name="Rectangle 43"/>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725" name="Rectangle 44"/>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6695" name="Line 45"/>
          <p:cNvSpPr>
            <a:spLocks noChangeShapeType="1"/>
          </p:cNvSpPr>
          <p:nvPr/>
        </p:nvSpPr>
        <p:spPr bwMode="auto">
          <a:xfrm>
            <a:off x="2814638" y="3460750"/>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696" name="Line 46"/>
          <p:cNvSpPr>
            <a:spLocks noChangeShapeType="1"/>
          </p:cNvSpPr>
          <p:nvPr/>
        </p:nvSpPr>
        <p:spPr bwMode="auto">
          <a:xfrm>
            <a:off x="5253038" y="3460750"/>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697" name="Line 47"/>
          <p:cNvSpPr>
            <a:spLocks noChangeShapeType="1"/>
          </p:cNvSpPr>
          <p:nvPr/>
        </p:nvSpPr>
        <p:spPr bwMode="auto">
          <a:xfrm>
            <a:off x="6396038" y="3460750"/>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698" name="Line 48"/>
          <p:cNvSpPr>
            <a:spLocks noChangeShapeType="1"/>
          </p:cNvSpPr>
          <p:nvPr/>
        </p:nvSpPr>
        <p:spPr bwMode="auto">
          <a:xfrm>
            <a:off x="4033838" y="3460750"/>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699" name="Line 49"/>
          <p:cNvSpPr>
            <a:spLocks noChangeShapeType="1"/>
          </p:cNvSpPr>
          <p:nvPr/>
        </p:nvSpPr>
        <p:spPr bwMode="auto">
          <a:xfrm>
            <a:off x="7539038" y="3460750"/>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700" name="Text Box 50"/>
          <p:cNvSpPr txBox="1">
            <a:spLocks noChangeArrowheads="1"/>
          </p:cNvSpPr>
          <p:nvPr/>
        </p:nvSpPr>
        <p:spPr bwMode="auto">
          <a:xfrm>
            <a:off x="2270125" y="3232150"/>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56701" name="Text Box 51"/>
          <p:cNvSpPr txBox="1">
            <a:spLocks noChangeArrowheads="1"/>
          </p:cNvSpPr>
          <p:nvPr/>
        </p:nvSpPr>
        <p:spPr bwMode="auto">
          <a:xfrm>
            <a:off x="3387725" y="3259137"/>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4</a:t>
            </a:r>
          </a:p>
        </p:txBody>
      </p:sp>
      <p:sp>
        <p:nvSpPr>
          <p:cNvPr id="156702" name="Text Box 52"/>
          <p:cNvSpPr txBox="1">
            <a:spLocks noChangeArrowheads="1"/>
          </p:cNvSpPr>
          <p:nvPr/>
        </p:nvSpPr>
        <p:spPr bwMode="auto">
          <a:xfrm>
            <a:off x="4567238" y="3273425"/>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6</a:t>
            </a:r>
          </a:p>
        </p:txBody>
      </p:sp>
      <p:sp>
        <p:nvSpPr>
          <p:cNvPr id="156703" name="Text Box 53"/>
          <p:cNvSpPr txBox="1">
            <a:spLocks noChangeArrowheads="1"/>
          </p:cNvSpPr>
          <p:nvPr/>
        </p:nvSpPr>
        <p:spPr bwMode="auto">
          <a:xfrm>
            <a:off x="5826125" y="3273425"/>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8</a:t>
            </a:r>
          </a:p>
        </p:txBody>
      </p:sp>
      <p:sp>
        <p:nvSpPr>
          <p:cNvPr id="156704" name="Text Box 54"/>
          <p:cNvSpPr txBox="1">
            <a:spLocks noChangeArrowheads="1"/>
          </p:cNvSpPr>
          <p:nvPr/>
        </p:nvSpPr>
        <p:spPr bwMode="auto">
          <a:xfrm>
            <a:off x="6846888" y="3273425"/>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10</a:t>
            </a:r>
          </a:p>
        </p:txBody>
      </p:sp>
      <p:sp>
        <p:nvSpPr>
          <p:cNvPr id="156705" name="Text Box 55"/>
          <p:cNvSpPr txBox="1">
            <a:spLocks noChangeArrowheads="1"/>
          </p:cNvSpPr>
          <p:nvPr/>
        </p:nvSpPr>
        <p:spPr bwMode="auto">
          <a:xfrm>
            <a:off x="7999413" y="3273425"/>
            <a:ext cx="4746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11</a:t>
            </a:r>
          </a:p>
        </p:txBody>
      </p:sp>
      <p:grpSp>
        <p:nvGrpSpPr>
          <p:cNvPr id="162850" name="Group 56"/>
          <p:cNvGrpSpPr/>
          <p:nvPr/>
        </p:nvGrpSpPr>
        <p:grpSpPr bwMode="auto">
          <a:xfrm>
            <a:off x="914401" y="3298599"/>
            <a:ext cx="838200" cy="381000"/>
            <a:chOff x="1968" y="1344"/>
            <a:chExt cx="528" cy="240"/>
          </a:xfrm>
          <a:solidFill>
            <a:srgbClr val="FFC000"/>
          </a:solidFill>
        </p:grpSpPr>
        <p:sp>
          <p:nvSpPr>
            <p:cNvPr id="156722" name="Rectangle 57"/>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723" name="Rectangle 58"/>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6707" name="Line 59"/>
          <p:cNvSpPr>
            <a:spLocks noChangeShapeType="1"/>
          </p:cNvSpPr>
          <p:nvPr/>
        </p:nvSpPr>
        <p:spPr bwMode="auto">
          <a:xfrm>
            <a:off x="1676400" y="3527425"/>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162853" name="Group 60"/>
          <p:cNvGrpSpPr/>
          <p:nvPr/>
        </p:nvGrpSpPr>
        <p:grpSpPr>
          <a:xfrm>
            <a:off x="-36512" y="3136900"/>
            <a:ext cx="950912" cy="584200"/>
            <a:chOff x="715" y="1963"/>
            <a:chExt cx="599" cy="368"/>
          </a:xfrm>
        </p:grpSpPr>
        <p:sp>
          <p:nvSpPr>
            <p:cNvPr id="156720" name="Line 61"/>
            <p:cNvSpPr>
              <a:spLocks noChangeShapeType="1"/>
            </p:cNvSpPr>
            <p:nvPr/>
          </p:nvSpPr>
          <p:spPr bwMode="auto">
            <a:xfrm>
              <a:off x="1074" y="2175"/>
              <a:ext cx="24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721" name="Text Box 62"/>
            <p:cNvSpPr txBox="1">
              <a:spLocks noChangeArrowheads="1"/>
            </p:cNvSpPr>
            <p:nvPr/>
          </p:nvSpPr>
          <p:spPr bwMode="auto">
            <a:xfrm>
              <a:off x="715" y="1963"/>
              <a:ext cx="403"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dirty="0" err="1">
                  <a:ln>
                    <a:noFill/>
                  </a:ln>
                  <a:solidFill>
                    <a:schemeClr val="tx1"/>
                  </a:solidFill>
                  <a:effectLst/>
                  <a:uLnTx/>
                  <a:uFillTx/>
                  <a:latin typeface="+mn-lt"/>
                  <a:ea typeface="+mn-ea"/>
                  <a:cs typeface="+mn-ea"/>
                  <a:sym typeface="+mn-lt"/>
                </a:rPr>
                <a:t>Lb</a:t>
              </a:r>
              <a:endPar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endParaRPr>
            </a:p>
          </p:txBody>
        </p:sp>
      </p:grpSp>
      <p:sp>
        <p:nvSpPr>
          <p:cNvPr id="156709" name="Text Box 63"/>
          <p:cNvSpPr txBox="1">
            <a:spLocks noChangeArrowheads="1"/>
          </p:cNvSpPr>
          <p:nvPr/>
        </p:nvSpPr>
        <p:spPr bwMode="auto">
          <a:xfrm>
            <a:off x="2473325" y="3730625"/>
            <a:ext cx="5953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dirty="0" err="1">
                <a:ln>
                  <a:noFill/>
                </a:ln>
                <a:solidFill>
                  <a:schemeClr val="tx1"/>
                </a:solidFill>
                <a:effectLst/>
                <a:uLnTx/>
                <a:uFillTx/>
                <a:latin typeface="+mn-lt"/>
                <a:ea typeface="+mn-ea"/>
                <a:cs typeface="+mn-ea"/>
                <a:sym typeface="+mn-lt"/>
              </a:rPr>
              <a:t>pb</a:t>
            </a:r>
            <a:endPar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56710" name="Line 64"/>
          <p:cNvSpPr>
            <a:spLocks noChangeShapeType="1"/>
          </p:cNvSpPr>
          <p:nvPr/>
        </p:nvSpPr>
        <p:spPr bwMode="auto">
          <a:xfrm flipV="1">
            <a:off x="2401888" y="3681413"/>
            <a:ext cx="0" cy="381000"/>
          </a:xfrm>
          <a:prstGeom prst="line">
            <a:avLst/>
          </a:prstGeom>
          <a:noFill/>
          <a:ln w="5715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711" name="Rectangle 65"/>
          <p:cNvSpPr>
            <a:spLocks noChangeArrowheads="1"/>
          </p:cNvSpPr>
          <p:nvPr/>
        </p:nvSpPr>
        <p:spPr bwMode="auto">
          <a:xfrm>
            <a:off x="803275" y="203200"/>
            <a:ext cx="7797800"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有序链表的合并</a:t>
            </a:r>
            <a:r>
              <a:rPr lang="zh-CN" altLang="en-US" dirty="0">
                <a:solidFill>
                  <a:schemeClr val="bg1"/>
                </a:solidFill>
                <a:latin typeface="+mn-lt"/>
                <a:ea typeface="+mn-ea"/>
                <a:cs typeface="+mn-ea"/>
                <a:sym typeface="+mn-lt"/>
              </a:rPr>
              <a:t>（</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pa-&gt;data &lt;= pb-&gt;data</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a:t>
            </a:r>
            <a:endPar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endParaRPr>
          </a:p>
        </p:txBody>
      </p:sp>
      <p:sp>
        <p:nvSpPr>
          <p:cNvPr id="156712" name="Text Box 66"/>
          <p:cNvSpPr txBox="1">
            <a:spLocks noChangeArrowheads="1"/>
          </p:cNvSpPr>
          <p:nvPr/>
        </p:nvSpPr>
        <p:spPr bwMode="auto">
          <a:xfrm>
            <a:off x="4781550" y="4019550"/>
            <a:ext cx="3681413" cy="579438"/>
          </a:xfrm>
          <a:prstGeom prst="rect">
            <a:avLst/>
          </a:prstGeom>
          <a:noFill/>
          <a:ln>
            <a:noFill/>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dirty="0">
                <a:ln>
                  <a:noFill/>
                </a:ln>
                <a:solidFill>
                  <a:srgbClr val="FF0000"/>
                </a:solidFill>
                <a:effectLst/>
                <a:uLnTx/>
                <a:uFillTx/>
                <a:latin typeface="+mn-lt"/>
                <a:ea typeface="+mn-ea"/>
                <a:cs typeface="+mn-ea"/>
                <a:sym typeface="+mn-lt"/>
              </a:rPr>
              <a:t>pc-&gt;next = pa;</a:t>
            </a:r>
          </a:p>
        </p:txBody>
      </p:sp>
      <p:sp>
        <p:nvSpPr>
          <p:cNvPr id="591940" name="Text Box 68"/>
          <p:cNvSpPr txBox="1">
            <a:spLocks noChangeArrowheads="1"/>
          </p:cNvSpPr>
          <p:nvPr/>
        </p:nvSpPr>
        <p:spPr bwMode="auto">
          <a:xfrm>
            <a:off x="4794250" y="4598988"/>
            <a:ext cx="3681413" cy="579438"/>
          </a:xfrm>
          <a:prstGeom prst="rect">
            <a:avLst/>
          </a:prstGeom>
          <a:noFill/>
          <a:ln>
            <a:noFill/>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dirty="0">
                <a:ln>
                  <a:noFill/>
                </a:ln>
                <a:solidFill>
                  <a:srgbClr val="FF0000"/>
                </a:solidFill>
                <a:effectLst/>
                <a:uLnTx/>
                <a:uFillTx/>
                <a:latin typeface="+mn-lt"/>
                <a:ea typeface="+mn-ea"/>
                <a:cs typeface="+mn-ea"/>
                <a:sym typeface="+mn-lt"/>
              </a:rPr>
              <a:t>pc = pa;</a:t>
            </a:r>
          </a:p>
        </p:txBody>
      </p:sp>
      <p:grpSp>
        <p:nvGrpSpPr>
          <p:cNvPr id="14" name="Group 76"/>
          <p:cNvGrpSpPr/>
          <p:nvPr/>
        </p:nvGrpSpPr>
        <p:grpSpPr>
          <a:xfrm>
            <a:off x="3565525" y="1925638"/>
            <a:ext cx="838200" cy="461962"/>
            <a:chOff x="2467" y="616"/>
            <a:chExt cx="528" cy="291"/>
          </a:xfrm>
        </p:grpSpPr>
        <p:grpSp>
          <p:nvGrpSpPr>
            <p:cNvPr id="162862" name="Group 72"/>
            <p:cNvGrpSpPr/>
            <p:nvPr/>
          </p:nvGrpSpPr>
          <p:grpSpPr>
            <a:xfrm>
              <a:off x="2467" y="658"/>
              <a:ext cx="528" cy="240"/>
              <a:chOff x="1968" y="1344"/>
              <a:chExt cx="528" cy="240"/>
            </a:xfrm>
          </p:grpSpPr>
          <p:sp>
            <p:nvSpPr>
              <p:cNvPr id="156718" name="Rectangle 73"/>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6719" name="Rectangle 74"/>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6717" name="Text Box 75"/>
            <p:cNvSpPr txBox="1">
              <a:spLocks noChangeArrowheads="1"/>
            </p:cNvSpPr>
            <p:nvPr/>
          </p:nvSpPr>
          <p:spPr bwMode="auto">
            <a:xfrm>
              <a:off x="2540" y="616"/>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a:t>
              </a:r>
            </a:p>
          </p:txBody>
        </p:sp>
      </p:grpSp>
      <p:sp>
        <p:nvSpPr>
          <p:cNvPr id="591950" name="Text Box 78"/>
          <p:cNvSpPr txBox="1">
            <a:spLocks noChangeArrowheads="1"/>
          </p:cNvSpPr>
          <p:nvPr/>
        </p:nvSpPr>
        <p:spPr bwMode="auto">
          <a:xfrm>
            <a:off x="3073400" y="2346325"/>
            <a:ext cx="8683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dirty="0">
                <a:ln>
                  <a:noFill/>
                </a:ln>
                <a:solidFill>
                  <a:srgbClr val="FF0000"/>
                </a:solidFill>
                <a:effectLst/>
                <a:uLnTx/>
                <a:uFillTx/>
                <a:latin typeface="+mn-lt"/>
                <a:ea typeface="+mn-ea"/>
                <a:cs typeface="+mn-ea"/>
                <a:sym typeface="+mn-lt"/>
              </a:rPr>
              <a:t>pc</a:t>
            </a:r>
            <a:endPar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91940"/>
                                        </p:tgtEl>
                                        <p:attrNameLst>
                                          <p:attrName>style.visibility</p:attrName>
                                        </p:attrNameLst>
                                      </p:cBhvr>
                                      <p:to>
                                        <p:strVal val="visible"/>
                                      </p:to>
                                    </p:set>
                                    <p:animEffect transition="in" filter="box(in)">
                                      <p:cBhvr>
                                        <p:cTn id="7" dur="500"/>
                                        <p:tgtEl>
                                          <p:spTgt spid="591940"/>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591950"/>
                                        </p:tgtEl>
                                        <p:attrNameLst>
                                          <p:attrName>style.visibility</p:attrName>
                                        </p:attrNameLst>
                                      </p:cBhvr>
                                      <p:to>
                                        <p:strVal val="visible"/>
                                      </p:to>
                                    </p:set>
                                    <p:animEffect transition="in" filter="box(in)">
                                      <p:cBhvr>
                                        <p:cTn id="12" dur="500"/>
                                        <p:tgtEl>
                                          <p:spTgt spid="591950"/>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diamond(in)">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mph" presetSubtype="0" fill="hold" nodeType="clickEffect">
                                  <p:stCondLst>
                                    <p:cond delay="0"/>
                                  </p:stCondLst>
                                  <p:childTnLst>
                                    <p:animScale>
                                      <p:cBhvr>
                                        <p:cTn id="21" dur="500" fill="hold"/>
                                        <p:tgtEl>
                                          <p:spTgt spid="14"/>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1940" grpId="0"/>
      <p:bldP spid="59195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矩形 75"/>
          <p:cNvSpPr/>
          <p:nvPr/>
        </p:nvSpPr>
        <p:spPr>
          <a:xfrm>
            <a:off x="0" y="1411288"/>
            <a:ext cx="9144000" cy="4754562"/>
          </a:xfrm>
          <a:prstGeom prst="rect">
            <a:avLst/>
          </a:prstGeom>
          <a:solidFill>
            <a:srgbClr val="EAEAEA"/>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57698" name="Line 4"/>
          <p:cNvSpPr>
            <a:spLocks noChangeShapeType="1"/>
          </p:cNvSpPr>
          <p:nvPr/>
        </p:nvSpPr>
        <p:spPr bwMode="auto">
          <a:xfrm>
            <a:off x="2552700" y="2085975"/>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7699" name="Line 6"/>
          <p:cNvSpPr>
            <a:spLocks noChangeShapeType="1"/>
          </p:cNvSpPr>
          <p:nvPr/>
        </p:nvSpPr>
        <p:spPr bwMode="auto">
          <a:xfrm flipV="1">
            <a:off x="3176588" y="2211388"/>
            <a:ext cx="0" cy="381000"/>
          </a:xfrm>
          <a:prstGeom prst="line">
            <a:avLst/>
          </a:prstGeom>
          <a:noFill/>
          <a:ln w="5715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7700" name="Line 7"/>
          <p:cNvSpPr>
            <a:spLocks noChangeShapeType="1"/>
          </p:cNvSpPr>
          <p:nvPr/>
        </p:nvSpPr>
        <p:spPr bwMode="auto">
          <a:xfrm>
            <a:off x="1455738" y="2087563"/>
            <a:ext cx="381000" cy="0"/>
          </a:xfrm>
          <a:prstGeom prst="line">
            <a:avLst/>
          </a:prstGeom>
          <a:noFill/>
          <a:ln w="38100">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7701" name="Text Box 8"/>
          <p:cNvSpPr txBox="1">
            <a:spLocks noChangeArrowheads="1"/>
          </p:cNvSpPr>
          <p:nvPr/>
        </p:nvSpPr>
        <p:spPr bwMode="auto">
          <a:xfrm>
            <a:off x="133350" y="1770063"/>
            <a:ext cx="14716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La(</a:t>
            </a:r>
            <a:r>
              <a:rPr kumimoji="0" lang="en-US" altLang="zh-CN" sz="3200" b="0" i="0" u="none" strike="noStrike" kern="1200" cap="none" spc="0" normalizeH="0" baseline="0" noProof="0" dirty="0" err="1">
                <a:ln>
                  <a:noFill/>
                </a:ln>
                <a:solidFill>
                  <a:srgbClr val="FF0000"/>
                </a:solidFill>
                <a:effectLst/>
                <a:uLnTx/>
                <a:uFillTx/>
                <a:latin typeface="+mn-lt"/>
                <a:ea typeface="+mn-ea"/>
                <a:cs typeface="+mn-ea"/>
                <a:sym typeface="+mn-lt"/>
              </a:rPr>
              <a:t>Lc</a:t>
            </a: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a:t>
            </a:r>
          </a:p>
        </p:txBody>
      </p:sp>
      <p:grpSp>
        <p:nvGrpSpPr>
          <p:cNvPr id="163847" name="Group 9"/>
          <p:cNvGrpSpPr/>
          <p:nvPr/>
        </p:nvGrpSpPr>
        <p:grpSpPr>
          <a:xfrm>
            <a:off x="2979738" y="1858963"/>
            <a:ext cx="838200" cy="381000"/>
            <a:chOff x="1968" y="1344"/>
            <a:chExt cx="528" cy="240"/>
          </a:xfrm>
        </p:grpSpPr>
        <p:sp>
          <p:nvSpPr>
            <p:cNvPr id="157770" name="Rectangle 10"/>
            <p:cNvSpPr>
              <a:spLocks noChangeArrowheads="1"/>
            </p:cNvSpPr>
            <p:nvPr/>
          </p:nvSpPr>
          <p:spPr bwMode="auto">
            <a:xfrm>
              <a:off x="1968" y="1344"/>
              <a:ext cx="384" cy="240"/>
            </a:xfrm>
            <a:prstGeom prst="rect">
              <a:avLst/>
            </a:prstGeom>
            <a:solidFill>
              <a:srgbClr val="FFCC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7771" name="Rectangle 11"/>
            <p:cNvSpPr>
              <a:spLocks noChangeArrowheads="1"/>
            </p:cNvSpPr>
            <p:nvPr/>
          </p:nvSpPr>
          <p:spPr bwMode="auto">
            <a:xfrm>
              <a:off x="2352" y="1344"/>
              <a:ext cx="144" cy="240"/>
            </a:xfrm>
            <a:prstGeom prst="rect">
              <a:avLst/>
            </a:prstGeom>
            <a:solidFill>
              <a:srgbClr val="FFCC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2" name="Group 12"/>
          <p:cNvGrpSpPr/>
          <p:nvPr/>
        </p:nvGrpSpPr>
        <p:grpSpPr bwMode="auto">
          <a:xfrm>
            <a:off x="4198938" y="1858510"/>
            <a:ext cx="838200" cy="381000"/>
            <a:chOff x="1968" y="1344"/>
            <a:chExt cx="528" cy="240"/>
          </a:xfrm>
          <a:solidFill>
            <a:srgbClr val="D7D7FF"/>
          </a:solidFill>
        </p:grpSpPr>
        <p:sp>
          <p:nvSpPr>
            <p:cNvPr id="157768" name="Rectangle 13"/>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7769" name="Rectangle 14"/>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3848" name="Group 15"/>
          <p:cNvGrpSpPr/>
          <p:nvPr/>
        </p:nvGrpSpPr>
        <p:grpSpPr bwMode="auto">
          <a:xfrm>
            <a:off x="5418138" y="1858510"/>
            <a:ext cx="838200" cy="381000"/>
            <a:chOff x="1968" y="1344"/>
            <a:chExt cx="528" cy="240"/>
          </a:xfrm>
          <a:solidFill>
            <a:srgbClr val="D7D7FF"/>
          </a:solidFill>
        </p:grpSpPr>
        <p:sp>
          <p:nvSpPr>
            <p:cNvPr id="157766" name="Rectangle 16"/>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7767" name="Rectangle 17"/>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3850" name="Group 18"/>
          <p:cNvGrpSpPr/>
          <p:nvPr/>
        </p:nvGrpSpPr>
        <p:grpSpPr>
          <a:xfrm>
            <a:off x="1836738" y="1858963"/>
            <a:ext cx="838200" cy="381000"/>
            <a:chOff x="1968" y="1344"/>
            <a:chExt cx="528" cy="240"/>
          </a:xfrm>
        </p:grpSpPr>
        <p:sp>
          <p:nvSpPr>
            <p:cNvPr id="157764" name="Rectangle 19"/>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7765" name="Rectangle 20"/>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7706" name="Line 21"/>
          <p:cNvSpPr>
            <a:spLocks noChangeShapeType="1"/>
          </p:cNvSpPr>
          <p:nvPr/>
        </p:nvSpPr>
        <p:spPr bwMode="auto">
          <a:xfrm>
            <a:off x="2590800" y="2078038"/>
            <a:ext cx="457200" cy="0"/>
          </a:xfrm>
          <a:prstGeom prst="line">
            <a:avLst/>
          </a:prstGeom>
          <a:noFill/>
          <a:ln w="57150">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7708" name="Line 23"/>
          <p:cNvSpPr>
            <a:spLocks noChangeShapeType="1"/>
          </p:cNvSpPr>
          <p:nvPr/>
        </p:nvSpPr>
        <p:spPr bwMode="auto">
          <a:xfrm>
            <a:off x="4960938" y="2087563"/>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7709" name="Text Box 24"/>
          <p:cNvSpPr txBox="1">
            <a:spLocks noChangeArrowheads="1"/>
          </p:cNvSpPr>
          <p:nvPr/>
        </p:nvSpPr>
        <p:spPr bwMode="auto">
          <a:xfrm>
            <a:off x="3095625" y="1792288"/>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57710" name="Text Box 25"/>
          <p:cNvSpPr txBox="1">
            <a:spLocks noChangeArrowheads="1"/>
          </p:cNvSpPr>
          <p:nvPr/>
        </p:nvSpPr>
        <p:spPr bwMode="auto">
          <a:xfrm>
            <a:off x="4278313" y="1792288"/>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7</a:t>
            </a:r>
          </a:p>
        </p:txBody>
      </p:sp>
      <p:sp>
        <p:nvSpPr>
          <p:cNvPr id="157711" name="Text Box 26"/>
          <p:cNvSpPr txBox="1">
            <a:spLocks noChangeArrowheads="1"/>
          </p:cNvSpPr>
          <p:nvPr/>
        </p:nvSpPr>
        <p:spPr bwMode="auto">
          <a:xfrm>
            <a:off x="5534025" y="1792288"/>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8</a:t>
            </a:r>
          </a:p>
        </p:txBody>
      </p:sp>
      <p:grpSp>
        <p:nvGrpSpPr>
          <p:cNvPr id="163856" name="Group 27"/>
          <p:cNvGrpSpPr/>
          <p:nvPr/>
        </p:nvGrpSpPr>
        <p:grpSpPr bwMode="auto">
          <a:xfrm>
            <a:off x="2217738" y="3201534"/>
            <a:ext cx="838200" cy="381000"/>
            <a:chOff x="1968" y="1344"/>
            <a:chExt cx="528" cy="240"/>
          </a:xfrm>
          <a:solidFill>
            <a:srgbClr val="D7D7FF"/>
          </a:solidFill>
        </p:grpSpPr>
        <p:sp>
          <p:nvSpPr>
            <p:cNvPr id="157762" name="Rectangle 28"/>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7763" name="Rectangle 29"/>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3857" name="Group 30"/>
          <p:cNvGrpSpPr/>
          <p:nvPr/>
        </p:nvGrpSpPr>
        <p:grpSpPr bwMode="auto">
          <a:xfrm>
            <a:off x="3360738" y="3201534"/>
            <a:ext cx="838200" cy="381000"/>
            <a:chOff x="1968" y="1344"/>
            <a:chExt cx="528" cy="240"/>
          </a:xfrm>
          <a:solidFill>
            <a:srgbClr val="D7D7FF"/>
          </a:solidFill>
        </p:grpSpPr>
        <p:sp>
          <p:nvSpPr>
            <p:cNvPr id="157760" name="Rectangle 31"/>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7761" name="Rectangle 32"/>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3858" name="Group 33"/>
          <p:cNvGrpSpPr/>
          <p:nvPr/>
        </p:nvGrpSpPr>
        <p:grpSpPr bwMode="auto">
          <a:xfrm>
            <a:off x="4579938" y="3201534"/>
            <a:ext cx="838200" cy="381000"/>
            <a:chOff x="1968" y="1344"/>
            <a:chExt cx="528" cy="240"/>
          </a:xfrm>
          <a:solidFill>
            <a:srgbClr val="D7D7FF"/>
          </a:solidFill>
        </p:grpSpPr>
        <p:sp>
          <p:nvSpPr>
            <p:cNvPr id="157758" name="Rectangle 34"/>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7759" name="Rectangle 35"/>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3859" name="Group 36"/>
          <p:cNvGrpSpPr/>
          <p:nvPr/>
        </p:nvGrpSpPr>
        <p:grpSpPr bwMode="auto">
          <a:xfrm>
            <a:off x="5799138" y="3201534"/>
            <a:ext cx="838200" cy="381000"/>
            <a:chOff x="1968" y="1344"/>
            <a:chExt cx="528" cy="240"/>
          </a:xfrm>
          <a:solidFill>
            <a:srgbClr val="D7D7FF"/>
          </a:solidFill>
        </p:grpSpPr>
        <p:sp>
          <p:nvSpPr>
            <p:cNvPr id="157756" name="Rectangle 37"/>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7757" name="Rectangle 38"/>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3860" name="Group 39"/>
          <p:cNvGrpSpPr/>
          <p:nvPr/>
        </p:nvGrpSpPr>
        <p:grpSpPr bwMode="auto">
          <a:xfrm>
            <a:off x="6942138" y="3201534"/>
            <a:ext cx="838200" cy="381000"/>
            <a:chOff x="1968" y="1344"/>
            <a:chExt cx="528" cy="240"/>
          </a:xfrm>
          <a:solidFill>
            <a:srgbClr val="D7D7FF"/>
          </a:solidFill>
        </p:grpSpPr>
        <p:sp>
          <p:nvSpPr>
            <p:cNvPr id="157754" name="Rectangle 40"/>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7755" name="Rectangle 41"/>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3861" name="Group 42"/>
          <p:cNvGrpSpPr/>
          <p:nvPr/>
        </p:nvGrpSpPr>
        <p:grpSpPr bwMode="auto">
          <a:xfrm>
            <a:off x="8085138" y="3201534"/>
            <a:ext cx="838200" cy="381000"/>
            <a:chOff x="1968" y="1344"/>
            <a:chExt cx="528" cy="240"/>
          </a:xfrm>
          <a:solidFill>
            <a:srgbClr val="D7D7FF"/>
          </a:solidFill>
        </p:grpSpPr>
        <p:sp>
          <p:nvSpPr>
            <p:cNvPr id="157752" name="Rectangle 43"/>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7753" name="Rectangle 44"/>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7718" name="Line 45"/>
          <p:cNvSpPr>
            <a:spLocks noChangeShapeType="1"/>
          </p:cNvSpPr>
          <p:nvPr/>
        </p:nvSpPr>
        <p:spPr bwMode="auto">
          <a:xfrm>
            <a:off x="2903538" y="3354388"/>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7719" name="Line 46"/>
          <p:cNvSpPr>
            <a:spLocks noChangeShapeType="1"/>
          </p:cNvSpPr>
          <p:nvPr/>
        </p:nvSpPr>
        <p:spPr bwMode="auto">
          <a:xfrm>
            <a:off x="5341938" y="3354388"/>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7720" name="Line 47"/>
          <p:cNvSpPr>
            <a:spLocks noChangeShapeType="1"/>
          </p:cNvSpPr>
          <p:nvPr/>
        </p:nvSpPr>
        <p:spPr bwMode="auto">
          <a:xfrm>
            <a:off x="6484938" y="3354388"/>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7721" name="Line 48"/>
          <p:cNvSpPr>
            <a:spLocks noChangeShapeType="1"/>
          </p:cNvSpPr>
          <p:nvPr/>
        </p:nvSpPr>
        <p:spPr bwMode="auto">
          <a:xfrm>
            <a:off x="4122738" y="3354388"/>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7722" name="Line 49"/>
          <p:cNvSpPr>
            <a:spLocks noChangeShapeType="1"/>
          </p:cNvSpPr>
          <p:nvPr/>
        </p:nvSpPr>
        <p:spPr bwMode="auto">
          <a:xfrm>
            <a:off x="7627938" y="3354388"/>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7723" name="Text Box 50"/>
          <p:cNvSpPr txBox="1">
            <a:spLocks noChangeArrowheads="1"/>
          </p:cNvSpPr>
          <p:nvPr/>
        </p:nvSpPr>
        <p:spPr bwMode="auto">
          <a:xfrm>
            <a:off x="2359025" y="3125788"/>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57724" name="Text Box 51"/>
          <p:cNvSpPr txBox="1">
            <a:spLocks noChangeArrowheads="1"/>
          </p:cNvSpPr>
          <p:nvPr/>
        </p:nvSpPr>
        <p:spPr bwMode="auto">
          <a:xfrm>
            <a:off x="3476625" y="3125788"/>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4</a:t>
            </a:r>
          </a:p>
        </p:txBody>
      </p:sp>
      <p:sp>
        <p:nvSpPr>
          <p:cNvPr id="157725" name="Text Box 52"/>
          <p:cNvSpPr txBox="1">
            <a:spLocks noChangeArrowheads="1"/>
          </p:cNvSpPr>
          <p:nvPr/>
        </p:nvSpPr>
        <p:spPr bwMode="auto">
          <a:xfrm>
            <a:off x="4656138" y="3167063"/>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6</a:t>
            </a:r>
          </a:p>
        </p:txBody>
      </p:sp>
      <p:sp>
        <p:nvSpPr>
          <p:cNvPr id="157726" name="Text Box 53"/>
          <p:cNvSpPr txBox="1">
            <a:spLocks noChangeArrowheads="1"/>
          </p:cNvSpPr>
          <p:nvPr/>
        </p:nvSpPr>
        <p:spPr bwMode="auto">
          <a:xfrm>
            <a:off x="5915025" y="3167063"/>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8</a:t>
            </a:r>
          </a:p>
        </p:txBody>
      </p:sp>
      <p:sp>
        <p:nvSpPr>
          <p:cNvPr id="157727" name="Text Box 54"/>
          <p:cNvSpPr txBox="1">
            <a:spLocks noChangeArrowheads="1"/>
          </p:cNvSpPr>
          <p:nvPr/>
        </p:nvSpPr>
        <p:spPr bwMode="auto">
          <a:xfrm>
            <a:off x="6935788" y="3167063"/>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10</a:t>
            </a:r>
          </a:p>
        </p:txBody>
      </p:sp>
      <p:sp>
        <p:nvSpPr>
          <p:cNvPr id="157728" name="Text Box 55"/>
          <p:cNvSpPr txBox="1">
            <a:spLocks noChangeArrowheads="1"/>
          </p:cNvSpPr>
          <p:nvPr/>
        </p:nvSpPr>
        <p:spPr bwMode="auto">
          <a:xfrm>
            <a:off x="8088313" y="3167063"/>
            <a:ext cx="4746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11</a:t>
            </a:r>
          </a:p>
        </p:txBody>
      </p:sp>
      <p:grpSp>
        <p:nvGrpSpPr>
          <p:cNvPr id="163873" name="Group 56"/>
          <p:cNvGrpSpPr/>
          <p:nvPr/>
        </p:nvGrpSpPr>
        <p:grpSpPr bwMode="auto">
          <a:xfrm>
            <a:off x="1003301" y="3192009"/>
            <a:ext cx="838200" cy="381000"/>
            <a:chOff x="1968" y="1344"/>
            <a:chExt cx="528" cy="240"/>
          </a:xfrm>
          <a:solidFill>
            <a:srgbClr val="FFC000"/>
          </a:solidFill>
        </p:grpSpPr>
        <p:sp>
          <p:nvSpPr>
            <p:cNvPr id="157750" name="Rectangle 57"/>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7751" name="Rectangle 58"/>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7730" name="Line 59"/>
          <p:cNvSpPr>
            <a:spLocks noChangeShapeType="1"/>
          </p:cNvSpPr>
          <p:nvPr/>
        </p:nvSpPr>
        <p:spPr bwMode="auto">
          <a:xfrm>
            <a:off x="1765300" y="3421063"/>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163876" name="Group 60"/>
          <p:cNvGrpSpPr/>
          <p:nvPr/>
        </p:nvGrpSpPr>
        <p:grpSpPr>
          <a:xfrm>
            <a:off x="52388" y="3014663"/>
            <a:ext cx="950912" cy="584200"/>
            <a:chOff x="715" y="1953"/>
            <a:chExt cx="599" cy="368"/>
          </a:xfrm>
        </p:grpSpPr>
        <p:sp>
          <p:nvSpPr>
            <p:cNvPr id="157748" name="Line 61"/>
            <p:cNvSpPr>
              <a:spLocks noChangeShapeType="1"/>
            </p:cNvSpPr>
            <p:nvPr/>
          </p:nvSpPr>
          <p:spPr bwMode="auto">
            <a:xfrm>
              <a:off x="1074" y="2175"/>
              <a:ext cx="24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7749" name="Text Box 62"/>
            <p:cNvSpPr txBox="1">
              <a:spLocks noChangeArrowheads="1"/>
            </p:cNvSpPr>
            <p:nvPr/>
          </p:nvSpPr>
          <p:spPr bwMode="auto">
            <a:xfrm>
              <a:off x="715" y="1953"/>
              <a:ext cx="403"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dirty="0" err="1">
                  <a:ln>
                    <a:noFill/>
                  </a:ln>
                  <a:solidFill>
                    <a:schemeClr val="tx1"/>
                  </a:solidFill>
                  <a:effectLst/>
                  <a:uLnTx/>
                  <a:uFillTx/>
                  <a:latin typeface="+mn-lt"/>
                  <a:ea typeface="+mn-ea"/>
                  <a:cs typeface="+mn-ea"/>
                  <a:sym typeface="+mn-lt"/>
                </a:rPr>
                <a:t>Lb</a:t>
              </a:r>
              <a:endPar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endParaRPr>
            </a:p>
          </p:txBody>
        </p:sp>
      </p:grpSp>
      <p:sp>
        <p:nvSpPr>
          <p:cNvPr id="157732" name="Text Box 63"/>
          <p:cNvSpPr txBox="1">
            <a:spLocks noChangeArrowheads="1"/>
          </p:cNvSpPr>
          <p:nvPr/>
        </p:nvSpPr>
        <p:spPr bwMode="auto">
          <a:xfrm>
            <a:off x="2562225" y="3624263"/>
            <a:ext cx="5953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dirty="0" err="1">
                <a:ln>
                  <a:noFill/>
                </a:ln>
                <a:solidFill>
                  <a:schemeClr val="tx1"/>
                </a:solidFill>
                <a:effectLst/>
                <a:uLnTx/>
                <a:uFillTx/>
                <a:latin typeface="+mn-lt"/>
                <a:ea typeface="+mn-ea"/>
                <a:cs typeface="+mn-ea"/>
                <a:sym typeface="+mn-lt"/>
              </a:rPr>
              <a:t>pb</a:t>
            </a:r>
            <a:endPar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57733" name="Line 64"/>
          <p:cNvSpPr>
            <a:spLocks noChangeShapeType="1"/>
          </p:cNvSpPr>
          <p:nvPr/>
        </p:nvSpPr>
        <p:spPr bwMode="auto">
          <a:xfrm flipV="1">
            <a:off x="2490788" y="3575050"/>
            <a:ext cx="0" cy="381000"/>
          </a:xfrm>
          <a:prstGeom prst="line">
            <a:avLst/>
          </a:prstGeom>
          <a:noFill/>
          <a:ln w="5715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7734" name="Rectangle 65"/>
          <p:cNvSpPr>
            <a:spLocks noChangeArrowheads="1"/>
          </p:cNvSpPr>
          <p:nvPr/>
        </p:nvSpPr>
        <p:spPr bwMode="auto">
          <a:xfrm>
            <a:off x="790575" y="188913"/>
            <a:ext cx="7797800"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有序链表的合并</a:t>
            </a:r>
            <a:r>
              <a:rPr lang="zh-CN" altLang="en-US" dirty="0">
                <a:solidFill>
                  <a:schemeClr val="bg1"/>
                </a:solidFill>
                <a:latin typeface="+mn-lt"/>
                <a:ea typeface="+mn-ea"/>
                <a:cs typeface="+mn-ea"/>
                <a:sym typeface="+mn-lt"/>
              </a:rPr>
              <a:t>（</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pa-&gt;data &lt;= pb-&gt;data</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a:t>
            </a:r>
            <a:endPar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endParaRPr>
          </a:p>
        </p:txBody>
      </p:sp>
      <p:sp>
        <p:nvSpPr>
          <p:cNvPr id="157735" name="Text Box 66"/>
          <p:cNvSpPr txBox="1">
            <a:spLocks noChangeArrowheads="1"/>
          </p:cNvSpPr>
          <p:nvPr/>
        </p:nvSpPr>
        <p:spPr bwMode="auto">
          <a:xfrm>
            <a:off x="4716463" y="3994150"/>
            <a:ext cx="3681413" cy="579438"/>
          </a:xfrm>
          <a:prstGeom prst="rect">
            <a:avLst/>
          </a:prstGeom>
          <a:noFill/>
          <a:ln>
            <a:noFill/>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a:ln>
                  <a:noFill/>
                </a:ln>
                <a:solidFill>
                  <a:srgbClr val="FF0000"/>
                </a:solidFill>
                <a:effectLst/>
                <a:uLnTx/>
                <a:uFillTx/>
                <a:latin typeface="+mn-lt"/>
                <a:ea typeface="+mn-ea"/>
                <a:cs typeface="+mn-ea"/>
                <a:sym typeface="+mn-lt"/>
              </a:rPr>
              <a:t>pc-&gt;next = pa;</a:t>
            </a:r>
          </a:p>
        </p:txBody>
      </p:sp>
      <p:sp>
        <p:nvSpPr>
          <p:cNvPr id="157736" name="Text Box 67"/>
          <p:cNvSpPr txBox="1">
            <a:spLocks noChangeArrowheads="1"/>
          </p:cNvSpPr>
          <p:nvPr/>
        </p:nvSpPr>
        <p:spPr bwMode="auto">
          <a:xfrm>
            <a:off x="4729163" y="4573588"/>
            <a:ext cx="3681413" cy="579438"/>
          </a:xfrm>
          <a:prstGeom prst="rect">
            <a:avLst/>
          </a:prstGeom>
          <a:noFill/>
          <a:ln>
            <a:noFill/>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dirty="0">
                <a:ln>
                  <a:noFill/>
                </a:ln>
                <a:solidFill>
                  <a:srgbClr val="FF0000"/>
                </a:solidFill>
                <a:effectLst/>
                <a:uLnTx/>
                <a:uFillTx/>
                <a:latin typeface="+mn-lt"/>
                <a:ea typeface="+mn-ea"/>
                <a:cs typeface="+mn-ea"/>
                <a:sym typeface="+mn-lt"/>
              </a:rPr>
              <a:t>pc = pa;</a:t>
            </a:r>
          </a:p>
        </p:txBody>
      </p:sp>
      <p:grpSp>
        <p:nvGrpSpPr>
          <p:cNvPr id="163882" name="Group 68"/>
          <p:cNvGrpSpPr/>
          <p:nvPr/>
        </p:nvGrpSpPr>
        <p:grpSpPr>
          <a:xfrm>
            <a:off x="2970213" y="1803400"/>
            <a:ext cx="838200" cy="461963"/>
            <a:chOff x="2467" y="616"/>
            <a:chExt cx="528" cy="291"/>
          </a:xfrm>
        </p:grpSpPr>
        <p:grpSp>
          <p:nvGrpSpPr>
            <p:cNvPr id="163885" name="Group 69"/>
            <p:cNvGrpSpPr/>
            <p:nvPr/>
          </p:nvGrpSpPr>
          <p:grpSpPr>
            <a:xfrm>
              <a:off x="2467" y="658"/>
              <a:ext cx="528" cy="240"/>
              <a:chOff x="1968" y="1344"/>
              <a:chExt cx="528" cy="240"/>
            </a:xfrm>
          </p:grpSpPr>
          <p:sp>
            <p:nvSpPr>
              <p:cNvPr id="157746" name="Rectangle 70"/>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7747" name="Rectangle 71"/>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7745" name="Text Box 72"/>
            <p:cNvSpPr txBox="1">
              <a:spLocks noChangeArrowheads="1"/>
            </p:cNvSpPr>
            <p:nvPr/>
          </p:nvSpPr>
          <p:spPr bwMode="auto">
            <a:xfrm>
              <a:off x="2540" y="616"/>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a:t>
              </a:r>
            </a:p>
          </p:txBody>
        </p:sp>
      </p:grpSp>
      <p:sp>
        <p:nvSpPr>
          <p:cNvPr id="157738" name="Text Box 73"/>
          <p:cNvSpPr txBox="1">
            <a:spLocks noChangeArrowheads="1"/>
          </p:cNvSpPr>
          <p:nvPr/>
        </p:nvSpPr>
        <p:spPr bwMode="auto">
          <a:xfrm>
            <a:off x="2478088" y="2224088"/>
            <a:ext cx="8683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lang="en-US" altLang="zh-CN" sz="3200" dirty="0">
                <a:solidFill>
                  <a:srgbClr val="FF0000"/>
                </a:solidFill>
                <a:latin typeface="+mn-lt"/>
                <a:ea typeface="+mn-ea"/>
                <a:cs typeface="+mn-ea"/>
                <a:sym typeface="+mn-lt"/>
              </a:rPr>
              <a:t>p</a:t>
            </a:r>
            <a:r>
              <a:rPr kumimoji="0" lang="en-US" altLang="zh-CN" sz="3200" b="0" i="0" u="none" strike="noStrike" kern="1200" cap="none" spc="0" normalizeH="0" baseline="0" noProof="0" dirty="0">
                <a:ln>
                  <a:noFill/>
                </a:ln>
                <a:solidFill>
                  <a:srgbClr val="FF0000"/>
                </a:solidFill>
                <a:effectLst/>
                <a:uLnTx/>
                <a:uFillTx/>
                <a:latin typeface="+mn-lt"/>
                <a:ea typeface="+mn-ea"/>
                <a:cs typeface="+mn-ea"/>
                <a:sym typeface="+mn-lt"/>
              </a:rPr>
              <a:t>c</a:t>
            </a:r>
            <a:endPar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endParaRPr>
          </a:p>
        </p:txBody>
      </p:sp>
      <p:grpSp>
        <p:nvGrpSpPr>
          <p:cNvPr id="16" name="Group 77"/>
          <p:cNvGrpSpPr/>
          <p:nvPr/>
        </p:nvGrpSpPr>
        <p:grpSpPr bwMode="auto">
          <a:xfrm>
            <a:off x="4500116" y="2220119"/>
            <a:ext cx="3910012" cy="3513138"/>
            <a:chOff x="2955" y="688"/>
            <a:chExt cx="2463" cy="2213"/>
          </a:xfrm>
          <a:noFill/>
        </p:grpSpPr>
        <p:sp>
          <p:nvSpPr>
            <p:cNvPr id="157740" name="Text Box 74"/>
            <p:cNvSpPr txBox="1">
              <a:spLocks noChangeArrowheads="1"/>
            </p:cNvSpPr>
            <p:nvPr/>
          </p:nvSpPr>
          <p:spPr bwMode="auto">
            <a:xfrm>
              <a:off x="3099" y="2536"/>
              <a:ext cx="2319" cy="36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a:ln>
                    <a:noFill/>
                  </a:ln>
                  <a:solidFill>
                    <a:srgbClr val="FF0000"/>
                  </a:solidFill>
                  <a:effectLst/>
                  <a:uLnTx/>
                  <a:uFillTx/>
                  <a:latin typeface="+mn-lt"/>
                  <a:ea typeface="+mn-ea"/>
                  <a:cs typeface="+mn-ea"/>
                  <a:sym typeface="+mn-lt"/>
                </a:rPr>
                <a:t>pa = pa-&gt;next;</a:t>
              </a:r>
            </a:p>
          </p:txBody>
        </p:sp>
        <p:grpSp>
          <p:nvGrpSpPr>
            <p:cNvPr id="3" name="Group 76"/>
            <p:cNvGrpSpPr/>
            <p:nvPr/>
          </p:nvGrpSpPr>
          <p:grpSpPr bwMode="auto">
            <a:xfrm>
              <a:off x="2955" y="688"/>
              <a:ext cx="490" cy="365"/>
              <a:chOff x="2955" y="688"/>
              <a:chExt cx="490" cy="365"/>
            </a:xfrm>
            <a:grpFill/>
          </p:grpSpPr>
          <p:sp>
            <p:nvSpPr>
              <p:cNvPr id="157742" name="Text Box 5"/>
              <p:cNvSpPr txBox="1">
                <a:spLocks noChangeArrowheads="1"/>
              </p:cNvSpPr>
              <p:nvPr/>
            </p:nvSpPr>
            <p:spPr bwMode="auto">
              <a:xfrm>
                <a:off x="2989" y="688"/>
                <a:ext cx="456" cy="36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pa</a:t>
                </a:r>
              </a:p>
            </p:txBody>
          </p:sp>
          <p:sp>
            <p:nvSpPr>
              <p:cNvPr id="157743" name="Line 75"/>
              <p:cNvSpPr>
                <a:spLocks noChangeShapeType="1"/>
              </p:cNvSpPr>
              <p:nvPr/>
            </p:nvSpPr>
            <p:spPr bwMode="auto">
              <a:xfrm flipV="1">
                <a:off x="2955" y="710"/>
                <a:ext cx="0" cy="240"/>
              </a:xfrm>
              <a:prstGeom prst="line">
                <a:avLst/>
              </a:prstGeom>
              <a:grpFill/>
              <a:ln w="57150">
                <a:solidFill>
                  <a:schemeClr val="tx1"/>
                </a:solidFill>
                <a:miter lim="800000"/>
                <a:tailEnd type="triangle" w="med" len="med"/>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sp>
        <p:nvSpPr>
          <p:cNvPr id="157707" name="Line 22"/>
          <p:cNvSpPr>
            <a:spLocks noChangeShapeType="1"/>
          </p:cNvSpPr>
          <p:nvPr/>
        </p:nvSpPr>
        <p:spPr bwMode="auto">
          <a:xfrm>
            <a:off x="3705225" y="2085975"/>
            <a:ext cx="493713" cy="1588"/>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矩形 84"/>
          <p:cNvSpPr/>
          <p:nvPr/>
        </p:nvSpPr>
        <p:spPr>
          <a:xfrm>
            <a:off x="0" y="1411288"/>
            <a:ext cx="9144000" cy="3746500"/>
          </a:xfrm>
          <a:prstGeom prst="rect">
            <a:avLst/>
          </a:prstGeom>
          <a:solidFill>
            <a:srgbClr val="EAEAEA"/>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58722" name="Line 67"/>
          <p:cNvSpPr>
            <a:spLocks noChangeShapeType="1"/>
          </p:cNvSpPr>
          <p:nvPr/>
        </p:nvSpPr>
        <p:spPr bwMode="auto">
          <a:xfrm>
            <a:off x="3198813" y="2259013"/>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8723" name="Line 68"/>
          <p:cNvSpPr>
            <a:spLocks noChangeShapeType="1"/>
          </p:cNvSpPr>
          <p:nvPr/>
        </p:nvSpPr>
        <p:spPr bwMode="auto">
          <a:xfrm flipV="1">
            <a:off x="3824288" y="2384425"/>
            <a:ext cx="0" cy="381000"/>
          </a:xfrm>
          <a:prstGeom prst="line">
            <a:avLst/>
          </a:prstGeom>
          <a:noFill/>
          <a:ln w="5715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8724" name="Line 69"/>
          <p:cNvSpPr>
            <a:spLocks noChangeShapeType="1"/>
          </p:cNvSpPr>
          <p:nvPr/>
        </p:nvSpPr>
        <p:spPr bwMode="auto">
          <a:xfrm>
            <a:off x="2103438" y="2260600"/>
            <a:ext cx="381000" cy="0"/>
          </a:xfrm>
          <a:prstGeom prst="line">
            <a:avLst/>
          </a:prstGeom>
          <a:noFill/>
          <a:ln w="38100">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8725" name="Text Box 70"/>
          <p:cNvSpPr txBox="1">
            <a:spLocks noChangeArrowheads="1"/>
          </p:cNvSpPr>
          <p:nvPr/>
        </p:nvSpPr>
        <p:spPr bwMode="auto">
          <a:xfrm>
            <a:off x="865188" y="1843088"/>
            <a:ext cx="1473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a:ln>
                  <a:noFill/>
                </a:ln>
                <a:solidFill>
                  <a:schemeClr val="tx1"/>
                </a:solidFill>
                <a:effectLst/>
                <a:uLnTx/>
                <a:uFillTx/>
                <a:latin typeface="+mn-lt"/>
                <a:ea typeface="+mn-ea"/>
                <a:cs typeface="+mn-ea"/>
                <a:sym typeface="+mn-lt"/>
              </a:rPr>
              <a:t>La(</a:t>
            </a:r>
            <a:r>
              <a:rPr kumimoji="0" lang="en-US" altLang="zh-CN" sz="3200" b="0" i="0" u="none" strike="noStrike" kern="1200" cap="none" spc="0" normalizeH="0" baseline="0" noProof="0">
                <a:ln>
                  <a:noFill/>
                </a:ln>
                <a:solidFill>
                  <a:srgbClr val="FF0000"/>
                </a:solidFill>
                <a:effectLst/>
                <a:uLnTx/>
                <a:uFillTx/>
                <a:latin typeface="+mn-lt"/>
                <a:ea typeface="+mn-ea"/>
                <a:cs typeface="+mn-ea"/>
                <a:sym typeface="+mn-lt"/>
              </a:rPr>
              <a:t>Lc</a:t>
            </a:r>
            <a:r>
              <a:rPr kumimoji="0" lang="en-US" altLang="zh-CN" sz="3200" b="0" i="0" u="none" strike="noStrike" kern="1200" cap="none" spc="0" normalizeH="0" baseline="0" noProof="0">
                <a:ln>
                  <a:noFill/>
                </a:ln>
                <a:solidFill>
                  <a:schemeClr val="tx1"/>
                </a:solidFill>
                <a:effectLst/>
                <a:uLnTx/>
                <a:uFillTx/>
                <a:latin typeface="+mn-lt"/>
                <a:ea typeface="+mn-ea"/>
                <a:cs typeface="+mn-ea"/>
                <a:sym typeface="+mn-lt"/>
              </a:rPr>
              <a:t>)</a:t>
            </a:r>
          </a:p>
        </p:txBody>
      </p:sp>
      <p:grpSp>
        <p:nvGrpSpPr>
          <p:cNvPr id="164871" name="Group 71"/>
          <p:cNvGrpSpPr/>
          <p:nvPr/>
        </p:nvGrpSpPr>
        <p:grpSpPr>
          <a:xfrm>
            <a:off x="3627438" y="2032000"/>
            <a:ext cx="838200" cy="381000"/>
            <a:chOff x="1968" y="1344"/>
            <a:chExt cx="528" cy="240"/>
          </a:xfrm>
        </p:grpSpPr>
        <p:sp>
          <p:nvSpPr>
            <p:cNvPr id="158797" name="Rectangle 72"/>
            <p:cNvSpPr>
              <a:spLocks noChangeArrowheads="1"/>
            </p:cNvSpPr>
            <p:nvPr/>
          </p:nvSpPr>
          <p:spPr bwMode="auto">
            <a:xfrm>
              <a:off x="1968" y="1344"/>
              <a:ext cx="384" cy="240"/>
            </a:xfrm>
            <a:prstGeom prst="rect">
              <a:avLst/>
            </a:prstGeom>
            <a:solidFill>
              <a:srgbClr val="FFCC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8798" name="Rectangle 73"/>
            <p:cNvSpPr>
              <a:spLocks noChangeArrowheads="1"/>
            </p:cNvSpPr>
            <p:nvPr/>
          </p:nvSpPr>
          <p:spPr bwMode="auto">
            <a:xfrm>
              <a:off x="2352" y="1344"/>
              <a:ext cx="144" cy="240"/>
            </a:xfrm>
            <a:prstGeom prst="rect">
              <a:avLst/>
            </a:prstGeom>
            <a:solidFill>
              <a:srgbClr val="FFCC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2" name="Group 74"/>
          <p:cNvGrpSpPr/>
          <p:nvPr/>
        </p:nvGrpSpPr>
        <p:grpSpPr bwMode="auto">
          <a:xfrm>
            <a:off x="4845844" y="2031774"/>
            <a:ext cx="838200" cy="381000"/>
            <a:chOff x="1968" y="1344"/>
            <a:chExt cx="528" cy="240"/>
          </a:xfrm>
          <a:solidFill>
            <a:srgbClr val="D7D7FF"/>
          </a:solidFill>
        </p:grpSpPr>
        <p:sp>
          <p:nvSpPr>
            <p:cNvPr id="158795" name="Rectangle 75"/>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8796" name="Rectangle 76"/>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4872" name="Group 77"/>
          <p:cNvGrpSpPr/>
          <p:nvPr/>
        </p:nvGrpSpPr>
        <p:grpSpPr bwMode="auto">
          <a:xfrm>
            <a:off x="6065044" y="2031774"/>
            <a:ext cx="838200" cy="381000"/>
            <a:chOff x="1968" y="1344"/>
            <a:chExt cx="528" cy="240"/>
          </a:xfrm>
          <a:solidFill>
            <a:srgbClr val="D7D7FF"/>
          </a:solidFill>
        </p:grpSpPr>
        <p:sp>
          <p:nvSpPr>
            <p:cNvPr id="158793" name="Rectangle 78"/>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8794" name="Rectangle 79"/>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4874" name="Group 80"/>
          <p:cNvGrpSpPr/>
          <p:nvPr/>
        </p:nvGrpSpPr>
        <p:grpSpPr>
          <a:xfrm>
            <a:off x="2484438" y="2032000"/>
            <a:ext cx="838200" cy="381000"/>
            <a:chOff x="1968" y="1344"/>
            <a:chExt cx="528" cy="240"/>
          </a:xfrm>
        </p:grpSpPr>
        <p:sp>
          <p:nvSpPr>
            <p:cNvPr id="158791" name="Rectangle 81"/>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8792" name="Rectangle 82"/>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8730" name="Line 83"/>
          <p:cNvSpPr>
            <a:spLocks noChangeShapeType="1"/>
          </p:cNvSpPr>
          <p:nvPr/>
        </p:nvSpPr>
        <p:spPr bwMode="auto">
          <a:xfrm>
            <a:off x="3236913" y="2251075"/>
            <a:ext cx="457200" cy="0"/>
          </a:xfrm>
          <a:prstGeom prst="line">
            <a:avLst/>
          </a:prstGeom>
          <a:noFill/>
          <a:ln w="57150">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8731" name="Line 84"/>
          <p:cNvSpPr>
            <a:spLocks noChangeShapeType="1"/>
          </p:cNvSpPr>
          <p:nvPr/>
        </p:nvSpPr>
        <p:spPr bwMode="auto">
          <a:xfrm>
            <a:off x="4389438" y="2260600"/>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8732" name="Line 85"/>
          <p:cNvSpPr>
            <a:spLocks noChangeShapeType="1"/>
          </p:cNvSpPr>
          <p:nvPr/>
        </p:nvSpPr>
        <p:spPr bwMode="auto">
          <a:xfrm>
            <a:off x="5608638" y="2260600"/>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8733" name="Text Box 86"/>
          <p:cNvSpPr txBox="1">
            <a:spLocks noChangeArrowheads="1"/>
          </p:cNvSpPr>
          <p:nvPr/>
        </p:nvSpPr>
        <p:spPr bwMode="auto">
          <a:xfrm>
            <a:off x="3741738" y="19653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58734" name="Text Box 87"/>
          <p:cNvSpPr txBox="1">
            <a:spLocks noChangeArrowheads="1"/>
          </p:cNvSpPr>
          <p:nvPr/>
        </p:nvSpPr>
        <p:spPr bwMode="auto">
          <a:xfrm>
            <a:off x="4926013" y="1965325"/>
            <a:ext cx="3365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7</a:t>
            </a:r>
          </a:p>
        </p:txBody>
      </p:sp>
      <p:sp>
        <p:nvSpPr>
          <p:cNvPr id="158735" name="Text Box 88"/>
          <p:cNvSpPr txBox="1">
            <a:spLocks noChangeArrowheads="1"/>
          </p:cNvSpPr>
          <p:nvPr/>
        </p:nvSpPr>
        <p:spPr bwMode="auto">
          <a:xfrm>
            <a:off x="6180138" y="19653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8</a:t>
            </a:r>
          </a:p>
        </p:txBody>
      </p:sp>
      <p:grpSp>
        <p:nvGrpSpPr>
          <p:cNvPr id="164880" name="Group 89"/>
          <p:cNvGrpSpPr/>
          <p:nvPr/>
        </p:nvGrpSpPr>
        <p:grpSpPr bwMode="auto">
          <a:xfrm>
            <a:off x="2180431" y="3358924"/>
            <a:ext cx="838200" cy="381000"/>
            <a:chOff x="1968" y="1344"/>
            <a:chExt cx="528" cy="240"/>
          </a:xfrm>
          <a:solidFill>
            <a:srgbClr val="D7D7FF"/>
          </a:solidFill>
        </p:grpSpPr>
        <p:sp>
          <p:nvSpPr>
            <p:cNvPr id="158789" name="Rectangle 90"/>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8790" name="Rectangle 91"/>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4881" name="Group 92"/>
          <p:cNvGrpSpPr/>
          <p:nvPr/>
        </p:nvGrpSpPr>
        <p:grpSpPr bwMode="auto">
          <a:xfrm>
            <a:off x="3323431" y="3358924"/>
            <a:ext cx="838200" cy="381000"/>
            <a:chOff x="1968" y="1344"/>
            <a:chExt cx="528" cy="240"/>
          </a:xfrm>
          <a:solidFill>
            <a:srgbClr val="D7D7FF"/>
          </a:solidFill>
        </p:grpSpPr>
        <p:sp>
          <p:nvSpPr>
            <p:cNvPr id="158787" name="Rectangle 93"/>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8788" name="Rectangle 94"/>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4882" name="Group 95"/>
          <p:cNvGrpSpPr/>
          <p:nvPr/>
        </p:nvGrpSpPr>
        <p:grpSpPr bwMode="auto">
          <a:xfrm>
            <a:off x="4542631" y="3358924"/>
            <a:ext cx="838200" cy="381000"/>
            <a:chOff x="1968" y="1344"/>
            <a:chExt cx="528" cy="240"/>
          </a:xfrm>
          <a:solidFill>
            <a:srgbClr val="D7D7FF"/>
          </a:solidFill>
        </p:grpSpPr>
        <p:sp>
          <p:nvSpPr>
            <p:cNvPr id="158785" name="Rectangle 96"/>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8786" name="Rectangle 97"/>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4883" name="Group 98"/>
          <p:cNvGrpSpPr/>
          <p:nvPr/>
        </p:nvGrpSpPr>
        <p:grpSpPr bwMode="auto">
          <a:xfrm>
            <a:off x="5761831" y="3358924"/>
            <a:ext cx="838200" cy="381000"/>
            <a:chOff x="1968" y="1344"/>
            <a:chExt cx="528" cy="240"/>
          </a:xfrm>
          <a:solidFill>
            <a:srgbClr val="D7D7FF"/>
          </a:solidFill>
        </p:grpSpPr>
        <p:sp>
          <p:nvSpPr>
            <p:cNvPr id="158783" name="Rectangle 99"/>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8784" name="Rectangle 100"/>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4884" name="Group 101"/>
          <p:cNvGrpSpPr/>
          <p:nvPr/>
        </p:nvGrpSpPr>
        <p:grpSpPr bwMode="auto">
          <a:xfrm>
            <a:off x="6904831" y="3358924"/>
            <a:ext cx="838200" cy="381000"/>
            <a:chOff x="1968" y="1344"/>
            <a:chExt cx="528" cy="240"/>
          </a:xfrm>
          <a:solidFill>
            <a:srgbClr val="D7D7FF"/>
          </a:solidFill>
        </p:grpSpPr>
        <p:sp>
          <p:nvSpPr>
            <p:cNvPr id="158781" name="Rectangle 102"/>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8782" name="Rectangle 103"/>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4885" name="Group 104"/>
          <p:cNvGrpSpPr/>
          <p:nvPr/>
        </p:nvGrpSpPr>
        <p:grpSpPr bwMode="auto">
          <a:xfrm>
            <a:off x="8047831" y="3358924"/>
            <a:ext cx="838200" cy="381000"/>
            <a:chOff x="1968" y="1344"/>
            <a:chExt cx="528" cy="240"/>
          </a:xfrm>
          <a:solidFill>
            <a:srgbClr val="D7D7FF"/>
          </a:solidFill>
        </p:grpSpPr>
        <p:sp>
          <p:nvSpPr>
            <p:cNvPr id="158779" name="Rectangle 105"/>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8780" name="Rectangle 106"/>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8742" name="Line 107"/>
          <p:cNvSpPr>
            <a:spLocks noChangeShapeType="1"/>
          </p:cNvSpPr>
          <p:nvPr/>
        </p:nvSpPr>
        <p:spPr bwMode="auto">
          <a:xfrm>
            <a:off x="2865438" y="3511550"/>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8743" name="Line 108"/>
          <p:cNvSpPr>
            <a:spLocks noChangeShapeType="1"/>
          </p:cNvSpPr>
          <p:nvPr/>
        </p:nvSpPr>
        <p:spPr bwMode="auto">
          <a:xfrm>
            <a:off x="5303838" y="3511550"/>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8744" name="Line 109"/>
          <p:cNvSpPr>
            <a:spLocks noChangeShapeType="1"/>
          </p:cNvSpPr>
          <p:nvPr/>
        </p:nvSpPr>
        <p:spPr bwMode="auto">
          <a:xfrm>
            <a:off x="6446838" y="3511550"/>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8745" name="Line 110"/>
          <p:cNvSpPr>
            <a:spLocks noChangeShapeType="1"/>
          </p:cNvSpPr>
          <p:nvPr/>
        </p:nvSpPr>
        <p:spPr bwMode="auto">
          <a:xfrm>
            <a:off x="4084638" y="3511550"/>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8746" name="Line 111"/>
          <p:cNvSpPr>
            <a:spLocks noChangeShapeType="1"/>
          </p:cNvSpPr>
          <p:nvPr/>
        </p:nvSpPr>
        <p:spPr bwMode="auto">
          <a:xfrm>
            <a:off x="7589838" y="3511550"/>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8747" name="Text Box 112"/>
          <p:cNvSpPr txBox="1">
            <a:spLocks noChangeArrowheads="1"/>
          </p:cNvSpPr>
          <p:nvPr/>
        </p:nvSpPr>
        <p:spPr bwMode="auto">
          <a:xfrm>
            <a:off x="2322513" y="3282950"/>
            <a:ext cx="3365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58748" name="Text Box 113"/>
          <p:cNvSpPr txBox="1">
            <a:spLocks noChangeArrowheads="1"/>
          </p:cNvSpPr>
          <p:nvPr/>
        </p:nvSpPr>
        <p:spPr bwMode="auto">
          <a:xfrm>
            <a:off x="3440113" y="3282950"/>
            <a:ext cx="3365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4</a:t>
            </a:r>
          </a:p>
        </p:txBody>
      </p:sp>
      <p:sp>
        <p:nvSpPr>
          <p:cNvPr id="158749" name="Text Box 114"/>
          <p:cNvSpPr txBox="1">
            <a:spLocks noChangeArrowheads="1"/>
          </p:cNvSpPr>
          <p:nvPr/>
        </p:nvSpPr>
        <p:spPr bwMode="auto">
          <a:xfrm>
            <a:off x="4618038" y="33242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6</a:t>
            </a:r>
          </a:p>
        </p:txBody>
      </p:sp>
      <p:sp>
        <p:nvSpPr>
          <p:cNvPr id="158750" name="Text Box 115"/>
          <p:cNvSpPr txBox="1">
            <a:spLocks noChangeArrowheads="1"/>
          </p:cNvSpPr>
          <p:nvPr/>
        </p:nvSpPr>
        <p:spPr bwMode="auto">
          <a:xfrm>
            <a:off x="5878513" y="3324225"/>
            <a:ext cx="3365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8</a:t>
            </a:r>
          </a:p>
        </p:txBody>
      </p:sp>
      <p:sp>
        <p:nvSpPr>
          <p:cNvPr id="158751" name="Text Box 116"/>
          <p:cNvSpPr txBox="1">
            <a:spLocks noChangeArrowheads="1"/>
          </p:cNvSpPr>
          <p:nvPr/>
        </p:nvSpPr>
        <p:spPr bwMode="auto">
          <a:xfrm>
            <a:off x="6897688" y="3324225"/>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10</a:t>
            </a:r>
          </a:p>
        </p:txBody>
      </p:sp>
      <p:sp>
        <p:nvSpPr>
          <p:cNvPr id="158752" name="Text Box 117"/>
          <p:cNvSpPr txBox="1">
            <a:spLocks noChangeArrowheads="1"/>
          </p:cNvSpPr>
          <p:nvPr/>
        </p:nvSpPr>
        <p:spPr bwMode="auto">
          <a:xfrm>
            <a:off x="8050213" y="3324225"/>
            <a:ext cx="4762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11</a:t>
            </a:r>
          </a:p>
        </p:txBody>
      </p:sp>
      <p:grpSp>
        <p:nvGrpSpPr>
          <p:cNvPr id="164897" name="Group 118"/>
          <p:cNvGrpSpPr/>
          <p:nvPr/>
        </p:nvGrpSpPr>
        <p:grpSpPr bwMode="auto">
          <a:xfrm>
            <a:off x="965994" y="3349399"/>
            <a:ext cx="838200" cy="381000"/>
            <a:chOff x="1968" y="1344"/>
            <a:chExt cx="528" cy="240"/>
          </a:xfrm>
          <a:solidFill>
            <a:srgbClr val="FFC000"/>
          </a:solidFill>
        </p:grpSpPr>
        <p:sp>
          <p:nvSpPr>
            <p:cNvPr id="158777" name="Rectangle 119"/>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8778" name="Rectangle 120"/>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8754" name="Line 121"/>
          <p:cNvSpPr>
            <a:spLocks noChangeShapeType="1"/>
          </p:cNvSpPr>
          <p:nvPr/>
        </p:nvSpPr>
        <p:spPr bwMode="auto">
          <a:xfrm>
            <a:off x="1728788" y="3578225"/>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164900" name="Group 122"/>
          <p:cNvGrpSpPr/>
          <p:nvPr/>
        </p:nvGrpSpPr>
        <p:grpSpPr>
          <a:xfrm>
            <a:off x="7938" y="3219451"/>
            <a:ext cx="958850" cy="584200"/>
            <a:chOff x="710" y="1983"/>
            <a:chExt cx="604" cy="368"/>
          </a:xfrm>
        </p:grpSpPr>
        <p:sp>
          <p:nvSpPr>
            <p:cNvPr id="158775" name="Line 123"/>
            <p:cNvSpPr>
              <a:spLocks noChangeShapeType="1"/>
            </p:cNvSpPr>
            <p:nvPr/>
          </p:nvSpPr>
          <p:spPr bwMode="auto">
            <a:xfrm>
              <a:off x="1074" y="2175"/>
              <a:ext cx="24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8776" name="Text Box 124"/>
            <p:cNvSpPr txBox="1">
              <a:spLocks noChangeArrowheads="1"/>
            </p:cNvSpPr>
            <p:nvPr/>
          </p:nvSpPr>
          <p:spPr bwMode="auto">
            <a:xfrm>
              <a:off x="710" y="1983"/>
              <a:ext cx="403"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dirty="0" err="1">
                  <a:ln>
                    <a:noFill/>
                  </a:ln>
                  <a:solidFill>
                    <a:schemeClr val="tx1"/>
                  </a:solidFill>
                  <a:effectLst/>
                  <a:uLnTx/>
                  <a:uFillTx/>
                  <a:latin typeface="+mn-lt"/>
                  <a:ea typeface="+mn-ea"/>
                  <a:cs typeface="+mn-ea"/>
                  <a:sym typeface="+mn-lt"/>
                </a:rPr>
                <a:t>Lb</a:t>
              </a:r>
              <a:endPar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endParaRPr>
            </a:p>
          </p:txBody>
        </p:sp>
      </p:grpSp>
      <p:sp>
        <p:nvSpPr>
          <p:cNvPr id="158756" name="Text Box 125"/>
          <p:cNvSpPr txBox="1">
            <a:spLocks noChangeArrowheads="1"/>
          </p:cNvSpPr>
          <p:nvPr/>
        </p:nvSpPr>
        <p:spPr bwMode="auto">
          <a:xfrm>
            <a:off x="2525713" y="3781425"/>
            <a:ext cx="6381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a:ln>
                  <a:noFill/>
                </a:ln>
                <a:solidFill>
                  <a:schemeClr val="tx1"/>
                </a:solidFill>
                <a:effectLst/>
                <a:uLnTx/>
                <a:uFillTx/>
                <a:latin typeface="+mn-lt"/>
                <a:ea typeface="+mn-ea"/>
                <a:cs typeface="+mn-ea"/>
                <a:sym typeface="+mn-lt"/>
              </a:rPr>
              <a:t>pb</a:t>
            </a:r>
          </a:p>
        </p:txBody>
      </p:sp>
      <p:sp>
        <p:nvSpPr>
          <p:cNvPr id="158757" name="Line 126"/>
          <p:cNvSpPr>
            <a:spLocks noChangeShapeType="1"/>
          </p:cNvSpPr>
          <p:nvPr/>
        </p:nvSpPr>
        <p:spPr bwMode="auto">
          <a:xfrm flipV="1">
            <a:off x="2452688" y="3732213"/>
            <a:ext cx="0" cy="381000"/>
          </a:xfrm>
          <a:prstGeom prst="line">
            <a:avLst/>
          </a:prstGeom>
          <a:noFill/>
          <a:ln w="5715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8758" name="Rectangle 127"/>
          <p:cNvSpPr>
            <a:spLocks noChangeArrowheads="1"/>
          </p:cNvSpPr>
          <p:nvPr/>
        </p:nvSpPr>
        <p:spPr bwMode="auto">
          <a:xfrm>
            <a:off x="776288" y="188913"/>
            <a:ext cx="7797800"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有序链表的合并</a:t>
            </a:r>
            <a:r>
              <a:rPr lang="zh-CN" altLang="en-US" dirty="0">
                <a:solidFill>
                  <a:schemeClr val="bg1"/>
                </a:solidFill>
                <a:latin typeface="+mn-lt"/>
                <a:ea typeface="+mn-ea"/>
                <a:cs typeface="+mn-ea"/>
                <a:sym typeface="+mn-lt"/>
              </a:rPr>
              <a:t>（</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pa-&gt;data &gt; pb-&gt;data</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a:t>
            </a:r>
            <a:endPar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endParaRPr>
          </a:p>
        </p:txBody>
      </p:sp>
      <p:sp>
        <p:nvSpPr>
          <p:cNvPr id="594048" name="Text Box 128"/>
          <p:cNvSpPr txBox="1">
            <a:spLocks noChangeArrowheads="1"/>
          </p:cNvSpPr>
          <p:nvPr/>
        </p:nvSpPr>
        <p:spPr bwMode="auto">
          <a:xfrm>
            <a:off x="4833938" y="4070350"/>
            <a:ext cx="2908300" cy="579438"/>
          </a:xfrm>
          <a:prstGeom prst="rect">
            <a:avLst/>
          </a:prstGeom>
          <a:noFill/>
          <a:ln>
            <a:noFill/>
          </a:ln>
        </p:spPr>
        <p:txBody>
          <a:bodyPr anchor="ct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dirty="0">
                <a:ln>
                  <a:noFill/>
                </a:ln>
                <a:solidFill>
                  <a:srgbClr val="FF0000"/>
                </a:solidFill>
                <a:effectLst/>
                <a:uLnTx/>
                <a:uFillTx/>
                <a:latin typeface="+mn-lt"/>
                <a:ea typeface="+mn-ea"/>
                <a:cs typeface="+mn-ea"/>
                <a:sym typeface="+mn-lt"/>
              </a:rPr>
              <a:t>pc-&gt;next = </a:t>
            </a:r>
            <a:r>
              <a:rPr kumimoji="0" lang="en-US" altLang="zh-CN" sz="3200" b="1" i="0" u="none" strike="noStrike" kern="1200" cap="none" spc="0" normalizeH="0" baseline="0" noProof="0" dirty="0" err="1">
                <a:ln>
                  <a:noFill/>
                </a:ln>
                <a:solidFill>
                  <a:srgbClr val="FF0000"/>
                </a:solidFill>
                <a:effectLst/>
                <a:uLnTx/>
                <a:uFillTx/>
                <a:latin typeface="+mn-lt"/>
                <a:ea typeface="+mn-ea"/>
                <a:cs typeface="+mn-ea"/>
                <a:sym typeface="+mn-lt"/>
              </a:rPr>
              <a:t>pb</a:t>
            </a:r>
            <a:r>
              <a:rPr kumimoji="0" lang="en-US" altLang="zh-CN" sz="3200" b="1" i="0" u="none" strike="noStrike" kern="1200" cap="none" spc="0" normalizeH="0" baseline="0" noProof="0" dirty="0">
                <a:ln>
                  <a:noFill/>
                </a:ln>
                <a:solidFill>
                  <a:srgbClr val="FF0000"/>
                </a:solidFill>
                <a:effectLst/>
                <a:uLnTx/>
                <a:uFillTx/>
                <a:latin typeface="+mn-lt"/>
                <a:ea typeface="+mn-ea"/>
                <a:cs typeface="+mn-ea"/>
                <a:sym typeface="+mn-lt"/>
              </a:rPr>
              <a:t>;</a:t>
            </a:r>
          </a:p>
        </p:txBody>
      </p:sp>
      <p:grpSp>
        <p:nvGrpSpPr>
          <p:cNvPr id="164905" name="Group 130"/>
          <p:cNvGrpSpPr/>
          <p:nvPr/>
        </p:nvGrpSpPr>
        <p:grpSpPr>
          <a:xfrm>
            <a:off x="3617913" y="1976438"/>
            <a:ext cx="838200" cy="461962"/>
            <a:chOff x="2467" y="616"/>
            <a:chExt cx="528" cy="291"/>
          </a:xfrm>
        </p:grpSpPr>
        <p:grpSp>
          <p:nvGrpSpPr>
            <p:cNvPr id="164922" name="Group 131"/>
            <p:cNvGrpSpPr/>
            <p:nvPr/>
          </p:nvGrpSpPr>
          <p:grpSpPr>
            <a:xfrm>
              <a:off x="2467" y="658"/>
              <a:ext cx="528" cy="240"/>
              <a:chOff x="1968" y="1344"/>
              <a:chExt cx="528" cy="240"/>
            </a:xfrm>
          </p:grpSpPr>
          <p:sp>
            <p:nvSpPr>
              <p:cNvPr id="158773" name="Rectangle 132"/>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8774" name="Rectangle 133"/>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8772" name="Text Box 134"/>
            <p:cNvSpPr txBox="1">
              <a:spLocks noChangeArrowheads="1"/>
            </p:cNvSpPr>
            <p:nvPr/>
          </p:nvSpPr>
          <p:spPr bwMode="auto">
            <a:xfrm>
              <a:off x="2540" y="616"/>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a:t>
              </a:r>
            </a:p>
          </p:txBody>
        </p:sp>
      </p:grpSp>
      <p:sp>
        <p:nvSpPr>
          <p:cNvPr id="158761" name="Text Box 135"/>
          <p:cNvSpPr txBox="1">
            <a:spLocks noChangeArrowheads="1"/>
          </p:cNvSpPr>
          <p:nvPr/>
        </p:nvSpPr>
        <p:spPr bwMode="auto">
          <a:xfrm>
            <a:off x="3125788" y="2397125"/>
            <a:ext cx="8667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dirty="0">
                <a:ln>
                  <a:noFill/>
                </a:ln>
                <a:solidFill>
                  <a:srgbClr val="FF0000"/>
                </a:solidFill>
                <a:effectLst/>
                <a:uLnTx/>
                <a:uFillTx/>
                <a:latin typeface="+mn-lt"/>
                <a:ea typeface="+mn-ea"/>
                <a:cs typeface="+mn-ea"/>
                <a:sym typeface="+mn-lt"/>
              </a:rPr>
              <a:t>pc</a:t>
            </a:r>
            <a:endParaRPr kumimoji="0" lang="en-US" altLang="zh-CN" sz="3200" b="1" i="0" u="none" strike="noStrike" kern="1200" cap="none" spc="0" normalizeH="0" baseline="0" noProof="0" dirty="0">
              <a:ln>
                <a:noFill/>
              </a:ln>
              <a:solidFill>
                <a:schemeClr val="tx1"/>
              </a:solidFill>
              <a:effectLst/>
              <a:uLnTx/>
              <a:uFillTx/>
              <a:latin typeface="+mn-lt"/>
              <a:ea typeface="+mn-ea"/>
              <a:cs typeface="+mn-ea"/>
              <a:sym typeface="+mn-lt"/>
            </a:endParaRPr>
          </a:p>
        </p:txBody>
      </p:sp>
      <p:grpSp>
        <p:nvGrpSpPr>
          <p:cNvPr id="16" name="Group 144"/>
          <p:cNvGrpSpPr/>
          <p:nvPr/>
        </p:nvGrpSpPr>
        <p:grpSpPr>
          <a:xfrm>
            <a:off x="2614613" y="2308225"/>
            <a:ext cx="1722397" cy="1065213"/>
            <a:chOff x="1693" y="696"/>
            <a:chExt cx="1086" cy="671"/>
          </a:xfrm>
        </p:grpSpPr>
        <p:sp>
          <p:nvSpPr>
            <p:cNvPr id="158768" name="Line 141"/>
            <p:cNvSpPr>
              <a:spLocks noChangeShapeType="1"/>
            </p:cNvSpPr>
            <p:nvPr/>
          </p:nvSpPr>
          <p:spPr bwMode="auto">
            <a:xfrm>
              <a:off x="2779" y="696"/>
              <a:ext cx="0" cy="354"/>
            </a:xfrm>
            <a:prstGeom prst="line">
              <a:avLst/>
            </a:prstGeom>
            <a:noFill/>
            <a:ln w="38100">
              <a:solidFill>
                <a:srgbClr val="FF0000"/>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8769" name="Line 142"/>
            <p:cNvSpPr>
              <a:spLocks noChangeShapeType="1"/>
            </p:cNvSpPr>
            <p:nvPr/>
          </p:nvSpPr>
          <p:spPr bwMode="auto">
            <a:xfrm flipH="1">
              <a:off x="1693" y="1038"/>
              <a:ext cx="1086" cy="12"/>
            </a:xfrm>
            <a:prstGeom prst="line">
              <a:avLst/>
            </a:prstGeom>
            <a:noFill/>
            <a:ln w="38100">
              <a:solidFill>
                <a:srgbClr val="FF0000"/>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8770" name="Line 143"/>
            <p:cNvSpPr>
              <a:spLocks noChangeShapeType="1"/>
            </p:cNvSpPr>
            <p:nvPr/>
          </p:nvSpPr>
          <p:spPr bwMode="auto">
            <a:xfrm>
              <a:off x="1701" y="1050"/>
              <a:ext cx="0" cy="317"/>
            </a:xfrm>
            <a:prstGeom prst="line">
              <a:avLst/>
            </a:prstGeom>
            <a:noFill/>
            <a:ln w="38100">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8763" name="Text Box 145"/>
          <p:cNvSpPr txBox="1">
            <a:spLocks noChangeArrowheads="1"/>
          </p:cNvSpPr>
          <p:nvPr/>
        </p:nvSpPr>
        <p:spPr bwMode="auto">
          <a:xfrm>
            <a:off x="5113338" y="2449513"/>
            <a:ext cx="619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a:ln>
                  <a:noFill/>
                </a:ln>
                <a:solidFill>
                  <a:schemeClr val="tx1"/>
                </a:solidFill>
                <a:effectLst/>
                <a:uLnTx/>
                <a:uFillTx/>
                <a:latin typeface="+mn-lt"/>
                <a:ea typeface="+mn-ea"/>
                <a:cs typeface="+mn-ea"/>
                <a:sym typeface="+mn-lt"/>
              </a:rPr>
              <a:t>pa</a:t>
            </a:r>
          </a:p>
        </p:txBody>
      </p:sp>
      <p:sp>
        <p:nvSpPr>
          <p:cNvPr id="158764" name="Line 146"/>
          <p:cNvSpPr>
            <a:spLocks noChangeShapeType="1"/>
          </p:cNvSpPr>
          <p:nvPr/>
        </p:nvSpPr>
        <p:spPr bwMode="auto">
          <a:xfrm flipV="1">
            <a:off x="5076056" y="2400300"/>
            <a:ext cx="0" cy="381000"/>
          </a:xfrm>
          <a:prstGeom prst="line">
            <a:avLst/>
          </a:prstGeom>
          <a:noFill/>
          <a:ln w="5715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94048"/>
                                        </p:tgtEl>
                                        <p:attrNameLst>
                                          <p:attrName>style.visibility</p:attrName>
                                        </p:attrNameLst>
                                      </p:cBhvr>
                                      <p:to>
                                        <p:strVal val="visible"/>
                                      </p:to>
                                    </p:set>
                                    <p:animEffect transition="in" filter="box(in)">
                                      <p:cBhvr>
                                        <p:cTn id="7" dur="1000"/>
                                        <p:tgtEl>
                                          <p:spTgt spid="59404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04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矩形 100"/>
          <p:cNvSpPr/>
          <p:nvPr/>
        </p:nvSpPr>
        <p:spPr>
          <a:xfrm>
            <a:off x="0" y="1411288"/>
            <a:ext cx="9144000" cy="4105275"/>
          </a:xfrm>
          <a:prstGeom prst="rect">
            <a:avLst/>
          </a:prstGeom>
          <a:solidFill>
            <a:srgbClr val="EAEAEA"/>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59746" name="Line 4"/>
          <p:cNvSpPr>
            <a:spLocks noChangeShapeType="1"/>
          </p:cNvSpPr>
          <p:nvPr/>
        </p:nvSpPr>
        <p:spPr bwMode="auto">
          <a:xfrm>
            <a:off x="3187700" y="2159000"/>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9747" name="Line 6"/>
          <p:cNvSpPr>
            <a:spLocks noChangeShapeType="1"/>
          </p:cNvSpPr>
          <p:nvPr/>
        </p:nvSpPr>
        <p:spPr bwMode="auto">
          <a:xfrm>
            <a:off x="2090738" y="2160588"/>
            <a:ext cx="381000" cy="0"/>
          </a:xfrm>
          <a:prstGeom prst="line">
            <a:avLst/>
          </a:prstGeom>
          <a:noFill/>
          <a:ln w="38100">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9748" name="Text Box 7"/>
          <p:cNvSpPr txBox="1">
            <a:spLocks noChangeArrowheads="1"/>
          </p:cNvSpPr>
          <p:nvPr/>
        </p:nvSpPr>
        <p:spPr bwMode="auto">
          <a:xfrm>
            <a:off x="781050" y="1876425"/>
            <a:ext cx="14716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La(</a:t>
            </a:r>
            <a:r>
              <a:rPr kumimoji="0" lang="en-US" altLang="zh-CN" sz="3200" b="0" i="0" u="none" strike="noStrike" kern="1200" cap="none" spc="0" normalizeH="0" baseline="0" noProof="0" dirty="0" err="1">
                <a:ln>
                  <a:noFill/>
                </a:ln>
                <a:solidFill>
                  <a:srgbClr val="FF0000"/>
                </a:solidFill>
                <a:effectLst/>
                <a:uLnTx/>
                <a:uFillTx/>
                <a:latin typeface="+mn-lt"/>
                <a:ea typeface="+mn-ea"/>
                <a:cs typeface="+mn-ea"/>
                <a:sym typeface="+mn-lt"/>
              </a:rPr>
              <a:t>Lc</a:t>
            </a: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a:t>
            </a:r>
          </a:p>
        </p:txBody>
      </p:sp>
      <p:grpSp>
        <p:nvGrpSpPr>
          <p:cNvPr id="165894" name="Group 8"/>
          <p:cNvGrpSpPr/>
          <p:nvPr/>
        </p:nvGrpSpPr>
        <p:grpSpPr>
          <a:xfrm>
            <a:off x="3614738" y="1931988"/>
            <a:ext cx="838200" cy="381000"/>
            <a:chOff x="1968" y="1344"/>
            <a:chExt cx="528" cy="240"/>
          </a:xfrm>
        </p:grpSpPr>
        <p:sp>
          <p:nvSpPr>
            <p:cNvPr id="159828" name="Rectangle 9"/>
            <p:cNvSpPr>
              <a:spLocks noChangeArrowheads="1"/>
            </p:cNvSpPr>
            <p:nvPr/>
          </p:nvSpPr>
          <p:spPr bwMode="auto">
            <a:xfrm>
              <a:off x="1968" y="1344"/>
              <a:ext cx="384" cy="240"/>
            </a:xfrm>
            <a:prstGeom prst="rect">
              <a:avLst/>
            </a:prstGeom>
            <a:solidFill>
              <a:srgbClr val="FFCC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9829" name="Rectangle 10"/>
            <p:cNvSpPr>
              <a:spLocks noChangeArrowheads="1"/>
            </p:cNvSpPr>
            <p:nvPr/>
          </p:nvSpPr>
          <p:spPr bwMode="auto">
            <a:xfrm>
              <a:off x="2352" y="1344"/>
              <a:ext cx="144" cy="240"/>
            </a:xfrm>
            <a:prstGeom prst="rect">
              <a:avLst/>
            </a:prstGeom>
            <a:solidFill>
              <a:srgbClr val="FFCC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2" name="Group 11"/>
          <p:cNvGrpSpPr/>
          <p:nvPr/>
        </p:nvGrpSpPr>
        <p:grpSpPr bwMode="auto">
          <a:xfrm>
            <a:off x="4833938" y="1931534"/>
            <a:ext cx="838200" cy="381000"/>
            <a:chOff x="1968" y="1344"/>
            <a:chExt cx="528" cy="240"/>
          </a:xfrm>
          <a:solidFill>
            <a:srgbClr val="D7D7FF"/>
          </a:solidFill>
        </p:grpSpPr>
        <p:sp>
          <p:nvSpPr>
            <p:cNvPr id="159826" name="Rectangle 12"/>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9827" name="Rectangle 13"/>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5895" name="Group 14"/>
          <p:cNvGrpSpPr/>
          <p:nvPr/>
        </p:nvGrpSpPr>
        <p:grpSpPr bwMode="auto">
          <a:xfrm>
            <a:off x="6053138" y="1931534"/>
            <a:ext cx="838200" cy="381000"/>
            <a:chOff x="1968" y="1344"/>
            <a:chExt cx="528" cy="240"/>
          </a:xfrm>
          <a:solidFill>
            <a:srgbClr val="D7D7FF"/>
          </a:solidFill>
        </p:grpSpPr>
        <p:sp>
          <p:nvSpPr>
            <p:cNvPr id="159824" name="Rectangle 15"/>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9825" name="Rectangle 16"/>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5897" name="Group 17"/>
          <p:cNvGrpSpPr/>
          <p:nvPr/>
        </p:nvGrpSpPr>
        <p:grpSpPr>
          <a:xfrm>
            <a:off x="2471738" y="1931988"/>
            <a:ext cx="838200" cy="381000"/>
            <a:chOff x="1968" y="1344"/>
            <a:chExt cx="528" cy="240"/>
          </a:xfrm>
        </p:grpSpPr>
        <p:sp>
          <p:nvSpPr>
            <p:cNvPr id="159822" name="Rectangle 18"/>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9823" name="Rectangle 19"/>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9753" name="Line 20"/>
          <p:cNvSpPr>
            <a:spLocks noChangeShapeType="1"/>
          </p:cNvSpPr>
          <p:nvPr/>
        </p:nvSpPr>
        <p:spPr bwMode="auto">
          <a:xfrm>
            <a:off x="3225800" y="2151063"/>
            <a:ext cx="457200" cy="0"/>
          </a:xfrm>
          <a:prstGeom prst="line">
            <a:avLst/>
          </a:prstGeom>
          <a:noFill/>
          <a:ln w="57150">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9754" name="Line 21"/>
          <p:cNvSpPr>
            <a:spLocks noChangeShapeType="1"/>
          </p:cNvSpPr>
          <p:nvPr/>
        </p:nvSpPr>
        <p:spPr bwMode="auto">
          <a:xfrm>
            <a:off x="4376738" y="2160588"/>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9755" name="Line 22"/>
          <p:cNvSpPr>
            <a:spLocks noChangeShapeType="1"/>
          </p:cNvSpPr>
          <p:nvPr/>
        </p:nvSpPr>
        <p:spPr bwMode="auto">
          <a:xfrm>
            <a:off x="5595938" y="2160588"/>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9756" name="Text Box 23"/>
          <p:cNvSpPr txBox="1">
            <a:spLocks noChangeArrowheads="1"/>
          </p:cNvSpPr>
          <p:nvPr/>
        </p:nvSpPr>
        <p:spPr bwMode="auto">
          <a:xfrm>
            <a:off x="3730625" y="1865313"/>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59757" name="Text Box 24"/>
          <p:cNvSpPr txBox="1">
            <a:spLocks noChangeArrowheads="1"/>
          </p:cNvSpPr>
          <p:nvPr/>
        </p:nvSpPr>
        <p:spPr bwMode="auto">
          <a:xfrm>
            <a:off x="4913313" y="1865313"/>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7</a:t>
            </a:r>
          </a:p>
        </p:txBody>
      </p:sp>
      <p:sp>
        <p:nvSpPr>
          <p:cNvPr id="159758" name="Text Box 25"/>
          <p:cNvSpPr txBox="1">
            <a:spLocks noChangeArrowheads="1"/>
          </p:cNvSpPr>
          <p:nvPr/>
        </p:nvSpPr>
        <p:spPr bwMode="auto">
          <a:xfrm>
            <a:off x="6169025" y="1865313"/>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8</a:t>
            </a:r>
          </a:p>
        </p:txBody>
      </p:sp>
      <p:grpSp>
        <p:nvGrpSpPr>
          <p:cNvPr id="165903" name="Group 29"/>
          <p:cNvGrpSpPr/>
          <p:nvPr/>
        </p:nvGrpSpPr>
        <p:grpSpPr bwMode="auto">
          <a:xfrm>
            <a:off x="3311525" y="3258684"/>
            <a:ext cx="838200" cy="381000"/>
            <a:chOff x="1968" y="1344"/>
            <a:chExt cx="528" cy="240"/>
          </a:xfrm>
          <a:solidFill>
            <a:srgbClr val="D7D7FF"/>
          </a:solidFill>
        </p:grpSpPr>
        <p:sp>
          <p:nvSpPr>
            <p:cNvPr id="159820" name="Rectangle 30"/>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9821" name="Rectangle 31"/>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5904" name="Group 32"/>
          <p:cNvGrpSpPr/>
          <p:nvPr/>
        </p:nvGrpSpPr>
        <p:grpSpPr bwMode="auto">
          <a:xfrm>
            <a:off x="4530725" y="3258684"/>
            <a:ext cx="838200" cy="381000"/>
            <a:chOff x="1968" y="1344"/>
            <a:chExt cx="528" cy="240"/>
          </a:xfrm>
          <a:solidFill>
            <a:srgbClr val="D7D7FF"/>
          </a:solidFill>
        </p:grpSpPr>
        <p:sp>
          <p:nvSpPr>
            <p:cNvPr id="159818" name="Rectangle 33"/>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9819" name="Rectangle 34"/>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5905" name="Group 35"/>
          <p:cNvGrpSpPr/>
          <p:nvPr/>
        </p:nvGrpSpPr>
        <p:grpSpPr bwMode="auto">
          <a:xfrm>
            <a:off x="5749925" y="3258684"/>
            <a:ext cx="838200" cy="381000"/>
            <a:chOff x="1968" y="1344"/>
            <a:chExt cx="528" cy="240"/>
          </a:xfrm>
          <a:solidFill>
            <a:srgbClr val="D7D7FF"/>
          </a:solidFill>
        </p:grpSpPr>
        <p:sp>
          <p:nvSpPr>
            <p:cNvPr id="159816" name="Rectangle 36"/>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9817" name="Rectangle 37"/>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5906" name="Group 38"/>
          <p:cNvGrpSpPr/>
          <p:nvPr/>
        </p:nvGrpSpPr>
        <p:grpSpPr bwMode="auto">
          <a:xfrm>
            <a:off x="6892925" y="3258684"/>
            <a:ext cx="838200" cy="381000"/>
            <a:chOff x="1968" y="1344"/>
            <a:chExt cx="528" cy="240"/>
          </a:xfrm>
          <a:solidFill>
            <a:srgbClr val="D7D7FF"/>
          </a:solidFill>
        </p:grpSpPr>
        <p:sp>
          <p:nvSpPr>
            <p:cNvPr id="159814" name="Rectangle 39"/>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9815" name="Rectangle 40"/>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5907" name="Group 41"/>
          <p:cNvGrpSpPr/>
          <p:nvPr/>
        </p:nvGrpSpPr>
        <p:grpSpPr bwMode="auto">
          <a:xfrm>
            <a:off x="8035925" y="3258684"/>
            <a:ext cx="838200" cy="381000"/>
            <a:chOff x="1968" y="1344"/>
            <a:chExt cx="528" cy="240"/>
          </a:xfrm>
          <a:solidFill>
            <a:srgbClr val="D7D7FF"/>
          </a:solidFill>
        </p:grpSpPr>
        <p:sp>
          <p:nvSpPr>
            <p:cNvPr id="159812" name="Rectangle 42"/>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9813" name="Rectangle 43"/>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9764" name="Line 44"/>
          <p:cNvSpPr>
            <a:spLocks noChangeShapeType="1"/>
          </p:cNvSpPr>
          <p:nvPr/>
        </p:nvSpPr>
        <p:spPr bwMode="auto">
          <a:xfrm>
            <a:off x="2854325" y="3411538"/>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9765" name="Line 45"/>
          <p:cNvSpPr>
            <a:spLocks noChangeShapeType="1"/>
          </p:cNvSpPr>
          <p:nvPr/>
        </p:nvSpPr>
        <p:spPr bwMode="auto">
          <a:xfrm>
            <a:off x="5292725" y="3411538"/>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9766" name="Line 46"/>
          <p:cNvSpPr>
            <a:spLocks noChangeShapeType="1"/>
          </p:cNvSpPr>
          <p:nvPr/>
        </p:nvSpPr>
        <p:spPr bwMode="auto">
          <a:xfrm>
            <a:off x="6435725" y="3411538"/>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9767" name="Line 47"/>
          <p:cNvSpPr>
            <a:spLocks noChangeShapeType="1"/>
          </p:cNvSpPr>
          <p:nvPr/>
        </p:nvSpPr>
        <p:spPr bwMode="auto">
          <a:xfrm>
            <a:off x="4073525" y="3411538"/>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9768" name="Line 48"/>
          <p:cNvSpPr>
            <a:spLocks noChangeShapeType="1"/>
          </p:cNvSpPr>
          <p:nvPr/>
        </p:nvSpPr>
        <p:spPr bwMode="auto">
          <a:xfrm>
            <a:off x="7578725" y="3411538"/>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165914" name="Group 83"/>
          <p:cNvGrpSpPr/>
          <p:nvPr/>
        </p:nvGrpSpPr>
        <p:grpSpPr>
          <a:xfrm>
            <a:off x="2168525" y="3182938"/>
            <a:ext cx="838200" cy="461962"/>
            <a:chOff x="1420" y="1310"/>
            <a:chExt cx="528" cy="291"/>
          </a:xfrm>
        </p:grpSpPr>
        <p:grpSp>
          <p:nvGrpSpPr>
            <p:cNvPr id="165955" name="Group 26"/>
            <p:cNvGrpSpPr/>
            <p:nvPr/>
          </p:nvGrpSpPr>
          <p:grpSpPr>
            <a:xfrm>
              <a:off x="1420" y="1358"/>
              <a:ext cx="528" cy="240"/>
              <a:chOff x="1968" y="1344"/>
              <a:chExt cx="528" cy="240"/>
            </a:xfrm>
          </p:grpSpPr>
          <p:sp>
            <p:nvSpPr>
              <p:cNvPr id="159810" name="Rectangle 27"/>
              <p:cNvSpPr>
                <a:spLocks noChangeArrowheads="1"/>
              </p:cNvSpPr>
              <p:nvPr/>
            </p:nvSpPr>
            <p:spPr bwMode="auto">
              <a:xfrm>
                <a:off x="1968" y="1344"/>
                <a:ext cx="384" cy="240"/>
              </a:xfrm>
              <a:prstGeom prst="rect">
                <a:avLst/>
              </a:prstGeom>
              <a:solidFill>
                <a:srgbClr val="FFCC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9811" name="Rectangle 28"/>
              <p:cNvSpPr>
                <a:spLocks noChangeArrowheads="1"/>
              </p:cNvSpPr>
              <p:nvPr/>
            </p:nvSpPr>
            <p:spPr bwMode="auto">
              <a:xfrm>
                <a:off x="2352" y="1344"/>
                <a:ext cx="144" cy="240"/>
              </a:xfrm>
              <a:prstGeom prst="rect">
                <a:avLst/>
              </a:prstGeom>
              <a:solidFill>
                <a:srgbClr val="FFCC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9809" name="Text Box 49"/>
            <p:cNvSpPr txBox="1">
              <a:spLocks noChangeArrowheads="1"/>
            </p:cNvSpPr>
            <p:nvPr/>
          </p:nvSpPr>
          <p:spPr bwMode="auto">
            <a:xfrm>
              <a:off x="1509" y="1310"/>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2</a:t>
              </a:r>
            </a:p>
          </p:txBody>
        </p:sp>
      </p:grpSp>
      <p:sp>
        <p:nvSpPr>
          <p:cNvPr id="159770" name="Text Box 50"/>
          <p:cNvSpPr txBox="1">
            <a:spLocks noChangeArrowheads="1"/>
          </p:cNvSpPr>
          <p:nvPr/>
        </p:nvSpPr>
        <p:spPr bwMode="auto">
          <a:xfrm>
            <a:off x="3427413" y="3182938"/>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4</a:t>
            </a:r>
          </a:p>
        </p:txBody>
      </p:sp>
      <p:sp>
        <p:nvSpPr>
          <p:cNvPr id="159771" name="Text Box 51"/>
          <p:cNvSpPr txBox="1">
            <a:spLocks noChangeArrowheads="1"/>
          </p:cNvSpPr>
          <p:nvPr/>
        </p:nvSpPr>
        <p:spPr bwMode="auto">
          <a:xfrm>
            <a:off x="4606925" y="3224213"/>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6</a:t>
            </a:r>
          </a:p>
        </p:txBody>
      </p:sp>
      <p:sp>
        <p:nvSpPr>
          <p:cNvPr id="159772" name="Text Box 52"/>
          <p:cNvSpPr txBox="1">
            <a:spLocks noChangeArrowheads="1"/>
          </p:cNvSpPr>
          <p:nvPr/>
        </p:nvSpPr>
        <p:spPr bwMode="auto">
          <a:xfrm>
            <a:off x="5865813" y="3224213"/>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8</a:t>
            </a:r>
          </a:p>
        </p:txBody>
      </p:sp>
      <p:sp>
        <p:nvSpPr>
          <p:cNvPr id="159773" name="Text Box 53"/>
          <p:cNvSpPr txBox="1">
            <a:spLocks noChangeArrowheads="1"/>
          </p:cNvSpPr>
          <p:nvPr/>
        </p:nvSpPr>
        <p:spPr bwMode="auto">
          <a:xfrm>
            <a:off x="6886575" y="3224213"/>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10</a:t>
            </a:r>
          </a:p>
        </p:txBody>
      </p:sp>
      <p:sp>
        <p:nvSpPr>
          <p:cNvPr id="159774" name="Text Box 54"/>
          <p:cNvSpPr txBox="1">
            <a:spLocks noChangeArrowheads="1"/>
          </p:cNvSpPr>
          <p:nvPr/>
        </p:nvSpPr>
        <p:spPr bwMode="auto">
          <a:xfrm>
            <a:off x="8039100" y="3224213"/>
            <a:ext cx="4746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11</a:t>
            </a:r>
          </a:p>
        </p:txBody>
      </p:sp>
      <p:grpSp>
        <p:nvGrpSpPr>
          <p:cNvPr id="165919" name="Group 55"/>
          <p:cNvGrpSpPr/>
          <p:nvPr/>
        </p:nvGrpSpPr>
        <p:grpSpPr bwMode="auto">
          <a:xfrm>
            <a:off x="954088" y="3249159"/>
            <a:ext cx="838200" cy="381000"/>
            <a:chOff x="1968" y="1344"/>
            <a:chExt cx="528" cy="240"/>
          </a:xfrm>
          <a:solidFill>
            <a:srgbClr val="FFC000"/>
          </a:solidFill>
        </p:grpSpPr>
        <p:sp>
          <p:nvSpPr>
            <p:cNvPr id="159806" name="Rectangle 56"/>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9807" name="Rectangle 57"/>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9776" name="Line 58"/>
          <p:cNvSpPr>
            <a:spLocks noChangeShapeType="1"/>
          </p:cNvSpPr>
          <p:nvPr/>
        </p:nvSpPr>
        <p:spPr bwMode="auto">
          <a:xfrm>
            <a:off x="1716088" y="3478213"/>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165922" name="Group 59"/>
          <p:cNvGrpSpPr/>
          <p:nvPr/>
        </p:nvGrpSpPr>
        <p:grpSpPr>
          <a:xfrm>
            <a:off x="-22225" y="3097213"/>
            <a:ext cx="976313" cy="584200"/>
            <a:chOff x="699" y="1969"/>
            <a:chExt cx="615" cy="368"/>
          </a:xfrm>
        </p:grpSpPr>
        <p:sp>
          <p:nvSpPr>
            <p:cNvPr id="159804" name="Line 60"/>
            <p:cNvSpPr>
              <a:spLocks noChangeShapeType="1"/>
            </p:cNvSpPr>
            <p:nvPr/>
          </p:nvSpPr>
          <p:spPr bwMode="auto">
            <a:xfrm>
              <a:off x="1074" y="2175"/>
              <a:ext cx="24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9805" name="Text Box 61"/>
            <p:cNvSpPr txBox="1">
              <a:spLocks noChangeArrowheads="1"/>
            </p:cNvSpPr>
            <p:nvPr/>
          </p:nvSpPr>
          <p:spPr bwMode="auto">
            <a:xfrm>
              <a:off x="699" y="1969"/>
              <a:ext cx="403"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dirty="0" err="1">
                  <a:ln>
                    <a:noFill/>
                  </a:ln>
                  <a:solidFill>
                    <a:schemeClr val="tx1"/>
                  </a:solidFill>
                  <a:effectLst/>
                  <a:uLnTx/>
                  <a:uFillTx/>
                  <a:latin typeface="+mn-lt"/>
                  <a:ea typeface="+mn-ea"/>
                  <a:cs typeface="+mn-ea"/>
                  <a:sym typeface="+mn-lt"/>
                </a:rPr>
                <a:t>Lb</a:t>
              </a:r>
              <a:endPar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endParaRPr>
            </a:p>
          </p:txBody>
        </p:sp>
      </p:grpSp>
      <p:sp>
        <p:nvSpPr>
          <p:cNvPr id="159778" name="Text Box 62"/>
          <p:cNvSpPr txBox="1">
            <a:spLocks noChangeArrowheads="1"/>
          </p:cNvSpPr>
          <p:nvPr/>
        </p:nvSpPr>
        <p:spPr bwMode="auto">
          <a:xfrm>
            <a:off x="2252663" y="3879850"/>
            <a:ext cx="6397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dirty="0" err="1">
                <a:ln>
                  <a:noFill/>
                </a:ln>
                <a:solidFill>
                  <a:schemeClr val="tx1"/>
                </a:solidFill>
                <a:effectLst/>
                <a:uLnTx/>
                <a:uFillTx/>
                <a:latin typeface="+mn-lt"/>
                <a:ea typeface="+mn-ea"/>
                <a:cs typeface="+mn-ea"/>
                <a:sym typeface="+mn-lt"/>
              </a:rPr>
              <a:t>pb</a:t>
            </a:r>
            <a:endParaRPr kumimoji="0" lang="en-US" altLang="zh-CN" sz="3200" b="1"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59779" name="Line 63"/>
          <p:cNvSpPr>
            <a:spLocks noChangeShapeType="1"/>
          </p:cNvSpPr>
          <p:nvPr/>
        </p:nvSpPr>
        <p:spPr bwMode="auto">
          <a:xfrm flipV="1">
            <a:off x="2441575" y="3632200"/>
            <a:ext cx="0" cy="381000"/>
          </a:xfrm>
          <a:prstGeom prst="line">
            <a:avLst/>
          </a:prstGeom>
          <a:noFill/>
          <a:ln w="5715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9780" name="Rectangle 64"/>
          <p:cNvSpPr>
            <a:spLocks noChangeArrowheads="1"/>
          </p:cNvSpPr>
          <p:nvPr/>
        </p:nvSpPr>
        <p:spPr bwMode="auto">
          <a:xfrm>
            <a:off x="857250" y="176213"/>
            <a:ext cx="7797800"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有序链表</a:t>
            </a:r>
            <a:r>
              <a:rPr lang="zh-CN" altLang="en-US" dirty="0">
                <a:solidFill>
                  <a:schemeClr val="bg1"/>
                </a:solidFill>
                <a:latin typeface="+mn-lt"/>
                <a:ea typeface="+mn-ea"/>
                <a:cs typeface="+mn-ea"/>
                <a:sym typeface="+mn-lt"/>
              </a:rPr>
              <a:t>的</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合并</a:t>
            </a:r>
            <a:r>
              <a:rPr lang="zh-CN" altLang="en-US" dirty="0">
                <a:solidFill>
                  <a:schemeClr val="bg1"/>
                </a:solidFill>
                <a:latin typeface="+mn-lt"/>
                <a:ea typeface="+mn-ea"/>
                <a:cs typeface="+mn-ea"/>
                <a:sym typeface="+mn-lt"/>
              </a:rPr>
              <a:t>（</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pa-&gt;data &gt; pb-&gt;data</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a:t>
            </a:r>
            <a:endPar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endParaRPr>
          </a:p>
        </p:txBody>
      </p:sp>
      <p:sp>
        <p:nvSpPr>
          <p:cNvPr id="159781" name="Text Box 65"/>
          <p:cNvSpPr txBox="1">
            <a:spLocks noChangeArrowheads="1"/>
          </p:cNvSpPr>
          <p:nvPr/>
        </p:nvSpPr>
        <p:spPr bwMode="auto">
          <a:xfrm>
            <a:off x="4821238" y="3970338"/>
            <a:ext cx="3681413" cy="579438"/>
          </a:xfrm>
          <a:prstGeom prst="rect">
            <a:avLst/>
          </a:prstGeom>
          <a:noFill/>
          <a:ln>
            <a:noFill/>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a:ln>
                  <a:noFill/>
                </a:ln>
                <a:solidFill>
                  <a:srgbClr val="FF0000"/>
                </a:solidFill>
                <a:effectLst/>
                <a:uLnTx/>
                <a:uFillTx/>
                <a:latin typeface="+mn-lt"/>
                <a:ea typeface="+mn-ea"/>
                <a:cs typeface="+mn-ea"/>
                <a:sym typeface="+mn-lt"/>
              </a:rPr>
              <a:t>pc-&gt;next = pb;</a:t>
            </a:r>
          </a:p>
        </p:txBody>
      </p:sp>
      <p:grpSp>
        <p:nvGrpSpPr>
          <p:cNvPr id="165927" name="Group 66"/>
          <p:cNvGrpSpPr/>
          <p:nvPr/>
        </p:nvGrpSpPr>
        <p:grpSpPr>
          <a:xfrm>
            <a:off x="3605213" y="1876425"/>
            <a:ext cx="838200" cy="461963"/>
            <a:chOff x="2467" y="616"/>
            <a:chExt cx="528" cy="291"/>
          </a:xfrm>
        </p:grpSpPr>
        <p:grpSp>
          <p:nvGrpSpPr>
            <p:cNvPr id="165949" name="Group 67"/>
            <p:cNvGrpSpPr/>
            <p:nvPr/>
          </p:nvGrpSpPr>
          <p:grpSpPr>
            <a:xfrm>
              <a:off x="2467" y="658"/>
              <a:ext cx="528" cy="240"/>
              <a:chOff x="1968" y="1344"/>
              <a:chExt cx="528" cy="240"/>
            </a:xfrm>
          </p:grpSpPr>
          <p:sp>
            <p:nvSpPr>
              <p:cNvPr id="159802" name="Rectangle 68"/>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9803" name="Rectangle 69"/>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9801" name="Text Box 70"/>
            <p:cNvSpPr txBox="1">
              <a:spLocks noChangeArrowheads="1"/>
            </p:cNvSpPr>
            <p:nvPr/>
          </p:nvSpPr>
          <p:spPr bwMode="auto">
            <a:xfrm>
              <a:off x="2540" y="616"/>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a:t>
              </a:r>
            </a:p>
          </p:txBody>
        </p:sp>
      </p:grpSp>
      <p:grpSp>
        <p:nvGrpSpPr>
          <p:cNvPr id="17" name="Group 72"/>
          <p:cNvGrpSpPr/>
          <p:nvPr/>
        </p:nvGrpSpPr>
        <p:grpSpPr>
          <a:xfrm>
            <a:off x="2601913" y="2312988"/>
            <a:ext cx="1681162" cy="960437"/>
            <a:chOff x="1693" y="762"/>
            <a:chExt cx="1059" cy="605"/>
          </a:xfrm>
        </p:grpSpPr>
        <p:sp>
          <p:nvSpPr>
            <p:cNvPr id="159797" name="Line 73"/>
            <p:cNvSpPr>
              <a:spLocks noChangeShapeType="1"/>
            </p:cNvSpPr>
            <p:nvPr/>
          </p:nvSpPr>
          <p:spPr bwMode="auto">
            <a:xfrm>
              <a:off x="2737" y="762"/>
              <a:ext cx="0" cy="288"/>
            </a:xfrm>
            <a:prstGeom prst="line">
              <a:avLst/>
            </a:prstGeom>
            <a:noFill/>
            <a:ln w="38100">
              <a:solidFill>
                <a:srgbClr val="FF0000"/>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9798" name="Line 74"/>
            <p:cNvSpPr>
              <a:spLocks noChangeShapeType="1"/>
            </p:cNvSpPr>
            <p:nvPr/>
          </p:nvSpPr>
          <p:spPr bwMode="auto">
            <a:xfrm flipH="1">
              <a:off x="1693" y="1050"/>
              <a:ext cx="1059" cy="0"/>
            </a:xfrm>
            <a:prstGeom prst="line">
              <a:avLst/>
            </a:prstGeom>
            <a:noFill/>
            <a:ln w="38100">
              <a:solidFill>
                <a:srgbClr val="FF0000"/>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9799" name="Line 75"/>
            <p:cNvSpPr>
              <a:spLocks noChangeShapeType="1"/>
            </p:cNvSpPr>
            <p:nvPr/>
          </p:nvSpPr>
          <p:spPr bwMode="auto">
            <a:xfrm>
              <a:off x="1701" y="1050"/>
              <a:ext cx="0" cy="317"/>
            </a:xfrm>
            <a:prstGeom prst="line">
              <a:avLst/>
            </a:prstGeom>
            <a:noFill/>
            <a:ln w="38100">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9784" name="Text Box 76"/>
          <p:cNvSpPr txBox="1">
            <a:spLocks noChangeArrowheads="1"/>
          </p:cNvSpPr>
          <p:nvPr/>
        </p:nvSpPr>
        <p:spPr bwMode="auto">
          <a:xfrm>
            <a:off x="5132388" y="2406650"/>
            <a:ext cx="6175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dirty="0">
                <a:ln>
                  <a:noFill/>
                </a:ln>
                <a:solidFill>
                  <a:schemeClr val="tx1"/>
                </a:solidFill>
                <a:effectLst/>
                <a:uLnTx/>
                <a:uFillTx/>
                <a:latin typeface="+mn-lt"/>
                <a:ea typeface="+mn-ea"/>
                <a:cs typeface="+mn-ea"/>
                <a:sym typeface="+mn-lt"/>
              </a:rPr>
              <a:t>pa</a:t>
            </a:r>
          </a:p>
        </p:txBody>
      </p:sp>
      <p:sp>
        <p:nvSpPr>
          <p:cNvPr id="159785" name="Line 77"/>
          <p:cNvSpPr>
            <a:spLocks noChangeShapeType="1"/>
          </p:cNvSpPr>
          <p:nvPr/>
        </p:nvSpPr>
        <p:spPr bwMode="auto">
          <a:xfrm flipV="1">
            <a:off x="5103813" y="2357438"/>
            <a:ext cx="0" cy="381000"/>
          </a:xfrm>
          <a:prstGeom prst="line">
            <a:avLst/>
          </a:prstGeom>
          <a:noFill/>
          <a:ln w="5715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18" name="Group 79"/>
          <p:cNvGrpSpPr/>
          <p:nvPr/>
        </p:nvGrpSpPr>
        <p:grpSpPr bwMode="auto">
          <a:xfrm>
            <a:off x="1733550" y="3661909"/>
            <a:ext cx="6781800" cy="1466850"/>
            <a:chOff x="1146" y="1612"/>
            <a:chExt cx="4272" cy="924"/>
          </a:xfrm>
          <a:noFill/>
        </p:grpSpPr>
        <p:sp>
          <p:nvSpPr>
            <p:cNvPr id="159795" name="Text Box 71"/>
            <p:cNvSpPr txBox="1">
              <a:spLocks noChangeArrowheads="1"/>
            </p:cNvSpPr>
            <p:nvPr/>
          </p:nvSpPr>
          <p:spPr bwMode="auto">
            <a:xfrm>
              <a:off x="1146" y="1612"/>
              <a:ext cx="547" cy="36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dirty="0">
                  <a:ln>
                    <a:noFill/>
                  </a:ln>
                  <a:solidFill>
                    <a:srgbClr val="FF0000"/>
                  </a:solidFill>
                  <a:effectLst/>
                  <a:uLnTx/>
                  <a:uFillTx/>
                  <a:latin typeface="+mn-lt"/>
                  <a:ea typeface="+mn-ea"/>
                  <a:cs typeface="+mn-ea"/>
                  <a:sym typeface="+mn-lt"/>
                </a:rPr>
                <a:t>pc</a:t>
              </a:r>
              <a:endParaRPr kumimoji="0" lang="en-US" altLang="zh-CN" sz="3200" b="1"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59796" name="Text Box 78"/>
            <p:cNvSpPr txBox="1">
              <a:spLocks noChangeArrowheads="1"/>
            </p:cNvSpPr>
            <p:nvPr/>
          </p:nvSpPr>
          <p:spPr bwMode="auto">
            <a:xfrm>
              <a:off x="3099" y="2171"/>
              <a:ext cx="2319" cy="36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dirty="0">
                  <a:ln>
                    <a:noFill/>
                  </a:ln>
                  <a:solidFill>
                    <a:srgbClr val="FF0000"/>
                  </a:solidFill>
                  <a:effectLst/>
                  <a:uLnTx/>
                  <a:uFillTx/>
                  <a:latin typeface="+mn-lt"/>
                  <a:ea typeface="+mn-ea"/>
                  <a:cs typeface="+mn-ea"/>
                  <a:sym typeface="+mn-lt"/>
                </a:rPr>
                <a:t>pc = pb;</a:t>
              </a:r>
            </a:p>
          </p:txBody>
        </p:sp>
      </p:grpSp>
      <p:grpSp>
        <p:nvGrpSpPr>
          <p:cNvPr id="19" name="Group 89"/>
          <p:cNvGrpSpPr/>
          <p:nvPr/>
        </p:nvGrpSpPr>
        <p:grpSpPr>
          <a:xfrm>
            <a:off x="2168525" y="3182938"/>
            <a:ext cx="838200" cy="461962"/>
            <a:chOff x="1420" y="1310"/>
            <a:chExt cx="528" cy="291"/>
          </a:xfrm>
        </p:grpSpPr>
        <p:grpSp>
          <p:nvGrpSpPr>
            <p:cNvPr id="165942" name="Group 85"/>
            <p:cNvGrpSpPr/>
            <p:nvPr/>
          </p:nvGrpSpPr>
          <p:grpSpPr>
            <a:xfrm>
              <a:off x="1420" y="1358"/>
              <a:ext cx="528" cy="240"/>
              <a:chOff x="1968" y="1344"/>
              <a:chExt cx="528" cy="240"/>
            </a:xfrm>
          </p:grpSpPr>
          <p:sp>
            <p:nvSpPr>
              <p:cNvPr id="159793" name="Rectangle 86"/>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59794" name="Rectangle 87"/>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59792" name="Text Box 88"/>
            <p:cNvSpPr txBox="1">
              <a:spLocks noChangeArrowheads="1"/>
            </p:cNvSpPr>
            <p:nvPr/>
          </p:nvSpPr>
          <p:spPr bwMode="auto">
            <a:xfrm>
              <a:off x="1509" y="1310"/>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2</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linds(horizontal)">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8" presetClass="emph" presetSubtype="0" fill="hold" nodeType="clickEffect">
                                  <p:stCondLst>
                                    <p:cond delay="0"/>
                                  </p:stCondLst>
                                  <p:childTnLst>
                                    <p:animRot by="21600000">
                                      <p:cBhvr>
                                        <p:cTn id="11" dur="500" fill="hold"/>
                                        <p:tgtEl>
                                          <p:spTgt spid="17"/>
                                        </p:tgtEl>
                                        <p:attrNameLst>
                                          <p:attrName>r</p:attrName>
                                        </p:attrNameLst>
                                      </p:cBhvr>
                                    </p:animRo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nodeType="clickEffect">
                                  <p:stCondLst>
                                    <p:cond delay="0"/>
                                  </p:stCondLst>
                                  <p:childTnLst>
                                    <p:set>
                                      <p:cBhvr>
                                        <p:cTn id="15" dur="1" fill="hold">
                                          <p:stCondLst>
                                            <p:cond delay="0"/>
                                          </p:stCondLst>
                                        </p:cTn>
                                        <p:tgtEl>
                                          <p:spTgt spid="18"/>
                                        </p:tgtEl>
                                        <p:attrNameLst>
                                          <p:attrName>style.visibility</p:attrName>
                                        </p:attrNameLst>
                                      </p:cBhvr>
                                      <p:to>
                                        <p:strVal val="visible"/>
                                      </p:to>
                                    </p:set>
                                    <p:anim calcmode="lin" valueType="num">
                                      <p:cBhvr additive="base">
                                        <p:cTn id="16" dur="500" fill="hold"/>
                                        <p:tgtEl>
                                          <p:spTgt spid="18"/>
                                        </p:tgtEl>
                                        <p:attrNameLst>
                                          <p:attrName>ppt_x</p:attrName>
                                        </p:attrNameLst>
                                      </p:cBhvr>
                                      <p:tavLst>
                                        <p:tav tm="0">
                                          <p:val>
                                            <p:strVal val="#ppt_x"/>
                                          </p:val>
                                        </p:tav>
                                        <p:tav tm="100000">
                                          <p:val>
                                            <p:strVal val="#ppt_x"/>
                                          </p:val>
                                        </p:tav>
                                      </p:tavLst>
                                    </p:anim>
                                    <p:anim calcmode="lin" valueType="num">
                                      <p:cBhvr additive="base">
                                        <p:cTn id="17"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box(in)">
                                      <p:cBhvr>
                                        <p:cTn id="22" dur="5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mph" presetSubtype="0" fill="hold" nodeType="clickEffect">
                                  <p:stCondLst>
                                    <p:cond delay="0"/>
                                  </p:stCondLst>
                                  <p:childTnLst>
                                    <p:animScale>
                                      <p:cBhvr>
                                        <p:cTn id="26" dur="500" fill="hold"/>
                                        <p:tgtEl>
                                          <p:spTgt spid="19"/>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矩形 75">
            <a:extLst>
              <a:ext uri="{FF2B5EF4-FFF2-40B4-BE49-F238E27FC236}">
                <a16:creationId xmlns:a16="http://schemas.microsoft.com/office/drawing/2014/main" id="{F16DB2CE-6B56-4E65-8BCF-B3B71407C164}"/>
              </a:ext>
            </a:extLst>
          </p:cNvPr>
          <p:cNvSpPr/>
          <p:nvPr/>
        </p:nvSpPr>
        <p:spPr>
          <a:xfrm>
            <a:off x="0" y="1113632"/>
            <a:ext cx="9144000" cy="4754562"/>
          </a:xfrm>
          <a:prstGeom prst="rect">
            <a:avLst/>
          </a:prstGeom>
          <a:solidFill>
            <a:srgbClr val="EAEAEA"/>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60770" name="Line 4"/>
          <p:cNvSpPr>
            <a:spLocks noChangeShapeType="1"/>
          </p:cNvSpPr>
          <p:nvPr/>
        </p:nvSpPr>
        <p:spPr bwMode="auto">
          <a:xfrm>
            <a:off x="3195638" y="1963738"/>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0771" name="Line 5"/>
          <p:cNvSpPr>
            <a:spLocks noChangeShapeType="1"/>
          </p:cNvSpPr>
          <p:nvPr/>
        </p:nvSpPr>
        <p:spPr bwMode="auto">
          <a:xfrm>
            <a:off x="2098675" y="1965325"/>
            <a:ext cx="381000" cy="0"/>
          </a:xfrm>
          <a:prstGeom prst="line">
            <a:avLst/>
          </a:prstGeom>
          <a:noFill/>
          <a:ln w="38100">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0772" name="Text Box 6"/>
          <p:cNvSpPr txBox="1">
            <a:spLocks noChangeArrowheads="1"/>
          </p:cNvSpPr>
          <p:nvPr/>
        </p:nvSpPr>
        <p:spPr bwMode="auto">
          <a:xfrm>
            <a:off x="862013" y="1547813"/>
            <a:ext cx="14716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a:ln>
                  <a:noFill/>
                </a:ln>
                <a:solidFill>
                  <a:schemeClr val="tx1"/>
                </a:solidFill>
                <a:effectLst/>
                <a:uLnTx/>
                <a:uFillTx/>
                <a:latin typeface="+mn-lt"/>
                <a:ea typeface="+mn-ea"/>
                <a:cs typeface="+mn-ea"/>
                <a:sym typeface="+mn-lt"/>
              </a:rPr>
              <a:t>La(</a:t>
            </a:r>
            <a:r>
              <a:rPr kumimoji="0" lang="en-US" altLang="zh-CN" sz="3200" b="0" i="0" u="none" strike="noStrike" kern="1200" cap="none" spc="0" normalizeH="0" baseline="0" noProof="0">
                <a:ln>
                  <a:noFill/>
                </a:ln>
                <a:solidFill>
                  <a:srgbClr val="FF0000"/>
                </a:solidFill>
                <a:effectLst/>
                <a:uLnTx/>
                <a:uFillTx/>
                <a:latin typeface="+mn-lt"/>
                <a:ea typeface="+mn-ea"/>
                <a:cs typeface="+mn-ea"/>
                <a:sym typeface="+mn-lt"/>
              </a:rPr>
              <a:t>Lc</a:t>
            </a:r>
            <a:r>
              <a:rPr kumimoji="0" lang="en-US" altLang="zh-CN" sz="3200" b="0" i="0" u="none" strike="noStrike" kern="1200" cap="none" spc="0" normalizeH="0" baseline="0" noProof="0">
                <a:ln>
                  <a:noFill/>
                </a:ln>
                <a:solidFill>
                  <a:schemeClr val="tx1"/>
                </a:solidFill>
                <a:effectLst/>
                <a:uLnTx/>
                <a:uFillTx/>
                <a:latin typeface="+mn-lt"/>
                <a:ea typeface="+mn-ea"/>
                <a:cs typeface="+mn-ea"/>
                <a:sym typeface="+mn-lt"/>
              </a:rPr>
              <a:t>)</a:t>
            </a:r>
          </a:p>
        </p:txBody>
      </p:sp>
      <p:grpSp>
        <p:nvGrpSpPr>
          <p:cNvPr id="166917" name="Group 7"/>
          <p:cNvGrpSpPr/>
          <p:nvPr/>
        </p:nvGrpSpPr>
        <p:grpSpPr>
          <a:xfrm>
            <a:off x="3622675" y="1736725"/>
            <a:ext cx="838200" cy="381000"/>
            <a:chOff x="1968" y="1344"/>
            <a:chExt cx="528" cy="240"/>
          </a:xfrm>
        </p:grpSpPr>
        <p:sp>
          <p:nvSpPr>
            <p:cNvPr id="160856" name="Rectangle 8"/>
            <p:cNvSpPr>
              <a:spLocks noChangeArrowheads="1"/>
            </p:cNvSpPr>
            <p:nvPr/>
          </p:nvSpPr>
          <p:spPr bwMode="auto">
            <a:xfrm>
              <a:off x="1968" y="1344"/>
              <a:ext cx="384" cy="240"/>
            </a:xfrm>
            <a:prstGeom prst="rect">
              <a:avLst/>
            </a:prstGeom>
            <a:solidFill>
              <a:srgbClr val="FFCC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0857" name="Rectangle 9"/>
            <p:cNvSpPr>
              <a:spLocks noChangeArrowheads="1"/>
            </p:cNvSpPr>
            <p:nvPr/>
          </p:nvSpPr>
          <p:spPr bwMode="auto">
            <a:xfrm>
              <a:off x="2352" y="1344"/>
              <a:ext cx="144" cy="240"/>
            </a:xfrm>
            <a:prstGeom prst="rect">
              <a:avLst/>
            </a:prstGeom>
            <a:solidFill>
              <a:srgbClr val="FFCC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6918" name="Group 10"/>
          <p:cNvGrpSpPr/>
          <p:nvPr/>
        </p:nvGrpSpPr>
        <p:grpSpPr bwMode="auto">
          <a:xfrm>
            <a:off x="4841876" y="1737179"/>
            <a:ext cx="838200" cy="381000"/>
            <a:chOff x="1968" y="1344"/>
            <a:chExt cx="528" cy="240"/>
          </a:xfrm>
          <a:solidFill>
            <a:srgbClr val="D7D7FF"/>
          </a:solidFill>
        </p:grpSpPr>
        <p:sp>
          <p:nvSpPr>
            <p:cNvPr id="160854" name="Rectangle 11"/>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0855" name="Rectangle 12"/>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6919" name="Group 13"/>
          <p:cNvGrpSpPr/>
          <p:nvPr/>
        </p:nvGrpSpPr>
        <p:grpSpPr bwMode="auto">
          <a:xfrm>
            <a:off x="6061076" y="1737179"/>
            <a:ext cx="838200" cy="381000"/>
            <a:chOff x="1968" y="1344"/>
            <a:chExt cx="528" cy="240"/>
          </a:xfrm>
          <a:solidFill>
            <a:srgbClr val="D7D7FF"/>
          </a:solidFill>
        </p:grpSpPr>
        <p:sp>
          <p:nvSpPr>
            <p:cNvPr id="160852" name="Rectangle 14"/>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0853" name="Rectangle 15"/>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6920" name="Group 16"/>
          <p:cNvGrpSpPr/>
          <p:nvPr/>
        </p:nvGrpSpPr>
        <p:grpSpPr>
          <a:xfrm>
            <a:off x="2479675" y="1736725"/>
            <a:ext cx="838200" cy="381000"/>
            <a:chOff x="1968" y="1344"/>
            <a:chExt cx="528" cy="240"/>
          </a:xfrm>
        </p:grpSpPr>
        <p:sp>
          <p:nvSpPr>
            <p:cNvPr id="160850" name="Rectangle 17"/>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0851" name="Rectangle 18"/>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60777" name="Line 19"/>
          <p:cNvSpPr>
            <a:spLocks noChangeShapeType="1"/>
          </p:cNvSpPr>
          <p:nvPr/>
        </p:nvSpPr>
        <p:spPr bwMode="auto">
          <a:xfrm>
            <a:off x="3233738" y="1955800"/>
            <a:ext cx="457200" cy="0"/>
          </a:xfrm>
          <a:prstGeom prst="line">
            <a:avLst/>
          </a:prstGeom>
          <a:noFill/>
          <a:ln w="57150">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0778" name="Line 20"/>
          <p:cNvSpPr>
            <a:spLocks noChangeShapeType="1"/>
          </p:cNvSpPr>
          <p:nvPr/>
        </p:nvSpPr>
        <p:spPr bwMode="auto">
          <a:xfrm>
            <a:off x="4384675" y="1965325"/>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0779" name="Line 21"/>
          <p:cNvSpPr>
            <a:spLocks noChangeShapeType="1"/>
          </p:cNvSpPr>
          <p:nvPr/>
        </p:nvSpPr>
        <p:spPr bwMode="auto">
          <a:xfrm>
            <a:off x="5603875" y="1965325"/>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0780" name="Text Box 22"/>
          <p:cNvSpPr txBox="1">
            <a:spLocks noChangeArrowheads="1"/>
          </p:cNvSpPr>
          <p:nvPr/>
        </p:nvSpPr>
        <p:spPr bwMode="auto">
          <a:xfrm>
            <a:off x="3738563" y="1670050"/>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60781" name="Text Box 23"/>
          <p:cNvSpPr txBox="1">
            <a:spLocks noChangeArrowheads="1"/>
          </p:cNvSpPr>
          <p:nvPr/>
        </p:nvSpPr>
        <p:spPr bwMode="auto">
          <a:xfrm>
            <a:off x="4921250" y="1670050"/>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7</a:t>
            </a:r>
          </a:p>
        </p:txBody>
      </p:sp>
      <p:sp>
        <p:nvSpPr>
          <p:cNvPr id="160782" name="Text Box 24"/>
          <p:cNvSpPr txBox="1">
            <a:spLocks noChangeArrowheads="1"/>
          </p:cNvSpPr>
          <p:nvPr/>
        </p:nvSpPr>
        <p:spPr bwMode="auto">
          <a:xfrm>
            <a:off x="6176963" y="1670050"/>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8</a:t>
            </a:r>
          </a:p>
        </p:txBody>
      </p:sp>
      <p:grpSp>
        <p:nvGrpSpPr>
          <p:cNvPr id="166927" name="Group 25"/>
          <p:cNvGrpSpPr/>
          <p:nvPr/>
        </p:nvGrpSpPr>
        <p:grpSpPr bwMode="auto">
          <a:xfrm>
            <a:off x="3319463" y="3064329"/>
            <a:ext cx="838200" cy="381000"/>
            <a:chOff x="1968" y="1344"/>
            <a:chExt cx="528" cy="240"/>
          </a:xfrm>
          <a:solidFill>
            <a:srgbClr val="D7D7FF"/>
          </a:solidFill>
        </p:grpSpPr>
        <p:sp>
          <p:nvSpPr>
            <p:cNvPr id="160848" name="Rectangle 26"/>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0849" name="Rectangle 27"/>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6928" name="Group 28"/>
          <p:cNvGrpSpPr/>
          <p:nvPr/>
        </p:nvGrpSpPr>
        <p:grpSpPr bwMode="auto">
          <a:xfrm>
            <a:off x="4538663" y="3064329"/>
            <a:ext cx="838200" cy="381000"/>
            <a:chOff x="1968" y="1344"/>
            <a:chExt cx="528" cy="240"/>
          </a:xfrm>
          <a:solidFill>
            <a:srgbClr val="D7D7FF"/>
          </a:solidFill>
        </p:grpSpPr>
        <p:sp>
          <p:nvSpPr>
            <p:cNvPr id="160846" name="Rectangle 29"/>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0847" name="Rectangle 30"/>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6929" name="Group 31"/>
          <p:cNvGrpSpPr/>
          <p:nvPr/>
        </p:nvGrpSpPr>
        <p:grpSpPr bwMode="auto">
          <a:xfrm>
            <a:off x="5757863" y="3064329"/>
            <a:ext cx="838200" cy="381000"/>
            <a:chOff x="1968" y="1344"/>
            <a:chExt cx="528" cy="240"/>
          </a:xfrm>
          <a:solidFill>
            <a:srgbClr val="D7D7FF"/>
          </a:solidFill>
        </p:grpSpPr>
        <p:sp>
          <p:nvSpPr>
            <p:cNvPr id="160844" name="Rectangle 32"/>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0845" name="Rectangle 33"/>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6930" name="Group 34"/>
          <p:cNvGrpSpPr/>
          <p:nvPr/>
        </p:nvGrpSpPr>
        <p:grpSpPr bwMode="auto">
          <a:xfrm>
            <a:off x="6900863" y="3064329"/>
            <a:ext cx="838200" cy="381000"/>
            <a:chOff x="1968" y="1344"/>
            <a:chExt cx="528" cy="240"/>
          </a:xfrm>
          <a:solidFill>
            <a:srgbClr val="D7D7FF"/>
          </a:solidFill>
        </p:grpSpPr>
        <p:sp>
          <p:nvSpPr>
            <p:cNvPr id="160842" name="Rectangle 35"/>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0843" name="Rectangle 36"/>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6931" name="Group 37"/>
          <p:cNvGrpSpPr/>
          <p:nvPr/>
        </p:nvGrpSpPr>
        <p:grpSpPr bwMode="auto">
          <a:xfrm>
            <a:off x="8043863" y="3064329"/>
            <a:ext cx="838200" cy="381000"/>
            <a:chOff x="1968" y="1344"/>
            <a:chExt cx="528" cy="240"/>
          </a:xfrm>
          <a:solidFill>
            <a:srgbClr val="D7D7FF"/>
          </a:solidFill>
        </p:grpSpPr>
        <p:sp>
          <p:nvSpPr>
            <p:cNvPr id="160840" name="Rectangle 38"/>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0841" name="Rectangle 39"/>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60788" name="Line 40"/>
          <p:cNvSpPr>
            <a:spLocks noChangeShapeType="1"/>
          </p:cNvSpPr>
          <p:nvPr/>
        </p:nvSpPr>
        <p:spPr bwMode="auto">
          <a:xfrm>
            <a:off x="2862263" y="3216275"/>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0789" name="Line 41"/>
          <p:cNvSpPr>
            <a:spLocks noChangeShapeType="1"/>
          </p:cNvSpPr>
          <p:nvPr/>
        </p:nvSpPr>
        <p:spPr bwMode="auto">
          <a:xfrm>
            <a:off x="5300663" y="3216275"/>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0790" name="Line 42"/>
          <p:cNvSpPr>
            <a:spLocks noChangeShapeType="1"/>
          </p:cNvSpPr>
          <p:nvPr/>
        </p:nvSpPr>
        <p:spPr bwMode="auto">
          <a:xfrm>
            <a:off x="6443663" y="3216275"/>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0791" name="Line 43"/>
          <p:cNvSpPr>
            <a:spLocks noChangeShapeType="1"/>
          </p:cNvSpPr>
          <p:nvPr/>
        </p:nvSpPr>
        <p:spPr bwMode="auto">
          <a:xfrm>
            <a:off x="4081463" y="3216275"/>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0792" name="Line 44"/>
          <p:cNvSpPr>
            <a:spLocks noChangeShapeType="1"/>
          </p:cNvSpPr>
          <p:nvPr/>
        </p:nvSpPr>
        <p:spPr bwMode="auto">
          <a:xfrm>
            <a:off x="7586663" y="3216275"/>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166937" name="Group 45"/>
          <p:cNvGrpSpPr/>
          <p:nvPr/>
        </p:nvGrpSpPr>
        <p:grpSpPr>
          <a:xfrm>
            <a:off x="2176463" y="2987675"/>
            <a:ext cx="838200" cy="461963"/>
            <a:chOff x="1420" y="1310"/>
            <a:chExt cx="528" cy="291"/>
          </a:xfrm>
        </p:grpSpPr>
        <p:grpSp>
          <p:nvGrpSpPr>
            <p:cNvPr id="166979" name="Group 46"/>
            <p:cNvGrpSpPr/>
            <p:nvPr/>
          </p:nvGrpSpPr>
          <p:grpSpPr>
            <a:xfrm>
              <a:off x="1420" y="1358"/>
              <a:ext cx="528" cy="240"/>
              <a:chOff x="1968" y="1344"/>
              <a:chExt cx="528" cy="240"/>
            </a:xfrm>
          </p:grpSpPr>
          <p:sp>
            <p:nvSpPr>
              <p:cNvPr id="160838" name="Rectangle 47"/>
              <p:cNvSpPr>
                <a:spLocks noChangeArrowheads="1"/>
              </p:cNvSpPr>
              <p:nvPr/>
            </p:nvSpPr>
            <p:spPr bwMode="auto">
              <a:xfrm>
                <a:off x="1968" y="1344"/>
                <a:ext cx="384" cy="240"/>
              </a:xfrm>
              <a:prstGeom prst="rect">
                <a:avLst/>
              </a:prstGeom>
              <a:solidFill>
                <a:srgbClr val="FFCC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0839" name="Rectangle 48"/>
              <p:cNvSpPr>
                <a:spLocks noChangeArrowheads="1"/>
              </p:cNvSpPr>
              <p:nvPr/>
            </p:nvSpPr>
            <p:spPr bwMode="auto">
              <a:xfrm>
                <a:off x="2352" y="1344"/>
                <a:ext cx="144" cy="240"/>
              </a:xfrm>
              <a:prstGeom prst="rect">
                <a:avLst/>
              </a:prstGeom>
              <a:solidFill>
                <a:srgbClr val="FFCCFF"/>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60837" name="Text Box 49"/>
            <p:cNvSpPr txBox="1">
              <a:spLocks noChangeArrowheads="1"/>
            </p:cNvSpPr>
            <p:nvPr/>
          </p:nvSpPr>
          <p:spPr bwMode="auto">
            <a:xfrm>
              <a:off x="1509" y="1310"/>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2</a:t>
              </a:r>
            </a:p>
          </p:txBody>
        </p:sp>
      </p:grpSp>
      <p:sp>
        <p:nvSpPr>
          <p:cNvPr id="160794" name="Text Box 50"/>
          <p:cNvSpPr txBox="1">
            <a:spLocks noChangeArrowheads="1"/>
          </p:cNvSpPr>
          <p:nvPr/>
        </p:nvSpPr>
        <p:spPr bwMode="auto">
          <a:xfrm>
            <a:off x="3435350" y="2987675"/>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4</a:t>
            </a:r>
          </a:p>
        </p:txBody>
      </p:sp>
      <p:sp>
        <p:nvSpPr>
          <p:cNvPr id="160795" name="Text Box 51"/>
          <p:cNvSpPr txBox="1">
            <a:spLocks noChangeArrowheads="1"/>
          </p:cNvSpPr>
          <p:nvPr/>
        </p:nvSpPr>
        <p:spPr bwMode="auto">
          <a:xfrm>
            <a:off x="4614863" y="3028950"/>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6</a:t>
            </a:r>
          </a:p>
        </p:txBody>
      </p:sp>
      <p:sp>
        <p:nvSpPr>
          <p:cNvPr id="160796" name="Text Box 52"/>
          <p:cNvSpPr txBox="1">
            <a:spLocks noChangeArrowheads="1"/>
          </p:cNvSpPr>
          <p:nvPr/>
        </p:nvSpPr>
        <p:spPr bwMode="auto">
          <a:xfrm>
            <a:off x="5873750" y="3028950"/>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8</a:t>
            </a:r>
          </a:p>
        </p:txBody>
      </p:sp>
      <p:sp>
        <p:nvSpPr>
          <p:cNvPr id="160797" name="Text Box 53"/>
          <p:cNvSpPr txBox="1">
            <a:spLocks noChangeArrowheads="1"/>
          </p:cNvSpPr>
          <p:nvPr/>
        </p:nvSpPr>
        <p:spPr bwMode="auto">
          <a:xfrm>
            <a:off x="6894513" y="302895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10</a:t>
            </a:r>
          </a:p>
        </p:txBody>
      </p:sp>
      <p:sp>
        <p:nvSpPr>
          <p:cNvPr id="160798" name="Text Box 54"/>
          <p:cNvSpPr txBox="1">
            <a:spLocks noChangeArrowheads="1"/>
          </p:cNvSpPr>
          <p:nvPr/>
        </p:nvSpPr>
        <p:spPr bwMode="auto">
          <a:xfrm>
            <a:off x="8047038" y="3028950"/>
            <a:ext cx="4746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11</a:t>
            </a:r>
          </a:p>
        </p:txBody>
      </p:sp>
      <p:grpSp>
        <p:nvGrpSpPr>
          <p:cNvPr id="166943" name="Group 55"/>
          <p:cNvGrpSpPr/>
          <p:nvPr/>
        </p:nvGrpSpPr>
        <p:grpSpPr bwMode="auto">
          <a:xfrm>
            <a:off x="962026" y="3054804"/>
            <a:ext cx="838200" cy="381000"/>
            <a:chOff x="1968" y="1344"/>
            <a:chExt cx="528" cy="240"/>
          </a:xfrm>
          <a:solidFill>
            <a:srgbClr val="FFC000"/>
          </a:solidFill>
        </p:grpSpPr>
        <p:sp>
          <p:nvSpPr>
            <p:cNvPr id="160834" name="Rectangle 56"/>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0835" name="Rectangle 57"/>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60800" name="Line 58"/>
          <p:cNvSpPr>
            <a:spLocks noChangeShapeType="1"/>
          </p:cNvSpPr>
          <p:nvPr/>
        </p:nvSpPr>
        <p:spPr bwMode="auto">
          <a:xfrm>
            <a:off x="1724025" y="3282950"/>
            <a:ext cx="4572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166945" name="Group 59"/>
          <p:cNvGrpSpPr/>
          <p:nvPr/>
        </p:nvGrpSpPr>
        <p:grpSpPr>
          <a:xfrm>
            <a:off x="-28575" y="2889251"/>
            <a:ext cx="990600" cy="584200"/>
            <a:chOff x="690" y="1961"/>
            <a:chExt cx="624" cy="368"/>
          </a:xfrm>
        </p:grpSpPr>
        <p:sp>
          <p:nvSpPr>
            <p:cNvPr id="160832" name="Line 60"/>
            <p:cNvSpPr>
              <a:spLocks noChangeShapeType="1"/>
            </p:cNvSpPr>
            <p:nvPr/>
          </p:nvSpPr>
          <p:spPr bwMode="auto">
            <a:xfrm>
              <a:off x="1074" y="2175"/>
              <a:ext cx="24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0833" name="Text Box 61"/>
            <p:cNvSpPr txBox="1">
              <a:spLocks noChangeArrowheads="1"/>
            </p:cNvSpPr>
            <p:nvPr/>
          </p:nvSpPr>
          <p:spPr bwMode="auto">
            <a:xfrm>
              <a:off x="690" y="1961"/>
              <a:ext cx="403"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dirty="0" err="1">
                  <a:ln>
                    <a:noFill/>
                  </a:ln>
                  <a:solidFill>
                    <a:schemeClr val="tx1"/>
                  </a:solidFill>
                  <a:effectLst/>
                  <a:uLnTx/>
                  <a:uFillTx/>
                  <a:latin typeface="+mn-lt"/>
                  <a:ea typeface="+mn-ea"/>
                  <a:cs typeface="+mn-ea"/>
                  <a:sym typeface="+mn-lt"/>
                </a:rPr>
                <a:t>Lb</a:t>
              </a:r>
              <a:endPar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endParaRPr>
            </a:p>
          </p:txBody>
        </p:sp>
      </p:grpSp>
      <p:sp>
        <p:nvSpPr>
          <p:cNvPr id="160802" name="Line 63"/>
          <p:cNvSpPr>
            <a:spLocks noChangeShapeType="1"/>
          </p:cNvSpPr>
          <p:nvPr/>
        </p:nvSpPr>
        <p:spPr bwMode="auto">
          <a:xfrm flipV="1">
            <a:off x="2449513" y="3436938"/>
            <a:ext cx="0" cy="381000"/>
          </a:xfrm>
          <a:prstGeom prst="line">
            <a:avLst/>
          </a:prstGeom>
          <a:noFill/>
          <a:ln w="5715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0803" name="Rectangle 64"/>
          <p:cNvSpPr>
            <a:spLocks noChangeArrowheads="1"/>
          </p:cNvSpPr>
          <p:nvPr/>
        </p:nvSpPr>
        <p:spPr bwMode="auto">
          <a:xfrm>
            <a:off x="860425" y="176213"/>
            <a:ext cx="7797800"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有序链表的合并</a:t>
            </a:r>
            <a:r>
              <a:rPr lang="zh-CN" altLang="en-US" dirty="0">
                <a:solidFill>
                  <a:schemeClr val="bg1"/>
                </a:solidFill>
                <a:latin typeface="+mn-lt"/>
                <a:ea typeface="+mn-ea"/>
                <a:cs typeface="+mn-ea"/>
                <a:sym typeface="+mn-lt"/>
              </a:rPr>
              <a:t>（</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pa-&gt;data &gt; pb-&gt;data</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a:t>
            </a:r>
            <a:endPar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endParaRPr>
          </a:p>
        </p:txBody>
      </p:sp>
      <p:sp>
        <p:nvSpPr>
          <p:cNvPr id="160804" name="Text Box 65"/>
          <p:cNvSpPr txBox="1">
            <a:spLocks noChangeArrowheads="1"/>
          </p:cNvSpPr>
          <p:nvPr/>
        </p:nvSpPr>
        <p:spPr bwMode="auto">
          <a:xfrm>
            <a:off x="4829175" y="3775075"/>
            <a:ext cx="3681413" cy="579438"/>
          </a:xfrm>
          <a:prstGeom prst="rect">
            <a:avLst/>
          </a:prstGeom>
          <a:noFill/>
          <a:ln>
            <a:noFill/>
          </a:ln>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dirty="0">
                <a:ln>
                  <a:noFill/>
                </a:ln>
                <a:solidFill>
                  <a:srgbClr val="FF0000"/>
                </a:solidFill>
                <a:effectLst/>
                <a:uLnTx/>
                <a:uFillTx/>
                <a:latin typeface="+mn-lt"/>
                <a:ea typeface="+mn-ea"/>
                <a:cs typeface="+mn-ea"/>
                <a:sym typeface="+mn-lt"/>
              </a:rPr>
              <a:t>pc-&gt;next = </a:t>
            </a:r>
            <a:r>
              <a:rPr kumimoji="0" lang="en-US" altLang="zh-CN" sz="3200" b="1" i="0" u="none" strike="noStrike" kern="1200" cap="none" spc="0" normalizeH="0" baseline="0" noProof="0" dirty="0" err="1">
                <a:ln>
                  <a:noFill/>
                </a:ln>
                <a:solidFill>
                  <a:srgbClr val="FF0000"/>
                </a:solidFill>
                <a:effectLst/>
                <a:uLnTx/>
                <a:uFillTx/>
                <a:latin typeface="+mn-lt"/>
                <a:ea typeface="+mn-ea"/>
                <a:cs typeface="+mn-ea"/>
                <a:sym typeface="+mn-lt"/>
              </a:rPr>
              <a:t>pb</a:t>
            </a:r>
            <a:r>
              <a:rPr kumimoji="0" lang="en-US" altLang="zh-CN" sz="3200" b="1" i="0" u="none" strike="noStrike" kern="1200" cap="none" spc="0" normalizeH="0" baseline="0" noProof="0" dirty="0">
                <a:ln>
                  <a:noFill/>
                </a:ln>
                <a:solidFill>
                  <a:srgbClr val="FF0000"/>
                </a:solidFill>
                <a:effectLst/>
                <a:uLnTx/>
                <a:uFillTx/>
                <a:latin typeface="+mn-lt"/>
                <a:ea typeface="+mn-ea"/>
                <a:cs typeface="+mn-ea"/>
                <a:sym typeface="+mn-lt"/>
              </a:rPr>
              <a:t>;</a:t>
            </a:r>
          </a:p>
        </p:txBody>
      </p:sp>
      <p:grpSp>
        <p:nvGrpSpPr>
          <p:cNvPr id="166949" name="Group 66"/>
          <p:cNvGrpSpPr/>
          <p:nvPr/>
        </p:nvGrpSpPr>
        <p:grpSpPr>
          <a:xfrm>
            <a:off x="3613150" y="1681163"/>
            <a:ext cx="838200" cy="461962"/>
            <a:chOff x="2467" y="616"/>
            <a:chExt cx="528" cy="291"/>
          </a:xfrm>
        </p:grpSpPr>
        <p:grpSp>
          <p:nvGrpSpPr>
            <p:cNvPr id="166973" name="Group 67"/>
            <p:cNvGrpSpPr/>
            <p:nvPr/>
          </p:nvGrpSpPr>
          <p:grpSpPr>
            <a:xfrm>
              <a:off x="2467" y="658"/>
              <a:ext cx="528" cy="240"/>
              <a:chOff x="1968" y="1344"/>
              <a:chExt cx="528" cy="240"/>
            </a:xfrm>
          </p:grpSpPr>
          <p:sp>
            <p:nvSpPr>
              <p:cNvPr id="160830" name="Rectangle 68"/>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0831" name="Rectangle 69"/>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60829" name="Text Box 70"/>
            <p:cNvSpPr txBox="1">
              <a:spLocks noChangeArrowheads="1"/>
            </p:cNvSpPr>
            <p:nvPr/>
          </p:nvSpPr>
          <p:spPr bwMode="auto">
            <a:xfrm>
              <a:off x="2540" y="616"/>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a:t>
              </a:r>
            </a:p>
          </p:txBody>
        </p:sp>
      </p:grpSp>
      <p:grpSp>
        <p:nvGrpSpPr>
          <p:cNvPr id="166950" name="Group 71"/>
          <p:cNvGrpSpPr/>
          <p:nvPr/>
        </p:nvGrpSpPr>
        <p:grpSpPr>
          <a:xfrm>
            <a:off x="2609850" y="2117725"/>
            <a:ext cx="1681163" cy="960438"/>
            <a:chOff x="1693" y="762"/>
            <a:chExt cx="1059" cy="605"/>
          </a:xfrm>
        </p:grpSpPr>
        <p:sp>
          <p:nvSpPr>
            <p:cNvPr id="160825" name="Line 72"/>
            <p:cNvSpPr>
              <a:spLocks noChangeShapeType="1"/>
            </p:cNvSpPr>
            <p:nvPr/>
          </p:nvSpPr>
          <p:spPr bwMode="auto">
            <a:xfrm>
              <a:off x="2737" y="762"/>
              <a:ext cx="0" cy="288"/>
            </a:xfrm>
            <a:prstGeom prst="line">
              <a:avLst/>
            </a:prstGeom>
            <a:noFill/>
            <a:ln w="38100">
              <a:solidFill>
                <a:srgbClr val="FF0000"/>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0826" name="Line 73"/>
            <p:cNvSpPr>
              <a:spLocks noChangeShapeType="1"/>
            </p:cNvSpPr>
            <p:nvPr/>
          </p:nvSpPr>
          <p:spPr bwMode="auto">
            <a:xfrm flipH="1">
              <a:off x="1693" y="1050"/>
              <a:ext cx="1059" cy="0"/>
            </a:xfrm>
            <a:prstGeom prst="line">
              <a:avLst/>
            </a:prstGeom>
            <a:noFill/>
            <a:ln w="38100">
              <a:solidFill>
                <a:srgbClr val="FF0000"/>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0827" name="Line 74"/>
            <p:cNvSpPr>
              <a:spLocks noChangeShapeType="1"/>
            </p:cNvSpPr>
            <p:nvPr/>
          </p:nvSpPr>
          <p:spPr bwMode="auto">
            <a:xfrm>
              <a:off x="1701" y="1050"/>
              <a:ext cx="0" cy="317"/>
            </a:xfrm>
            <a:prstGeom prst="line">
              <a:avLst/>
            </a:prstGeom>
            <a:noFill/>
            <a:ln w="38100">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60807" name="Text Box 75"/>
          <p:cNvSpPr txBox="1">
            <a:spLocks noChangeArrowheads="1"/>
          </p:cNvSpPr>
          <p:nvPr/>
        </p:nvSpPr>
        <p:spPr bwMode="auto">
          <a:xfrm>
            <a:off x="5110163" y="2154238"/>
            <a:ext cx="6175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a:ln>
                  <a:noFill/>
                </a:ln>
                <a:solidFill>
                  <a:schemeClr val="tx1"/>
                </a:solidFill>
                <a:effectLst/>
                <a:uLnTx/>
                <a:uFillTx/>
                <a:latin typeface="+mn-lt"/>
                <a:ea typeface="+mn-ea"/>
                <a:cs typeface="+mn-ea"/>
                <a:sym typeface="+mn-lt"/>
              </a:rPr>
              <a:t>pa</a:t>
            </a:r>
          </a:p>
        </p:txBody>
      </p:sp>
      <p:sp>
        <p:nvSpPr>
          <p:cNvPr id="160808" name="Line 76"/>
          <p:cNvSpPr>
            <a:spLocks noChangeShapeType="1"/>
          </p:cNvSpPr>
          <p:nvPr/>
        </p:nvSpPr>
        <p:spPr bwMode="auto">
          <a:xfrm flipV="1">
            <a:off x="5038725" y="2105025"/>
            <a:ext cx="0" cy="381000"/>
          </a:xfrm>
          <a:prstGeom prst="line">
            <a:avLst/>
          </a:prstGeom>
          <a:noFill/>
          <a:ln w="5715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166953" name="Group 77"/>
          <p:cNvGrpSpPr/>
          <p:nvPr/>
        </p:nvGrpSpPr>
        <p:grpSpPr>
          <a:xfrm>
            <a:off x="1754188" y="3473450"/>
            <a:ext cx="6769100" cy="1460500"/>
            <a:chOff x="1154" y="1616"/>
            <a:chExt cx="4264" cy="920"/>
          </a:xfrm>
        </p:grpSpPr>
        <p:sp>
          <p:nvSpPr>
            <p:cNvPr id="160823" name="Text Box 78"/>
            <p:cNvSpPr txBox="1">
              <a:spLocks noChangeArrowheads="1"/>
            </p:cNvSpPr>
            <p:nvPr/>
          </p:nvSpPr>
          <p:spPr bwMode="auto">
            <a:xfrm>
              <a:off x="1154" y="1616"/>
              <a:ext cx="54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dirty="0">
                  <a:ln>
                    <a:noFill/>
                  </a:ln>
                  <a:solidFill>
                    <a:srgbClr val="FF0000"/>
                  </a:solidFill>
                  <a:effectLst/>
                  <a:uLnTx/>
                  <a:uFillTx/>
                  <a:latin typeface="+mn-lt"/>
                  <a:ea typeface="+mn-ea"/>
                  <a:cs typeface="+mn-ea"/>
                  <a:sym typeface="+mn-lt"/>
                </a:rPr>
                <a:t>pc</a:t>
              </a:r>
              <a:endParaRPr kumimoji="0" lang="en-US" altLang="zh-CN" sz="3200" b="1"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60824" name="Text Box 79"/>
            <p:cNvSpPr txBox="1">
              <a:spLocks noChangeArrowheads="1"/>
            </p:cNvSpPr>
            <p:nvPr/>
          </p:nvSpPr>
          <p:spPr bwMode="auto">
            <a:xfrm>
              <a:off x="3099" y="2171"/>
              <a:ext cx="2319" cy="36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dirty="0">
                  <a:ln>
                    <a:noFill/>
                  </a:ln>
                  <a:solidFill>
                    <a:srgbClr val="FF0000"/>
                  </a:solidFill>
                  <a:effectLst/>
                  <a:uLnTx/>
                  <a:uFillTx/>
                  <a:latin typeface="+mn-lt"/>
                  <a:ea typeface="+mn-ea"/>
                  <a:cs typeface="+mn-ea"/>
                  <a:sym typeface="+mn-lt"/>
                </a:rPr>
                <a:t>pc = pb;</a:t>
              </a:r>
            </a:p>
          </p:txBody>
        </p:sp>
      </p:grpSp>
      <p:grpSp>
        <p:nvGrpSpPr>
          <p:cNvPr id="166954" name="Group 80"/>
          <p:cNvGrpSpPr/>
          <p:nvPr/>
        </p:nvGrpSpPr>
        <p:grpSpPr>
          <a:xfrm>
            <a:off x="2176463" y="2987675"/>
            <a:ext cx="838200" cy="461963"/>
            <a:chOff x="1420" y="1310"/>
            <a:chExt cx="528" cy="291"/>
          </a:xfrm>
        </p:grpSpPr>
        <p:grpSp>
          <p:nvGrpSpPr>
            <p:cNvPr id="166964" name="Group 81"/>
            <p:cNvGrpSpPr/>
            <p:nvPr/>
          </p:nvGrpSpPr>
          <p:grpSpPr>
            <a:xfrm>
              <a:off x="1420" y="1358"/>
              <a:ext cx="528" cy="240"/>
              <a:chOff x="1968" y="1344"/>
              <a:chExt cx="528" cy="240"/>
            </a:xfrm>
          </p:grpSpPr>
          <p:sp>
            <p:nvSpPr>
              <p:cNvPr id="160821" name="Rectangle 82"/>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0822" name="Rectangle 83"/>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60820" name="Text Box 84"/>
            <p:cNvSpPr txBox="1">
              <a:spLocks noChangeArrowheads="1"/>
            </p:cNvSpPr>
            <p:nvPr/>
          </p:nvSpPr>
          <p:spPr bwMode="auto">
            <a:xfrm>
              <a:off x="1509" y="1310"/>
              <a:ext cx="2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2</a:t>
              </a:r>
            </a:p>
          </p:txBody>
        </p:sp>
      </p:grpSp>
      <p:grpSp>
        <p:nvGrpSpPr>
          <p:cNvPr id="21" name="Group 88"/>
          <p:cNvGrpSpPr/>
          <p:nvPr/>
        </p:nvGrpSpPr>
        <p:grpSpPr>
          <a:xfrm>
            <a:off x="3576638" y="3473450"/>
            <a:ext cx="4946650" cy="2039938"/>
            <a:chOff x="2302" y="1616"/>
            <a:chExt cx="3116" cy="1285"/>
          </a:xfrm>
        </p:grpSpPr>
        <p:sp>
          <p:nvSpPr>
            <p:cNvPr id="160815" name="Text Box 85"/>
            <p:cNvSpPr txBox="1">
              <a:spLocks noChangeArrowheads="1"/>
            </p:cNvSpPr>
            <p:nvPr/>
          </p:nvSpPr>
          <p:spPr bwMode="auto">
            <a:xfrm>
              <a:off x="3099" y="2536"/>
              <a:ext cx="2319" cy="36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dirty="0">
                  <a:ln>
                    <a:noFill/>
                  </a:ln>
                  <a:solidFill>
                    <a:srgbClr val="FF0000"/>
                  </a:solidFill>
                  <a:effectLst/>
                  <a:uLnTx/>
                  <a:uFillTx/>
                  <a:latin typeface="+mn-lt"/>
                  <a:ea typeface="+mn-ea"/>
                  <a:cs typeface="+mn-ea"/>
                  <a:sym typeface="+mn-lt"/>
                </a:rPr>
                <a:t>pb = pb-&gt;next;</a:t>
              </a:r>
            </a:p>
          </p:txBody>
        </p:sp>
        <p:grpSp>
          <p:nvGrpSpPr>
            <p:cNvPr id="166961" name="Group 87"/>
            <p:cNvGrpSpPr/>
            <p:nvPr/>
          </p:nvGrpSpPr>
          <p:grpSpPr>
            <a:xfrm>
              <a:off x="2302" y="1616"/>
              <a:ext cx="451" cy="368"/>
              <a:chOff x="2302" y="1616"/>
              <a:chExt cx="451" cy="368"/>
            </a:xfrm>
          </p:grpSpPr>
          <p:sp>
            <p:nvSpPr>
              <p:cNvPr id="160817" name="Text Box 62"/>
              <p:cNvSpPr txBox="1">
                <a:spLocks noChangeArrowheads="1"/>
              </p:cNvSpPr>
              <p:nvPr/>
            </p:nvSpPr>
            <p:spPr bwMode="auto">
              <a:xfrm>
                <a:off x="2350" y="1616"/>
                <a:ext cx="403"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a:ln>
                      <a:noFill/>
                    </a:ln>
                    <a:solidFill>
                      <a:schemeClr val="tx1"/>
                    </a:solidFill>
                    <a:effectLst/>
                    <a:uLnTx/>
                    <a:uFillTx/>
                    <a:latin typeface="+mn-lt"/>
                    <a:ea typeface="+mn-ea"/>
                    <a:cs typeface="+mn-ea"/>
                    <a:sym typeface="+mn-lt"/>
                  </a:rPr>
                  <a:t>pb</a:t>
                </a:r>
              </a:p>
            </p:txBody>
          </p:sp>
          <p:sp>
            <p:nvSpPr>
              <p:cNvPr id="160818" name="Line 86"/>
              <p:cNvSpPr>
                <a:spLocks noChangeShapeType="1"/>
              </p:cNvSpPr>
              <p:nvPr/>
            </p:nvSpPr>
            <p:spPr bwMode="auto">
              <a:xfrm flipV="1">
                <a:off x="2302" y="1624"/>
                <a:ext cx="0" cy="240"/>
              </a:xfrm>
              <a:prstGeom prst="line">
                <a:avLst/>
              </a:prstGeom>
              <a:noFill/>
              <a:ln w="5715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矩形 84">
            <a:extLst>
              <a:ext uri="{FF2B5EF4-FFF2-40B4-BE49-F238E27FC236}">
                <a16:creationId xmlns:a16="http://schemas.microsoft.com/office/drawing/2014/main" id="{871AF8D6-AF2C-4545-ADC3-0C533F4AAB79}"/>
              </a:ext>
            </a:extLst>
          </p:cNvPr>
          <p:cNvSpPr/>
          <p:nvPr/>
        </p:nvSpPr>
        <p:spPr>
          <a:xfrm>
            <a:off x="0" y="1411288"/>
            <a:ext cx="9144000" cy="4177952"/>
          </a:xfrm>
          <a:prstGeom prst="rect">
            <a:avLst/>
          </a:prstGeom>
          <a:solidFill>
            <a:srgbClr val="EAEAEA"/>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grpSp>
        <p:nvGrpSpPr>
          <p:cNvPr id="167939" name="Group 4"/>
          <p:cNvGrpSpPr/>
          <p:nvPr/>
        </p:nvGrpSpPr>
        <p:grpSpPr>
          <a:xfrm>
            <a:off x="3550220" y="1765300"/>
            <a:ext cx="838200" cy="381000"/>
            <a:chOff x="1968" y="1344"/>
            <a:chExt cx="528" cy="240"/>
          </a:xfrm>
        </p:grpSpPr>
        <p:sp>
          <p:nvSpPr>
            <p:cNvPr id="161870" name="Rectangle 5"/>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71" name="Rectangle 6"/>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7940" name="Group 7"/>
          <p:cNvGrpSpPr/>
          <p:nvPr/>
        </p:nvGrpSpPr>
        <p:grpSpPr>
          <a:xfrm>
            <a:off x="4769420" y="1765300"/>
            <a:ext cx="838200" cy="381000"/>
            <a:chOff x="1968" y="1344"/>
            <a:chExt cx="528" cy="240"/>
          </a:xfrm>
        </p:grpSpPr>
        <p:sp>
          <p:nvSpPr>
            <p:cNvPr id="161868" name="Rectangle 8"/>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69" name="Rectangle 9"/>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7941" name="Group 10"/>
          <p:cNvGrpSpPr/>
          <p:nvPr/>
        </p:nvGrpSpPr>
        <p:grpSpPr>
          <a:xfrm>
            <a:off x="5988620" y="1765300"/>
            <a:ext cx="838200" cy="381000"/>
            <a:chOff x="1968" y="1344"/>
            <a:chExt cx="528" cy="240"/>
          </a:xfrm>
        </p:grpSpPr>
        <p:sp>
          <p:nvSpPr>
            <p:cNvPr id="161866" name="Rectangle 11"/>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67" name="Rectangle 12"/>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7942" name="Group 13"/>
          <p:cNvGrpSpPr/>
          <p:nvPr/>
        </p:nvGrpSpPr>
        <p:grpSpPr>
          <a:xfrm>
            <a:off x="2407220" y="1765300"/>
            <a:ext cx="838200" cy="381000"/>
            <a:chOff x="1968" y="1344"/>
            <a:chExt cx="528" cy="240"/>
          </a:xfrm>
        </p:grpSpPr>
        <p:sp>
          <p:nvSpPr>
            <p:cNvPr id="161864" name="Rectangle 14"/>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65" name="Rectangle 15"/>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7943" name="Group 16"/>
          <p:cNvGrpSpPr/>
          <p:nvPr/>
        </p:nvGrpSpPr>
        <p:grpSpPr>
          <a:xfrm>
            <a:off x="2102420" y="3365500"/>
            <a:ext cx="838200" cy="381000"/>
            <a:chOff x="1968" y="1344"/>
            <a:chExt cx="528" cy="240"/>
          </a:xfrm>
        </p:grpSpPr>
        <p:sp>
          <p:nvSpPr>
            <p:cNvPr id="161862" name="Rectangle 17"/>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63" name="Rectangle 18"/>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7944" name="Group 19"/>
          <p:cNvGrpSpPr/>
          <p:nvPr/>
        </p:nvGrpSpPr>
        <p:grpSpPr>
          <a:xfrm>
            <a:off x="3245420" y="3365500"/>
            <a:ext cx="838200" cy="381000"/>
            <a:chOff x="1968" y="1344"/>
            <a:chExt cx="528" cy="240"/>
          </a:xfrm>
        </p:grpSpPr>
        <p:sp>
          <p:nvSpPr>
            <p:cNvPr id="161860" name="Rectangle 20"/>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61" name="Rectangle 21"/>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7945" name="Group 22"/>
          <p:cNvGrpSpPr/>
          <p:nvPr/>
        </p:nvGrpSpPr>
        <p:grpSpPr>
          <a:xfrm>
            <a:off x="4464620" y="3365500"/>
            <a:ext cx="838200" cy="381000"/>
            <a:chOff x="1968" y="1344"/>
            <a:chExt cx="528" cy="240"/>
          </a:xfrm>
        </p:grpSpPr>
        <p:sp>
          <p:nvSpPr>
            <p:cNvPr id="161858" name="Rectangle 23"/>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59" name="Rectangle 24"/>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7946" name="Group 25"/>
          <p:cNvGrpSpPr/>
          <p:nvPr/>
        </p:nvGrpSpPr>
        <p:grpSpPr>
          <a:xfrm>
            <a:off x="5683820" y="3365500"/>
            <a:ext cx="838200" cy="381000"/>
            <a:chOff x="1968" y="1344"/>
            <a:chExt cx="528" cy="240"/>
          </a:xfrm>
        </p:grpSpPr>
        <p:sp>
          <p:nvSpPr>
            <p:cNvPr id="161856" name="Rectangle 26"/>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57" name="Rectangle 27"/>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2" name="Group 28"/>
          <p:cNvGrpSpPr/>
          <p:nvPr/>
        </p:nvGrpSpPr>
        <p:grpSpPr bwMode="auto">
          <a:xfrm>
            <a:off x="6826820" y="3365500"/>
            <a:ext cx="838200" cy="381000"/>
            <a:chOff x="1968" y="1344"/>
            <a:chExt cx="528" cy="240"/>
          </a:xfrm>
          <a:solidFill>
            <a:srgbClr val="D7D7FF"/>
          </a:solidFill>
        </p:grpSpPr>
        <p:sp>
          <p:nvSpPr>
            <p:cNvPr id="161854" name="Rectangle 29"/>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55" name="Rectangle 30"/>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7947" name="Group 31"/>
          <p:cNvGrpSpPr/>
          <p:nvPr/>
        </p:nvGrpSpPr>
        <p:grpSpPr bwMode="auto">
          <a:xfrm>
            <a:off x="7969820" y="3365500"/>
            <a:ext cx="838200" cy="381000"/>
            <a:chOff x="1968" y="1344"/>
            <a:chExt cx="528" cy="240"/>
          </a:xfrm>
          <a:solidFill>
            <a:srgbClr val="D7D7FF"/>
          </a:solidFill>
        </p:grpSpPr>
        <p:sp>
          <p:nvSpPr>
            <p:cNvPr id="161852" name="Rectangle 32"/>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53" name="Rectangle 33"/>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61804" name="Line 34"/>
          <p:cNvSpPr>
            <a:spLocks noChangeShapeType="1"/>
          </p:cNvSpPr>
          <p:nvPr/>
        </p:nvSpPr>
        <p:spPr bwMode="auto">
          <a:xfrm>
            <a:off x="2788220" y="3517900"/>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05" name="Line 35"/>
          <p:cNvSpPr>
            <a:spLocks noChangeShapeType="1"/>
          </p:cNvSpPr>
          <p:nvPr/>
        </p:nvSpPr>
        <p:spPr bwMode="auto">
          <a:xfrm>
            <a:off x="5226620" y="3517900"/>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06" name="Line 36"/>
          <p:cNvSpPr>
            <a:spLocks noChangeShapeType="1"/>
          </p:cNvSpPr>
          <p:nvPr/>
        </p:nvSpPr>
        <p:spPr bwMode="auto">
          <a:xfrm>
            <a:off x="6369620" y="3517900"/>
            <a:ext cx="457200"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07" name="Line 37"/>
          <p:cNvSpPr>
            <a:spLocks noChangeShapeType="1"/>
          </p:cNvSpPr>
          <p:nvPr/>
        </p:nvSpPr>
        <p:spPr bwMode="auto">
          <a:xfrm>
            <a:off x="3093020" y="1993900"/>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08" name="Line 38"/>
          <p:cNvSpPr>
            <a:spLocks noChangeShapeType="1"/>
          </p:cNvSpPr>
          <p:nvPr/>
        </p:nvSpPr>
        <p:spPr bwMode="auto">
          <a:xfrm>
            <a:off x="4312220" y="1993900"/>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09" name="Line 39"/>
          <p:cNvSpPr>
            <a:spLocks noChangeShapeType="1"/>
          </p:cNvSpPr>
          <p:nvPr/>
        </p:nvSpPr>
        <p:spPr bwMode="auto">
          <a:xfrm>
            <a:off x="5531420" y="1993900"/>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10" name="Line 40"/>
          <p:cNvSpPr>
            <a:spLocks noChangeShapeType="1"/>
          </p:cNvSpPr>
          <p:nvPr/>
        </p:nvSpPr>
        <p:spPr bwMode="auto">
          <a:xfrm>
            <a:off x="4007420" y="3517900"/>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11" name="Line 41"/>
          <p:cNvSpPr>
            <a:spLocks noChangeShapeType="1"/>
          </p:cNvSpPr>
          <p:nvPr/>
        </p:nvSpPr>
        <p:spPr bwMode="auto">
          <a:xfrm>
            <a:off x="7512620" y="3517900"/>
            <a:ext cx="457200" cy="0"/>
          </a:xfrm>
          <a:prstGeom prst="line">
            <a:avLst/>
          </a:prstGeom>
          <a:noFill/>
          <a:ln w="2857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13" name="Line 43"/>
          <p:cNvSpPr>
            <a:spLocks noChangeShapeType="1"/>
          </p:cNvSpPr>
          <p:nvPr/>
        </p:nvSpPr>
        <p:spPr bwMode="auto">
          <a:xfrm>
            <a:off x="4221733" y="1993900"/>
            <a:ext cx="0" cy="457200"/>
          </a:xfrm>
          <a:prstGeom prst="line">
            <a:avLst/>
          </a:prstGeom>
          <a:noFill/>
          <a:ln w="28575">
            <a:solidFill>
              <a:srgbClr val="FF0000"/>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14" name="Line 44"/>
          <p:cNvSpPr>
            <a:spLocks noChangeShapeType="1"/>
          </p:cNvSpPr>
          <p:nvPr/>
        </p:nvSpPr>
        <p:spPr bwMode="auto">
          <a:xfrm flipH="1">
            <a:off x="2864420" y="2451100"/>
            <a:ext cx="1352550" cy="0"/>
          </a:xfrm>
          <a:prstGeom prst="line">
            <a:avLst/>
          </a:prstGeom>
          <a:noFill/>
          <a:ln w="28575">
            <a:solidFill>
              <a:srgbClr val="FF0000"/>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15" name="Line 45"/>
          <p:cNvSpPr>
            <a:spLocks noChangeShapeType="1"/>
          </p:cNvSpPr>
          <p:nvPr/>
        </p:nvSpPr>
        <p:spPr bwMode="auto">
          <a:xfrm>
            <a:off x="2859658" y="2451100"/>
            <a:ext cx="0" cy="91440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16" name="Line 46"/>
          <p:cNvSpPr>
            <a:spLocks noChangeShapeType="1"/>
          </p:cNvSpPr>
          <p:nvPr/>
        </p:nvSpPr>
        <p:spPr bwMode="auto">
          <a:xfrm flipV="1">
            <a:off x="5150420" y="2146300"/>
            <a:ext cx="0" cy="137160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17" name="Line 47"/>
          <p:cNvSpPr>
            <a:spLocks noChangeShapeType="1"/>
          </p:cNvSpPr>
          <p:nvPr/>
        </p:nvSpPr>
        <p:spPr bwMode="auto">
          <a:xfrm>
            <a:off x="6696645" y="1993900"/>
            <a:ext cx="0" cy="533400"/>
          </a:xfrm>
          <a:prstGeom prst="line">
            <a:avLst/>
          </a:prstGeom>
          <a:noFill/>
          <a:ln w="28575">
            <a:solidFill>
              <a:srgbClr val="FF0000"/>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18" name="Line 48"/>
          <p:cNvSpPr>
            <a:spLocks noChangeShapeType="1"/>
          </p:cNvSpPr>
          <p:nvPr/>
        </p:nvSpPr>
        <p:spPr bwMode="auto">
          <a:xfrm flipH="1">
            <a:off x="6315645" y="2527300"/>
            <a:ext cx="381000" cy="0"/>
          </a:xfrm>
          <a:prstGeom prst="line">
            <a:avLst/>
          </a:prstGeom>
          <a:noFill/>
          <a:ln w="28575">
            <a:solidFill>
              <a:srgbClr val="FF0000"/>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19" name="Line 49"/>
          <p:cNvSpPr>
            <a:spLocks noChangeShapeType="1"/>
          </p:cNvSpPr>
          <p:nvPr/>
        </p:nvSpPr>
        <p:spPr bwMode="auto">
          <a:xfrm>
            <a:off x="6315645" y="2527300"/>
            <a:ext cx="0" cy="83820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20" name="Line 50"/>
          <p:cNvSpPr>
            <a:spLocks noChangeShapeType="1"/>
          </p:cNvSpPr>
          <p:nvPr/>
        </p:nvSpPr>
        <p:spPr bwMode="auto">
          <a:xfrm>
            <a:off x="2026220" y="1993900"/>
            <a:ext cx="3810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21" name="Text Box 51"/>
          <p:cNvSpPr txBox="1">
            <a:spLocks noChangeArrowheads="1"/>
          </p:cNvSpPr>
          <p:nvPr/>
        </p:nvSpPr>
        <p:spPr bwMode="auto">
          <a:xfrm>
            <a:off x="699070" y="1681163"/>
            <a:ext cx="13557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La(</a:t>
            </a:r>
            <a:r>
              <a:rPr kumimoji="0" lang="en-US" altLang="zh-CN" sz="3200" b="0" i="0" u="none" strike="noStrike" kern="1200" cap="none" spc="0" normalizeH="0" baseline="0" noProof="0" dirty="0" err="1">
                <a:ln>
                  <a:noFill/>
                </a:ln>
                <a:solidFill>
                  <a:schemeClr val="tx1"/>
                </a:solidFill>
                <a:effectLst/>
                <a:uLnTx/>
                <a:uFillTx/>
                <a:latin typeface="+mn-lt"/>
                <a:ea typeface="+mn-ea"/>
                <a:cs typeface="+mn-ea"/>
                <a:sym typeface="+mn-lt"/>
              </a:rPr>
              <a:t>Lc</a:t>
            </a: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161822" name="Text Box 52"/>
          <p:cNvSpPr txBox="1">
            <a:spLocks noChangeArrowheads="1"/>
          </p:cNvSpPr>
          <p:nvPr/>
        </p:nvSpPr>
        <p:spPr bwMode="auto">
          <a:xfrm>
            <a:off x="3666108" y="1698625"/>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61823" name="Text Box 53"/>
          <p:cNvSpPr txBox="1">
            <a:spLocks noChangeArrowheads="1"/>
          </p:cNvSpPr>
          <p:nvPr/>
        </p:nvSpPr>
        <p:spPr bwMode="auto">
          <a:xfrm>
            <a:off x="2243708" y="3289300"/>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61824" name="Text Box 54"/>
          <p:cNvSpPr txBox="1">
            <a:spLocks noChangeArrowheads="1"/>
          </p:cNvSpPr>
          <p:nvPr/>
        </p:nvSpPr>
        <p:spPr bwMode="auto">
          <a:xfrm>
            <a:off x="3361308" y="3289300"/>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4</a:t>
            </a:r>
          </a:p>
        </p:txBody>
      </p:sp>
      <p:sp>
        <p:nvSpPr>
          <p:cNvPr id="161825" name="Text Box 55"/>
          <p:cNvSpPr txBox="1">
            <a:spLocks noChangeArrowheads="1"/>
          </p:cNvSpPr>
          <p:nvPr/>
        </p:nvSpPr>
        <p:spPr bwMode="auto">
          <a:xfrm>
            <a:off x="4540820" y="3330575"/>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6</a:t>
            </a:r>
          </a:p>
        </p:txBody>
      </p:sp>
      <p:sp>
        <p:nvSpPr>
          <p:cNvPr id="161826" name="Text Box 56"/>
          <p:cNvSpPr txBox="1">
            <a:spLocks noChangeArrowheads="1"/>
          </p:cNvSpPr>
          <p:nvPr/>
        </p:nvSpPr>
        <p:spPr bwMode="auto">
          <a:xfrm>
            <a:off x="4848795" y="1698625"/>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7</a:t>
            </a:r>
          </a:p>
        </p:txBody>
      </p:sp>
      <p:sp>
        <p:nvSpPr>
          <p:cNvPr id="161827" name="Text Box 57"/>
          <p:cNvSpPr txBox="1">
            <a:spLocks noChangeArrowheads="1"/>
          </p:cNvSpPr>
          <p:nvPr/>
        </p:nvSpPr>
        <p:spPr bwMode="auto">
          <a:xfrm>
            <a:off x="6104508" y="1698625"/>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8</a:t>
            </a:r>
          </a:p>
        </p:txBody>
      </p:sp>
      <p:sp>
        <p:nvSpPr>
          <p:cNvPr id="161828" name="Text Box 58"/>
          <p:cNvSpPr txBox="1">
            <a:spLocks noChangeArrowheads="1"/>
          </p:cNvSpPr>
          <p:nvPr/>
        </p:nvSpPr>
        <p:spPr bwMode="auto">
          <a:xfrm>
            <a:off x="5799708" y="3330575"/>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8</a:t>
            </a:r>
          </a:p>
        </p:txBody>
      </p:sp>
      <p:sp>
        <p:nvSpPr>
          <p:cNvPr id="161829" name="Text Box 59"/>
          <p:cNvSpPr txBox="1">
            <a:spLocks noChangeArrowheads="1"/>
          </p:cNvSpPr>
          <p:nvPr/>
        </p:nvSpPr>
        <p:spPr bwMode="auto">
          <a:xfrm>
            <a:off x="6820470" y="3330575"/>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10</a:t>
            </a:r>
          </a:p>
        </p:txBody>
      </p:sp>
      <p:sp>
        <p:nvSpPr>
          <p:cNvPr id="161830" name="Text Box 60"/>
          <p:cNvSpPr txBox="1">
            <a:spLocks noChangeArrowheads="1"/>
          </p:cNvSpPr>
          <p:nvPr/>
        </p:nvSpPr>
        <p:spPr bwMode="auto">
          <a:xfrm>
            <a:off x="7972995" y="3330575"/>
            <a:ext cx="4746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11</a:t>
            </a:r>
          </a:p>
        </p:txBody>
      </p:sp>
      <p:grpSp>
        <p:nvGrpSpPr>
          <p:cNvPr id="167976" name="Group 61"/>
          <p:cNvGrpSpPr/>
          <p:nvPr/>
        </p:nvGrpSpPr>
        <p:grpSpPr>
          <a:xfrm>
            <a:off x="4431283" y="1851025"/>
            <a:ext cx="228600" cy="304800"/>
            <a:chOff x="2698" y="1622"/>
            <a:chExt cx="144" cy="192"/>
          </a:xfrm>
        </p:grpSpPr>
        <p:sp>
          <p:nvSpPr>
            <p:cNvPr id="161850" name="Line 62"/>
            <p:cNvSpPr>
              <a:spLocks noChangeShapeType="1"/>
            </p:cNvSpPr>
            <p:nvPr/>
          </p:nvSpPr>
          <p:spPr bwMode="auto">
            <a:xfrm flipH="1">
              <a:off x="2746" y="1622"/>
              <a:ext cx="48"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51" name="Line 63"/>
            <p:cNvSpPr>
              <a:spLocks noChangeShapeType="1"/>
            </p:cNvSpPr>
            <p:nvPr/>
          </p:nvSpPr>
          <p:spPr bwMode="auto">
            <a:xfrm>
              <a:off x="2698" y="1622"/>
              <a:ext cx="144"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7977" name="Group 64"/>
          <p:cNvGrpSpPr/>
          <p:nvPr/>
        </p:nvGrpSpPr>
        <p:grpSpPr>
          <a:xfrm>
            <a:off x="5361558" y="3394075"/>
            <a:ext cx="228600" cy="304800"/>
            <a:chOff x="2698" y="1622"/>
            <a:chExt cx="144" cy="192"/>
          </a:xfrm>
        </p:grpSpPr>
        <p:sp>
          <p:nvSpPr>
            <p:cNvPr id="161848" name="Line 65"/>
            <p:cNvSpPr>
              <a:spLocks noChangeShapeType="1"/>
            </p:cNvSpPr>
            <p:nvPr/>
          </p:nvSpPr>
          <p:spPr bwMode="auto">
            <a:xfrm flipH="1">
              <a:off x="2746" y="1622"/>
              <a:ext cx="48"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49" name="Line 66"/>
            <p:cNvSpPr>
              <a:spLocks noChangeShapeType="1"/>
            </p:cNvSpPr>
            <p:nvPr/>
          </p:nvSpPr>
          <p:spPr bwMode="auto">
            <a:xfrm>
              <a:off x="2698" y="1622"/>
              <a:ext cx="144"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3" name="Group 67"/>
          <p:cNvGrpSpPr/>
          <p:nvPr/>
        </p:nvGrpSpPr>
        <p:grpSpPr bwMode="auto">
          <a:xfrm>
            <a:off x="887983" y="3355975"/>
            <a:ext cx="838200" cy="381000"/>
            <a:chOff x="1968" y="1344"/>
            <a:chExt cx="528" cy="240"/>
          </a:xfrm>
          <a:solidFill>
            <a:srgbClr val="FFC000"/>
          </a:solidFill>
        </p:grpSpPr>
        <p:sp>
          <p:nvSpPr>
            <p:cNvPr id="161846" name="Rectangle 68"/>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47" name="Rectangle 69"/>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61834" name="Line 70"/>
          <p:cNvSpPr>
            <a:spLocks noChangeShapeType="1"/>
          </p:cNvSpPr>
          <p:nvPr/>
        </p:nvSpPr>
        <p:spPr bwMode="auto">
          <a:xfrm>
            <a:off x="1649983" y="3584575"/>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36" name="Rectangle 81"/>
          <p:cNvSpPr>
            <a:spLocks noChangeArrowheads="1"/>
          </p:cNvSpPr>
          <p:nvPr/>
        </p:nvSpPr>
        <p:spPr bwMode="auto">
          <a:xfrm>
            <a:off x="898525" y="219075"/>
            <a:ext cx="2816225"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有序链表的合并</a:t>
            </a:r>
          </a:p>
        </p:txBody>
      </p:sp>
      <p:sp>
        <p:nvSpPr>
          <p:cNvPr id="598098" name="Text Box 82"/>
          <p:cNvSpPr txBox="1">
            <a:spLocks noChangeArrowheads="1"/>
          </p:cNvSpPr>
          <p:nvPr/>
        </p:nvSpPr>
        <p:spPr bwMode="auto">
          <a:xfrm>
            <a:off x="2385615" y="4865339"/>
            <a:ext cx="3860007" cy="579438"/>
          </a:xfrm>
          <a:prstGeom prst="rect">
            <a:avLst/>
          </a:prstGeom>
          <a:noFill/>
          <a:ln>
            <a:noFill/>
          </a:ln>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dirty="0">
                <a:ln>
                  <a:noFill/>
                </a:ln>
                <a:solidFill>
                  <a:srgbClr val="FF0000"/>
                </a:solidFill>
                <a:effectLst/>
                <a:uLnTx/>
                <a:uFillTx/>
                <a:latin typeface="+mn-lt"/>
                <a:ea typeface="+mn-ea"/>
                <a:cs typeface="+mn-ea"/>
                <a:sym typeface="+mn-lt"/>
              </a:rPr>
              <a:t>pc-&gt;next = </a:t>
            </a:r>
            <a:r>
              <a:rPr kumimoji="0" lang="en-US" altLang="zh-CN" sz="3200" b="1" i="0" u="none" strike="noStrike" kern="1200" cap="none" spc="0" normalizeH="0" baseline="0" noProof="0" dirty="0" err="1">
                <a:ln>
                  <a:noFill/>
                </a:ln>
                <a:solidFill>
                  <a:srgbClr val="FF0000"/>
                </a:solidFill>
                <a:effectLst/>
                <a:uLnTx/>
                <a:uFillTx/>
                <a:latin typeface="+mn-lt"/>
                <a:ea typeface="+mn-ea"/>
                <a:cs typeface="+mn-ea"/>
                <a:sym typeface="+mn-lt"/>
              </a:rPr>
              <a:t>pa?pa:pb</a:t>
            </a:r>
            <a:r>
              <a:rPr kumimoji="0" lang="en-US" altLang="zh-CN" sz="3200" b="1" i="0" u="none" strike="noStrike" kern="1200" cap="none" spc="0" normalizeH="0" baseline="0" noProof="0" dirty="0">
                <a:ln>
                  <a:noFill/>
                </a:ln>
                <a:solidFill>
                  <a:srgbClr val="FF0000"/>
                </a:solidFill>
                <a:effectLst/>
                <a:uLnTx/>
                <a:uFillTx/>
                <a:latin typeface="+mn-lt"/>
                <a:ea typeface="+mn-ea"/>
                <a:cs typeface="+mn-ea"/>
                <a:sym typeface="+mn-lt"/>
              </a:rPr>
              <a:t>; </a:t>
            </a:r>
          </a:p>
        </p:txBody>
      </p:sp>
      <p:sp>
        <p:nvSpPr>
          <p:cNvPr id="161838" name="Text Box 83"/>
          <p:cNvSpPr txBox="1">
            <a:spLocks noChangeArrowheads="1"/>
          </p:cNvSpPr>
          <p:nvPr/>
        </p:nvSpPr>
        <p:spPr bwMode="auto">
          <a:xfrm>
            <a:off x="6950645" y="2466975"/>
            <a:ext cx="201384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dirty="0">
                <a:ln>
                  <a:noFill/>
                </a:ln>
                <a:solidFill>
                  <a:schemeClr val="tx1"/>
                </a:solidFill>
                <a:effectLst/>
                <a:uLnTx/>
                <a:uFillTx/>
                <a:latin typeface="+mn-lt"/>
                <a:ea typeface="+mn-ea"/>
                <a:cs typeface="+mn-ea"/>
                <a:sym typeface="+mn-lt"/>
              </a:rPr>
              <a:t>pa (NULL)</a:t>
            </a:r>
          </a:p>
        </p:txBody>
      </p:sp>
      <p:sp>
        <p:nvSpPr>
          <p:cNvPr id="161839" name="Line 84"/>
          <p:cNvSpPr>
            <a:spLocks noChangeShapeType="1"/>
          </p:cNvSpPr>
          <p:nvPr/>
        </p:nvSpPr>
        <p:spPr bwMode="auto">
          <a:xfrm flipV="1">
            <a:off x="7099870" y="2171700"/>
            <a:ext cx="0" cy="381000"/>
          </a:xfrm>
          <a:prstGeom prst="line">
            <a:avLst/>
          </a:prstGeom>
          <a:noFill/>
          <a:ln w="5715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40" name="Text Box 85"/>
          <p:cNvSpPr txBox="1">
            <a:spLocks noChangeArrowheads="1"/>
          </p:cNvSpPr>
          <p:nvPr/>
        </p:nvSpPr>
        <p:spPr bwMode="auto">
          <a:xfrm>
            <a:off x="7066533" y="4027488"/>
            <a:ext cx="6397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dirty="0" err="1">
                <a:ln>
                  <a:noFill/>
                </a:ln>
                <a:solidFill>
                  <a:schemeClr val="tx1"/>
                </a:solidFill>
                <a:effectLst/>
                <a:uLnTx/>
                <a:uFillTx/>
                <a:latin typeface="+mn-lt"/>
                <a:ea typeface="+mn-ea"/>
                <a:cs typeface="+mn-ea"/>
                <a:sym typeface="+mn-lt"/>
              </a:rPr>
              <a:t>pb</a:t>
            </a:r>
            <a:endParaRPr kumimoji="0" lang="en-US" altLang="zh-CN" sz="3200" b="1" i="0" u="none" strike="noStrike" kern="1200" cap="none" spc="0" normalizeH="0" baseline="0" noProof="0" dirty="0">
              <a:ln>
                <a:noFill/>
              </a:ln>
              <a:solidFill>
                <a:schemeClr val="tx1"/>
              </a:solidFill>
              <a:effectLst/>
              <a:uLnTx/>
              <a:uFillTx/>
              <a:latin typeface="+mn-lt"/>
              <a:ea typeface="+mn-ea"/>
              <a:cs typeface="+mn-ea"/>
              <a:sym typeface="+mn-lt"/>
            </a:endParaRPr>
          </a:p>
        </p:txBody>
      </p:sp>
      <p:sp>
        <p:nvSpPr>
          <p:cNvPr id="161841" name="Line 86"/>
          <p:cNvSpPr>
            <a:spLocks noChangeShapeType="1"/>
          </p:cNvSpPr>
          <p:nvPr/>
        </p:nvSpPr>
        <p:spPr bwMode="auto">
          <a:xfrm flipV="1">
            <a:off x="7215758" y="3738563"/>
            <a:ext cx="0" cy="381000"/>
          </a:xfrm>
          <a:prstGeom prst="line">
            <a:avLst/>
          </a:prstGeom>
          <a:noFill/>
          <a:ln w="5715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1842" name="Text Box 87"/>
          <p:cNvSpPr txBox="1">
            <a:spLocks noChangeArrowheads="1"/>
          </p:cNvSpPr>
          <p:nvPr/>
        </p:nvSpPr>
        <p:spPr bwMode="auto">
          <a:xfrm>
            <a:off x="5861620" y="4002088"/>
            <a:ext cx="5953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dirty="0">
                <a:ln>
                  <a:noFill/>
                </a:ln>
                <a:solidFill>
                  <a:schemeClr val="tx1"/>
                </a:solidFill>
                <a:effectLst/>
                <a:uLnTx/>
                <a:uFillTx/>
                <a:latin typeface="+mn-lt"/>
                <a:ea typeface="+mn-ea"/>
                <a:cs typeface="+mn-ea"/>
                <a:sym typeface="+mn-lt"/>
              </a:rPr>
              <a:t>pc</a:t>
            </a:r>
          </a:p>
        </p:txBody>
      </p:sp>
      <p:sp>
        <p:nvSpPr>
          <p:cNvPr id="161843" name="Line 88"/>
          <p:cNvSpPr>
            <a:spLocks noChangeShapeType="1"/>
          </p:cNvSpPr>
          <p:nvPr/>
        </p:nvSpPr>
        <p:spPr bwMode="auto">
          <a:xfrm flipV="1">
            <a:off x="6033070" y="3738563"/>
            <a:ext cx="0" cy="381000"/>
          </a:xfrm>
          <a:prstGeom prst="line">
            <a:avLst/>
          </a:prstGeom>
          <a:noFill/>
          <a:ln w="5715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83" name="Group 59">
            <a:extLst>
              <a:ext uri="{FF2B5EF4-FFF2-40B4-BE49-F238E27FC236}">
                <a16:creationId xmlns:a16="http://schemas.microsoft.com/office/drawing/2014/main" id="{DDAD99DD-A16F-41BD-A046-03CF67CAEFCA}"/>
              </a:ext>
            </a:extLst>
          </p:cNvPr>
          <p:cNvGrpSpPr/>
          <p:nvPr/>
        </p:nvGrpSpPr>
        <p:grpSpPr>
          <a:xfrm>
            <a:off x="0" y="3213100"/>
            <a:ext cx="860426" cy="523875"/>
            <a:chOff x="690" y="1961"/>
            <a:chExt cx="624" cy="330"/>
          </a:xfrm>
        </p:grpSpPr>
        <p:sp>
          <p:nvSpPr>
            <p:cNvPr id="84" name="Line 60">
              <a:extLst>
                <a:ext uri="{FF2B5EF4-FFF2-40B4-BE49-F238E27FC236}">
                  <a16:creationId xmlns:a16="http://schemas.microsoft.com/office/drawing/2014/main" id="{1C05D64C-3D3A-477E-8A4D-445DE9C92E44}"/>
                </a:ext>
              </a:extLst>
            </p:cNvPr>
            <p:cNvSpPr>
              <a:spLocks noChangeShapeType="1"/>
            </p:cNvSpPr>
            <p:nvPr/>
          </p:nvSpPr>
          <p:spPr bwMode="auto">
            <a:xfrm>
              <a:off x="1074" y="2175"/>
              <a:ext cx="24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5" name="Text Box 61">
              <a:extLst>
                <a:ext uri="{FF2B5EF4-FFF2-40B4-BE49-F238E27FC236}">
                  <a16:creationId xmlns:a16="http://schemas.microsoft.com/office/drawing/2014/main" id="{A080A41B-C89D-49BF-B169-E3CAE5BDF778}"/>
                </a:ext>
              </a:extLst>
            </p:cNvPr>
            <p:cNvSpPr txBox="1">
              <a:spLocks noChangeArrowheads="1"/>
            </p:cNvSpPr>
            <p:nvPr/>
          </p:nvSpPr>
          <p:spPr bwMode="auto">
            <a:xfrm>
              <a:off x="690" y="1961"/>
              <a:ext cx="36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Lb</a:t>
              </a:r>
              <a:endPar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98098"/>
                                        </p:tgtEl>
                                        <p:attrNameLst>
                                          <p:attrName>style.visibility</p:attrName>
                                        </p:attrNameLst>
                                      </p:cBhvr>
                                      <p:to>
                                        <p:strVal val="visible"/>
                                      </p:to>
                                    </p:set>
                                    <p:animEffect transition="in" filter="box(in)">
                                      <p:cBhvr>
                                        <p:cTn id="7" dur="500"/>
                                        <p:tgtEl>
                                          <p:spTgt spid="598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809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矩形 75">
            <a:extLst>
              <a:ext uri="{FF2B5EF4-FFF2-40B4-BE49-F238E27FC236}">
                <a16:creationId xmlns:a16="http://schemas.microsoft.com/office/drawing/2014/main" id="{416EA9E1-DE50-48A6-A3B0-417E8790B680}"/>
              </a:ext>
            </a:extLst>
          </p:cNvPr>
          <p:cNvSpPr/>
          <p:nvPr/>
        </p:nvSpPr>
        <p:spPr>
          <a:xfrm>
            <a:off x="0" y="1113632"/>
            <a:ext cx="9144000" cy="4754562"/>
          </a:xfrm>
          <a:prstGeom prst="rect">
            <a:avLst/>
          </a:prstGeom>
          <a:solidFill>
            <a:srgbClr val="EAEAEA"/>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grpSp>
        <p:nvGrpSpPr>
          <p:cNvPr id="168962" name="Group 5"/>
          <p:cNvGrpSpPr/>
          <p:nvPr/>
        </p:nvGrpSpPr>
        <p:grpSpPr>
          <a:xfrm>
            <a:off x="3706688" y="2392363"/>
            <a:ext cx="838200" cy="381000"/>
            <a:chOff x="1968" y="1344"/>
            <a:chExt cx="528" cy="240"/>
          </a:xfrm>
        </p:grpSpPr>
        <p:sp>
          <p:nvSpPr>
            <p:cNvPr id="162894" name="Rectangle 6"/>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2895" name="Rectangle 7"/>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8963" name="Group 8"/>
          <p:cNvGrpSpPr/>
          <p:nvPr/>
        </p:nvGrpSpPr>
        <p:grpSpPr>
          <a:xfrm>
            <a:off x="4925888" y="2392363"/>
            <a:ext cx="838200" cy="381000"/>
            <a:chOff x="1968" y="1344"/>
            <a:chExt cx="528" cy="240"/>
          </a:xfrm>
        </p:grpSpPr>
        <p:sp>
          <p:nvSpPr>
            <p:cNvPr id="162892" name="Rectangle 9"/>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2893" name="Rectangle 10"/>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8964" name="Group 11"/>
          <p:cNvGrpSpPr/>
          <p:nvPr/>
        </p:nvGrpSpPr>
        <p:grpSpPr>
          <a:xfrm>
            <a:off x="6145088" y="2392363"/>
            <a:ext cx="838200" cy="381000"/>
            <a:chOff x="1968" y="1344"/>
            <a:chExt cx="528" cy="240"/>
          </a:xfrm>
        </p:grpSpPr>
        <p:sp>
          <p:nvSpPr>
            <p:cNvPr id="162890" name="Rectangle 12"/>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2891" name="Rectangle 13"/>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8965" name="Group 14"/>
          <p:cNvGrpSpPr/>
          <p:nvPr/>
        </p:nvGrpSpPr>
        <p:grpSpPr>
          <a:xfrm>
            <a:off x="2563688" y="2392363"/>
            <a:ext cx="838200" cy="381000"/>
            <a:chOff x="1968" y="1344"/>
            <a:chExt cx="528" cy="240"/>
          </a:xfrm>
        </p:grpSpPr>
        <p:sp>
          <p:nvSpPr>
            <p:cNvPr id="162888" name="Rectangle 15"/>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2889" name="Rectangle 16"/>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8966" name="Group 17"/>
          <p:cNvGrpSpPr/>
          <p:nvPr/>
        </p:nvGrpSpPr>
        <p:grpSpPr>
          <a:xfrm>
            <a:off x="2258888" y="3992563"/>
            <a:ext cx="838200" cy="381000"/>
            <a:chOff x="1968" y="1344"/>
            <a:chExt cx="528" cy="240"/>
          </a:xfrm>
        </p:grpSpPr>
        <p:sp>
          <p:nvSpPr>
            <p:cNvPr id="162886" name="Rectangle 18"/>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2887" name="Rectangle 19"/>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8967" name="Group 20"/>
          <p:cNvGrpSpPr/>
          <p:nvPr/>
        </p:nvGrpSpPr>
        <p:grpSpPr>
          <a:xfrm>
            <a:off x="3401888" y="3992563"/>
            <a:ext cx="838200" cy="381000"/>
            <a:chOff x="1968" y="1344"/>
            <a:chExt cx="528" cy="240"/>
          </a:xfrm>
        </p:grpSpPr>
        <p:sp>
          <p:nvSpPr>
            <p:cNvPr id="162884" name="Rectangle 21"/>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2885" name="Rectangle 22"/>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8968" name="Group 23"/>
          <p:cNvGrpSpPr/>
          <p:nvPr/>
        </p:nvGrpSpPr>
        <p:grpSpPr>
          <a:xfrm>
            <a:off x="4621088" y="3992563"/>
            <a:ext cx="838200" cy="381000"/>
            <a:chOff x="1968" y="1344"/>
            <a:chExt cx="528" cy="240"/>
          </a:xfrm>
        </p:grpSpPr>
        <p:sp>
          <p:nvSpPr>
            <p:cNvPr id="162882" name="Rectangle 24"/>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2883" name="Rectangle 25"/>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8969" name="Group 26"/>
          <p:cNvGrpSpPr/>
          <p:nvPr/>
        </p:nvGrpSpPr>
        <p:grpSpPr>
          <a:xfrm>
            <a:off x="5840288" y="3992563"/>
            <a:ext cx="838200" cy="381000"/>
            <a:chOff x="1968" y="1344"/>
            <a:chExt cx="528" cy="240"/>
          </a:xfrm>
        </p:grpSpPr>
        <p:sp>
          <p:nvSpPr>
            <p:cNvPr id="162880" name="Rectangle 27"/>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2881" name="Rectangle 28"/>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8970" name="Group 29"/>
          <p:cNvGrpSpPr/>
          <p:nvPr/>
        </p:nvGrpSpPr>
        <p:grpSpPr>
          <a:xfrm>
            <a:off x="6983288" y="3992563"/>
            <a:ext cx="838200" cy="381000"/>
            <a:chOff x="1968" y="1344"/>
            <a:chExt cx="528" cy="240"/>
          </a:xfrm>
        </p:grpSpPr>
        <p:sp>
          <p:nvSpPr>
            <p:cNvPr id="162878" name="Rectangle 30"/>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2879" name="Rectangle 31"/>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8971" name="Group 32"/>
          <p:cNvGrpSpPr/>
          <p:nvPr/>
        </p:nvGrpSpPr>
        <p:grpSpPr>
          <a:xfrm>
            <a:off x="8126288" y="3992563"/>
            <a:ext cx="838200" cy="381000"/>
            <a:chOff x="1968" y="1344"/>
            <a:chExt cx="528" cy="240"/>
          </a:xfrm>
        </p:grpSpPr>
        <p:sp>
          <p:nvSpPr>
            <p:cNvPr id="162876" name="Rectangle 33"/>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2877" name="Rectangle 34"/>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62828" name="Line 35"/>
          <p:cNvSpPr>
            <a:spLocks noChangeShapeType="1"/>
          </p:cNvSpPr>
          <p:nvPr/>
        </p:nvSpPr>
        <p:spPr bwMode="auto">
          <a:xfrm>
            <a:off x="2944688" y="4144963"/>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2829" name="Line 36"/>
          <p:cNvSpPr>
            <a:spLocks noChangeShapeType="1"/>
          </p:cNvSpPr>
          <p:nvPr/>
        </p:nvSpPr>
        <p:spPr bwMode="auto">
          <a:xfrm>
            <a:off x="5383088" y="4144963"/>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2830" name="Line 37"/>
          <p:cNvSpPr>
            <a:spLocks noChangeShapeType="1"/>
          </p:cNvSpPr>
          <p:nvPr/>
        </p:nvSpPr>
        <p:spPr bwMode="auto">
          <a:xfrm>
            <a:off x="6526088" y="4144963"/>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2831" name="Line 38"/>
          <p:cNvSpPr>
            <a:spLocks noChangeShapeType="1"/>
          </p:cNvSpPr>
          <p:nvPr/>
        </p:nvSpPr>
        <p:spPr bwMode="auto">
          <a:xfrm>
            <a:off x="3249488" y="2620963"/>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2832" name="Line 39"/>
          <p:cNvSpPr>
            <a:spLocks noChangeShapeType="1"/>
          </p:cNvSpPr>
          <p:nvPr/>
        </p:nvSpPr>
        <p:spPr bwMode="auto">
          <a:xfrm>
            <a:off x="4468688" y="2620963"/>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2833" name="Line 40"/>
          <p:cNvSpPr>
            <a:spLocks noChangeShapeType="1"/>
          </p:cNvSpPr>
          <p:nvPr/>
        </p:nvSpPr>
        <p:spPr bwMode="auto">
          <a:xfrm>
            <a:off x="5687888" y="2620963"/>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2834" name="Line 41"/>
          <p:cNvSpPr>
            <a:spLocks noChangeShapeType="1"/>
          </p:cNvSpPr>
          <p:nvPr/>
        </p:nvSpPr>
        <p:spPr bwMode="auto">
          <a:xfrm>
            <a:off x="4163888" y="4144963"/>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2835" name="Line 42"/>
          <p:cNvSpPr>
            <a:spLocks noChangeShapeType="1"/>
          </p:cNvSpPr>
          <p:nvPr/>
        </p:nvSpPr>
        <p:spPr bwMode="auto">
          <a:xfrm>
            <a:off x="7669088" y="4144963"/>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2837" name="Line 44"/>
          <p:cNvSpPr>
            <a:spLocks noChangeShapeType="1"/>
          </p:cNvSpPr>
          <p:nvPr/>
        </p:nvSpPr>
        <p:spPr bwMode="auto">
          <a:xfrm>
            <a:off x="4378201" y="2620963"/>
            <a:ext cx="0" cy="457200"/>
          </a:xfrm>
          <a:prstGeom prst="line">
            <a:avLst/>
          </a:prstGeom>
          <a:noFill/>
          <a:ln w="28575">
            <a:solidFill>
              <a:srgbClr val="FF0000"/>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2838" name="Line 45"/>
          <p:cNvSpPr>
            <a:spLocks noChangeShapeType="1"/>
          </p:cNvSpPr>
          <p:nvPr/>
        </p:nvSpPr>
        <p:spPr bwMode="auto">
          <a:xfrm flipH="1">
            <a:off x="3020888" y="3078163"/>
            <a:ext cx="1352550" cy="0"/>
          </a:xfrm>
          <a:prstGeom prst="line">
            <a:avLst/>
          </a:prstGeom>
          <a:noFill/>
          <a:ln w="28575">
            <a:solidFill>
              <a:srgbClr val="FF0000"/>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2839" name="Line 46"/>
          <p:cNvSpPr>
            <a:spLocks noChangeShapeType="1"/>
          </p:cNvSpPr>
          <p:nvPr/>
        </p:nvSpPr>
        <p:spPr bwMode="auto">
          <a:xfrm>
            <a:off x="3016126" y="3078163"/>
            <a:ext cx="0" cy="91440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2840" name="Line 47"/>
          <p:cNvSpPr>
            <a:spLocks noChangeShapeType="1"/>
          </p:cNvSpPr>
          <p:nvPr/>
        </p:nvSpPr>
        <p:spPr bwMode="auto">
          <a:xfrm flipV="1">
            <a:off x="5306888" y="2773363"/>
            <a:ext cx="0" cy="137160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2841" name="Line 48"/>
          <p:cNvSpPr>
            <a:spLocks noChangeShapeType="1"/>
          </p:cNvSpPr>
          <p:nvPr/>
        </p:nvSpPr>
        <p:spPr bwMode="auto">
          <a:xfrm>
            <a:off x="6853113" y="2620963"/>
            <a:ext cx="0" cy="533400"/>
          </a:xfrm>
          <a:prstGeom prst="line">
            <a:avLst/>
          </a:prstGeom>
          <a:noFill/>
          <a:ln w="28575">
            <a:solidFill>
              <a:srgbClr val="FF0000"/>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2842" name="Line 49"/>
          <p:cNvSpPr>
            <a:spLocks noChangeShapeType="1"/>
          </p:cNvSpPr>
          <p:nvPr/>
        </p:nvSpPr>
        <p:spPr bwMode="auto">
          <a:xfrm flipH="1">
            <a:off x="6472113" y="3154363"/>
            <a:ext cx="381000" cy="0"/>
          </a:xfrm>
          <a:prstGeom prst="line">
            <a:avLst/>
          </a:prstGeom>
          <a:noFill/>
          <a:ln w="28575">
            <a:solidFill>
              <a:srgbClr val="FF0000"/>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2843" name="Line 50"/>
          <p:cNvSpPr>
            <a:spLocks noChangeShapeType="1"/>
          </p:cNvSpPr>
          <p:nvPr/>
        </p:nvSpPr>
        <p:spPr bwMode="auto">
          <a:xfrm>
            <a:off x="6472113" y="3154363"/>
            <a:ext cx="0" cy="83820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2844" name="Line 52"/>
          <p:cNvSpPr>
            <a:spLocks noChangeShapeType="1"/>
          </p:cNvSpPr>
          <p:nvPr/>
        </p:nvSpPr>
        <p:spPr bwMode="auto">
          <a:xfrm>
            <a:off x="2182688" y="2620963"/>
            <a:ext cx="3810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2845" name="Text Box 53"/>
          <p:cNvSpPr txBox="1">
            <a:spLocks noChangeArrowheads="1"/>
          </p:cNvSpPr>
          <p:nvPr/>
        </p:nvSpPr>
        <p:spPr bwMode="auto">
          <a:xfrm>
            <a:off x="796801" y="2293938"/>
            <a:ext cx="13557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La(</a:t>
            </a:r>
            <a:r>
              <a:rPr kumimoji="0" lang="en-US" altLang="zh-CN" sz="3200" b="0" i="0" u="none" strike="noStrike" kern="1200" cap="none" spc="0" normalizeH="0" baseline="0" noProof="0" dirty="0" err="1">
                <a:ln>
                  <a:noFill/>
                </a:ln>
                <a:solidFill>
                  <a:schemeClr val="tx1"/>
                </a:solidFill>
                <a:effectLst/>
                <a:uLnTx/>
                <a:uFillTx/>
                <a:latin typeface="+mn-lt"/>
                <a:ea typeface="+mn-ea"/>
                <a:cs typeface="+mn-ea"/>
                <a:sym typeface="+mn-lt"/>
              </a:rPr>
              <a:t>Lc</a:t>
            </a: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162846" name="Text Box 54"/>
          <p:cNvSpPr txBox="1">
            <a:spLocks noChangeArrowheads="1"/>
          </p:cNvSpPr>
          <p:nvPr/>
        </p:nvSpPr>
        <p:spPr bwMode="auto">
          <a:xfrm>
            <a:off x="3822576" y="2325688"/>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62847" name="Text Box 55"/>
          <p:cNvSpPr txBox="1">
            <a:spLocks noChangeArrowheads="1"/>
          </p:cNvSpPr>
          <p:nvPr/>
        </p:nvSpPr>
        <p:spPr bwMode="auto">
          <a:xfrm>
            <a:off x="2400176" y="3916363"/>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62848" name="Text Box 56"/>
          <p:cNvSpPr txBox="1">
            <a:spLocks noChangeArrowheads="1"/>
          </p:cNvSpPr>
          <p:nvPr/>
        </p:nvSpPr>
        <p:spPr bwMode="auto">
          <a:xfrm>
            <a:off x="3517776" y="3916363"/>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4</a:t>
            </a:r>
          </a:p>
        </p:txBody>
      </p:sp>
      <p:sp>
        <p:nvSpPr>
          <p:cNvPr id="162849" name="Text Box 57"/>
          <p:cNvSpPr txBox="1">
            <a:spLocks noChangeArrowheads="1"/>
          </p:cNvSpPr>
          <p:nvPr/>
        </p:nvSpPr>
        <p:spPr bwMode="auto">
          <a:xfrm>
            <a:off x="4697288" y="3957638"/>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6</a:t>
            </a:r>
          </a:p>
        </p:txBody>
      </p:sp>
      <p:sp>
        <p:nvSpPr>
          <p:cNvPr id="162850" name="Text Box 58"/>
          <p:cNvSpPr txBox="1">
            <a:spLocks noChangeArrowheads="1"/>
          </p:cNvSpPr>
          <p:nvPr/>
        </p:nvSpPr>
        <p:spPr bwMode="auto">
          <a:xfrm>
            <a:off x="5005263" y="2325688"/>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7</a:t>
            </a:r>
          </a:p>
        </p:txBody>
      </p:sp>
      <p:sp>
        <p:nvSpPr>
          <p:cNvPr id="162851" name="Text Box 59"/>
          <p:cNvSpPr txBox="1">
            <a:spLocks noChangeArrowheads="1"/>
          </p:cNvSpPr>
          <p:nvPr/>
        </p:nvSpPr>
        <p:spPr bwMode="auto">
          <a:xfrm>
            <a:off x="6260976" y="2325688"/>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8</a:t>
            </a:r>
          </a:p>
        </p:txBody>
      </p:sp>
      <p:sp>
        <p:nvSpPr>
          <p:cNvPr id="162852" name="Text Box 60"/>
          <p:cNvSpPr txBox="1">
            <a:spLocks noChangeArrowheads="1"/>
          </p:cNvSpPr>
          <p:nvPr/>
        </p:nvSpPr>
        <p:spPr bwMode="auto">
          <a:xfrm>
            <a:off x="5956176" y="3957638"/>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8</a:t>
            </a:r>
          </a:p>
        </p:txBody>
      </p:sp>
      <p:sp>
        <p:nvSpPr>
          <p:cNvPr id="162853" name="Text Box 61"/>
          <p:cNvSpPr txBox="1">
            <a:spLocks noChangeArrowheads="1"/>
          </p:cNvSpPr>
          <p:nvPr/>
        </p:nvSpPr>
        <p:spPr bwMode="auto">
          <a:xfrm>
            <a:off x="6976938" y="3957638"/>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10</a:t>
            </a:r>
          </a:p>
        </p:txBody>
      </p:sp>
      <p:sp>
        <p:nvSpPr>
          <p:cNvPr id="162854" name="Text Box 62"/>
          <p:cNvSpPr txBox="1">
            <a:spLocks noChangeArrowheads="1"/>
          </p:cNvSpPr>
          <p:nvPr/>
        </p:nvSpPr>
        <p:spPr bwMode="auto">
          <a:xfrm>
            <a:off x="8129463" y="3957638"/>
            <a:ext cx="4746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11</a:t>
            </a:r>
          </a:p>
        </p:txBody>
      </p:sp>
      <p:grpSp>
        <p:nvGrpSpPr>
          <p:cNvPr id="168999" name="Group 63"/>
          <p:cNvGrpSpPr/>
          <p:nvPr/>
        </p:nvGrpSpPr>
        <p:grpSpPr>
          <a:xfrm>
            <a:off x="4603626" y="2465388"/>
            <a:ext cx="228600" cy="304800"/>
            <a:chOff x="2698" y="1622"/>
            <a:chExt cx="144" cy="192"/>
          </a:xfrm>
        </p:grpSpPr>
        <p:sp>
          <p:nvSpPr>
            <p:cNvPr id="162874" name="Line 64"/>
            <p:cNvSpPr>
              <a:spLocks noChangeShapeType="1"/>
            </p:cNvSpPr>
            <p:nvPr/>
          </p:nvSpPr>
          <p:spPr bwMode="auto">
            <a:xfrm flipH="1">
              <a:off x="2746" y="1622"/>
              <a:ext cx="48"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2875" name="Line 65"/>
            <p:cNvSpPr>
              <a:spLocks noChangeShapeType="1"/>
            </p:cNvSpPr>
            <p:nvPr/>
          </p:nvSpPr>
          <p:spPr bwMode="auto">
            <a:xfrm>
              <a:off x="2698" y="1622"/>
              <a:ext cx="144"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9000" name="Group 66"/>
          <p:cNvGrpSpPr/>
          <p:nvPr/>
        </p:nvGrpSpPr>
        <p:grpSpPr>
          <a:xfrm>
            <a:off x="5516438" y="3992563"/>
            <a:ext cx="228600" cy="304800"/>
            <a:chOff x="2698" y="1622"/>
            <a:chExt cx="144" cy="192"/>
          </a:xfrm>
        </p:grpSpPr>
        <p:sp>
          <p:nvSpPr>
            <p:cNvPr id="162872" name="Line 67"/>
            <p:cNvSpPr>
              <a:spLocks noChangeShapeType="1"/>
            </p:cNvSpPr>
            <p:nvPr/>
          </p:nvSpPr>
          <p:spPr bwMode="auto">
            <a:xfrm flipH="1">
              <a:off x="2746" y="1622"/>
              <a:ext cx="48"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2873" name="Line 68"/>
            <p:cNvSpPr>
              <a:spLocks noChangeShapeType="1"/>
            </p:cNvSpPr>
            <p:nvPr/>
          </p:nvSpPr>
          <p:spPr bwMode="auto">
            <a:xfrm>
              <a:off x="2698" y="1622"/>
              <a:ext cx="144"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69001" name="Group 69"/>
          <p:cNvGrpSpPr/>
          <p:nvPr/>
        </p:nvGrpSpPr>
        <p:grpSpPr>
          <a:xfrm>
            <a:off x="1044451" y="3983038"/>
            <a:ext cx="838200" cy="381000"/>
            <a:chOff x="1968" y="1344"/>
            <a:chExt cx="528" cy="240"/>
          </a:xfrm>
          <a:solidFill>
            <a:srgbClr val="FFC000"/>
          </a:solidFill>
        </p:grpSpPr>
        <p:sp>
          <p:nvSpPr>
            <p:cNvPr id="162870" name="Rectangle 70"/>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2871" name="Rectangle 71"/>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62858" name="Line 72"/>
          <p:cNvSpPr>
            <a:spLocks noChangeShapeType="1"/>
          </p:cNvSpPr>
          <p:nvPr/>
        </p:nvSpPr>
        <p:spPr bwMode="auto">
          <a:xfrm>
            <a:off x="1806451" y="4211638"/>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16" name="Group 82"/>
          <p:cNvGrpSpPr/>
          <p:nvPr/>
        </p:nvGrpSpPr>
        <p:grpSpPr bwMode="auto">
          <a:xfrm>
            <a:off x="1009752" y="3856265"/>
            <a:ext cx="2286000" cy="1582738"/>
            <a:chOff x="394" y="1820"/>
            <a:chExt cx="1440" cy="997"/>
          </a:xfrm>
          <a:solidFill>
            <a:srgbClr val="9476B6"/>
          </a:solidFill>
        </p:grpSpPr>
        <p:sp>
          <p:nvSpPr>
            <p:cNvPr id="162864" name="Text Box 78"/>
            <p:cNvSpPr txBox="1">
              <a:spLocks noChangeArrowheads="1"/>
            </p:cNvSpPr>
            <p:nvPr/>
          </p:nvSpPr>
          <p:spPr bwMode="auto">
            <a:xfrm>
              <a:off x="394" y="2452"/>
              <a:ext cx="1440" cy="36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dirty="0">
                  <a:ln>
                    <a:noFill/>
                  </a:ln>
                  <a:solidFill>
                    <a:srgbClr val="FF0000"/>
                  </a:solidFill>
                  <a:effectLst/>
                  <a:uLnTx/>
                  <a:uFillTx/>
                  <a:latin typeface="+mn-lt"/>
                  <a:ea typeface="+mn-ea"/>
                  <a:cs typeface="+mn-ea"/>
                  <a:sym typeface="+mn-lt"/>
                </a:rPr>
                <a:t>delete </a:t>
              </a:r>
              <a:r>
                <a:rPr kumimoji="0" lang="en-US" altLang="zh-CN" sz="3200" b="1" i="0" u="none" strike="noStrike" kern="1200" cap="none" spc="0" normalizeH="0" baseline="0" noProof="0" dirty="0" err="1">
                  <a:ln>
                    <a:noFill/>
                  </a:ln>
                  <a:solidFill>
                    <a:srgbClr val="FF0000"/>
                  </a:solidFill>
                  <a:effectLst/>
                  <a:uLnTx/>
                  <a:uFillTx/>
                  <a:latin typeface="+mn-lt"/>
                  <a:ea typeface="+mn-ea"/>
                  <a:cs typeface="+mn-ea"/>
                  <a:sym typeface="+mn-lt"/>
                </a:rPr>
                <a:t>Lb</a:t>
              </a:r>
              <a:r>
                <a:rPr kumimoji="0" lang="en-US" altLang="zh-CN" sz="3200" b="1" i="0" u="none" strike="noStrike" kern="1200" cap="none" spc="0" normalizeH="0" baseline="0" noProof="0" dirty="0">
                  <a:ln>
                    <a:noFill/>
                  </a:ln>
                  <a:solidFill>
                    <a:srgbClr val="FF0000"/>
                  </a:solidFill>
                  <a:effectLst/>
                  <a:uLnTx/>
                  <a:uFillTx/>
                  <a:latin typeface="+mn-lt"/>
                  <a:ea typeface="+mn-ea"/>
                  <a:cs typeface="+mn-ea"/>
                  <a:sym typeface="+mn-lt"/>
                </a:rPr>
                <a:t>;</a:t>
              </a:r>
            </a:p>
          </p:txBody>
        </p:sp>
        <p:grpSp>
          <p:nvGrpSpPr>
            <p:cNvPr id="169009" name="Group 79"/>
            <p:cNvGrpSpPr/>
            <p:nvPr/>
          </p:nvGrpSpPr>
          <p:grpSpPr bwMode="auto">
            <a:xfrm>
              <a:off x="537" y="1820"/>
              <a:ext cx="263" cy="363"/>
              <a:chOff x="2698" y="1622"/>
              <a:chExt cx="144" cy="192"/>
            </a:xfrm>
            <a:grpFill/>
          </p:grpSpPr>
          <p:sp>
            <p:nvSpPr>
              <p:cNvPr id="162866" name="Line 80"/>
              <p:cNvSpPr>
                <a:spLocks noChangeShapeType="1"/>
              </p:cNvSpPr>
              <p:nvPr/>
            </p:nvSpPr>
            <p:spPr bwMode="auto">
              <a:xfrm flipH="1">
                <a:off x="2746" y="1622"/>
                <a:ext cx="48" cy="192"/>
              </a:xfrm>
              <a:prstGeom prst="line">
                <a:avLst/>
              </a:prstGeom>
              <a:grpFill/>
              <a:ln w="57150">
                <a:solidFill>
                  <a:schemeClr val="hlink"/>
                </a:solid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sp>
            <p:nvSpPr>
              <p:cNvPr id="162867" name="Line 81"/>
              <p:cNvSpPr>
                <a:spLocks noChangeShapeType="1"/>
              </p:cNvSpPr>
              <p:nvPr/>
            </p:nvSpPr>
            <p:spPr bwMode="auto">
              <a:xfrm>
                <a:off x="2698" y="1622"/>
                <a:ext cx="144" cy="192"/>
              </a:xfrm>
              <a:prstGeom prst="line">
                <a:avLst/>
              </a:prstGeom>
              <a:grpFill/>
              <a:ln w="57150">
                <a:solidFill>
                  <a:schemeClr val="hlink"/>
                </a:solid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bg1"/>
                  </a:solidFill>
                  <a:effectLst/>
                  <a:uLnTx/>
                  <a:uFillTx/>
                  <a:latin typeface="+mn-lt"/>
                  <a:ea typeface="+mn-ea"/>
                  <a:cs typeface="+mn-ea"/>
                  <a:sym typeface="+mn-lt"/>
                </a:endParaRPr>
              </a:p>
            </p:txBody>
          </p:sp>
        </p:grpSp>
      </p:grpSp>
      <p:sp>
        <p:nvSpPr>
          <p:cNvPr id="162863" name="Rectangle 83"/>
          <p:cNvSpPr>
            <a:spLocks noChangeArrowheads="1"/>
          </p:cNvSpPr>
          <p:nvPr/>
        </p:nvSpPr>
        <p:spPr bwMode="auto">
          <a:xfrm>
            <a:off x="771525" y="201613"/>
            <a:ext cx="281622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有序链表</a:t>
            </a:r>
            <a:r>
              <a:rPr lang="zh-CN" altLang="en-US" dirty="0">
                <a:solidFill>
                  <a:schemeClr val="bg1"/>
                </a:solidFill>
                <a:latin typeface="+mn-lt"/>
                <a:ea typeface="+mn-ea"/>
                <a:cs typeface="+mn-ea"/>
                <a:sym typeface="+mn-lt"/>
              </a:rPr>
              <a:t>的</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合并</a:t>
            </a:r>
          </a:p>
        </p:txBody>
      </p:sp>
      <p:grpSp>
        <p:nvGrpSpPr>
          <p:cNvPr id="81" name="Group 59">
            <a:extLst>
              <a:ext uri="{FF2B5EF4-FFF2-40B4-BE49-F238E27FC236}">
                <a16:creationId xmlns:a16="http://schemas.microsoft.com/office/drawing/2014/main" id="{1C916AFB-3329-4618-87C2-9B41E2B49159}"/>
              </a:ext>
            </a:extLst>
          </p:cNvPr>
          <p:cNvGrpSpPr/>
          <p:nvPr/>
        </p:nvGrpSpPr>
        <p:grpSpPr>
          <a:xfrm>
            <a:off x="20180" y="3864305"/>
            <a:ext cx="860426" cy="523875"/>
            <a:chOff x="690" y="1961"/>
            <a:chExt cx="624" cy="330"/>
          </a:xfrm>
        </p:grpSpPr>
        <p:sp>
          <p:nvSpPr>
            <p:cNvPr id="82" name="Line 60">
              <a:extLst>
                <a:ext uri="{FF2B5EF4-FFF2-40B4-BE49-F238E27FC236}">
                  <a16:creationId xmlns:a16="http://schemas.microsoft.com/office/drawing/2014/main" id="{7C0BB217-6989-43AD-B464-904593FEF44B}"/>
                </a:ext>
              </a:extLst>
            </p:cNvPr>
            <p:cNvSpPr>
              <a:spLocks noChangeShapeType="1"/>
            </p:cNvSpPr>
            <p:nvPr/>
          </p:nvSpPr>
          <p:spPr bwMode="auto">
            <a:xfrm>
              <a:off x="1074" y="2175"/>
              <a:ext cx="24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3" name="Text Box 61">
              <a:extLst>
                <a:ext uri="{FF2B5EF4-FFF2-40B4-BE49-F238E27FC236}">
                  <a16:creationId xmlns:a16="http://schemas.microsoft.com/office/drawing/2014/main" id="{EC9270D2-A8E3-4680-8098-29B4EF8B6D45}"/>
                </a:ext>
              </a:extLst>
            </p:cNvPr>
            <p:cNvSpPr txBox="1">
              <a:spLocks noChangeArrowheads="1"/>
            </p:cNvSpPr>
            <p:nvPr/>
          </p:nvSpPr>
          <p:spPr bwMode="auto">
            <a:xfrm>
              <a:off x="690" y="1961"/>
              <a:ext cx="36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Lb</a:t>
              </a:r>
              <a:endPar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amond(in)">
                                      <p:cBhvr>
                                        <p:cTn id="7" dur="2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矩形 2"/>
          <p:cNvSpPr/>
          <p:nvPr/>
        </p:nvSpPr>
        <p:spPr>
          <a:xfrm>
            <a:off x="0" y="5290294"/>
            <a:ext cx="9144000" cy="1552575"/>
          </a:xfrm>
          <a:prstGeom prst="rect">
            <a:avLst/>
          </a:prstGeom>
          <a:solidFill>
            <a:srgbClr val="D7D7FF"/>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marL="342900" lvl="0" indent="-342900">
              <a:lnSpc>
                <a:spcPct val="100000"/>
              </a:lnSpc>
              <a:spcBef>
                <a:spcPct val="20000"/>
              </a:spcBef>
            </a:pPr>
            <a:endParaRPr lang="zh-CN" altLang="en-US" sz="2800" dirty="0">
              <a:ea typeface="仿宋_GB2312" pitchFamily="49" charset="-122"/>
            </a:endParaRPr>
          </a:p>
        </p:txBody>
      </p:sp>
      <p:sp>
        <p:nvSpPr>
          <p:cNvPr id="163842" name="Rectangle 4"/>
          <p:cNvSpPr>
            <a:spLocks noChangeArrowheads="1"/>
          </p:cNvSpPr>
          <p:nvPr/>
        </p:nvSpPr>
        <p:spPr bwMode="auto">
          <a:xfrm>
            <a:off x="179512" y="801687"/>
            <a:ext cx="8735888" cy="4427513"/>
          </a:xfrm>
          <a:prstGeom prst="rect">
            <a:avLst/>
          </a:prstGeom>
          <a:noFill/>
          <a:ln w="28575">
            <a:solidFill>
              <a:schemeClr val="bg2">
                <a:lumMod val="40000"/>
                <a:lumOff val="60000"/>
              </a:schemeClr>
            </a:solidFill>
            <a:miter lim="800000"/>
          </a:ln>
          <a:extLst>
            <a:ext uri="{909E8E84-426E-40DD-AFC4-6F175D3DCCD1}">
              <a14:hiddenFill xmlns:a14="http://schemas.microsoft.com/office/drawing/2010/main">
                <a:solidFill>
                  <a:srgbClr val="FFFFFF"/>
                </a:solidFill>
              </a14:hiddenFill>
            </a:ext>
          </a:extLst>
        </p:spPr>
        <p:txBody>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just" defTabSz="914400" rtl="0" eaLnBrk="0" fontAlgn="base" latinLnBrk="0" hangingPunct="0">
              <a:lnSpc>
                <a:spcPct val="150000"/>
              </a:lnSpc>
              <a:spcBef>
                <a:spcPts val="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void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MergeList_L</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LinkList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&amp;La,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LinkList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&amp;</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Lb</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LinkList</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&amp;Lc) {</a:t>
            </a:r>
          </a:p>
          <a:p>
            <a:pPr marL="0" marR="0" lvl="0" indent="0" algn="just" defTabSz="914400" rtl="0" eaLnBrk="0" fontAlgn="base" latinLnBrk="0" hangingPunct="0">
              <a:lnSpc>
                <a:spcPct val="150000"/>
              </a:lnSpc>
              <a:spcBef>
                <a:spcPts val="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pa = La-&gt;next;  pb =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Lb</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-&gt;next;   pc = Lc = La;</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a:t>
            </a:r>
          </a:p>
          <a:p>
            <a:pPr marL="0" marR="0" lvl="0" indent="0" algn="just" defTabSz="914400" rtl="0" eaLnBrk="0" fontAlgn="base" latinLnBrk="0" hangingPunct="0">
              <a:lnSpc>
                <a:spcPct val="150000"/>
              </a:lnSpc>
              <a:spcBef>
                <a:spcPts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while(pa &amp;&amp; pb)</a:t>
            </a:r>
          </a:p>
          <a:p>
            <a:pPr marL="0" marR="0" lvl="0" indent="0" algn="just" defTabSz="914400" rtl="0" eaLnBrk="0" fontAlgn="base" latinLnBrk="0" hangingPunct="0">
              <a:lnSpc>
                <a:spcPct val="150000"/>
              </a:lnSpc>
              <a:spcBef>
                <a:spcPts val="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if (pa-&gt;data &lt;= pb-&gt;data) { </a:t>
            </a:r>
            <a:r>
              <a:rPr kumimoji="0" lang="en-US" altLang="zh-CN" sz="2400" b="0" i="0" u="none" strike="noStrike" kern="1200" cap="none" spc="0" normalizeH="0" baseline="0" noProof="0" dirty="0">
                <a:ln>
                  <a:noFill/>
                </a:ln>
                <a:solidFill>
                  <a:srgbClr val="0000FF"/>
                </a:solidFill>
                <a:effectLst/>
                <a:uLnTx/>
                <a:uFillTx/>
                <a:latin typeface="+mn-lt"/>
                <a:ea typeface="+mn-ea"/>
                <a:cs typeface="+mn-ea"/>
                <a:sym typeface="+mn-lt"/>
              </a:rPr>
              <a:t>pc-&gt;next=pa; pc=pa; pa=pa-&gt;next;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p>
          <a:p>
            <a:pPr marL="0" marR="0" lvl="0" indent="0" algn="just" defTabSz="914400" rtl="0" eaLnBrk="0" fontAlgn="base" latinLnBrk="0" hangingPunct="0">
              <a:lnSpc>
                <a:spcPct val="150000"/>
              </a:lnSpc>
              <a:spcBef>
                <a:spcPts val="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else { </a:t>
            </a:r>
            <a:r>
              <a:rPr kumimoji="0" lang="en-US" altLang="zh-CN" sz="2400" b="0" i="0" u="none" strike="noStrike" kern="1200" cap="none" spc="0" normalizeH="0" baseline="0" noProof="0" dirty="0">
                <a:ln>
                  <a:noFill/>
                </a:ln>
                <a:solidFill>
                  <a:srgbClr val="0000FF"/>
                </a:solidFill>
                <a:effectLst/>
                <a:uLnTx/>
                <a:uFillTx/>
                <a:latin typeface="+mn-lt"/>
                <a:ea typeface="+mn-ea"/>
                <a:cs typeface="+mn-ea"/>
                <a:sym typeface="+mn-lt"/>
              </a:rPr>
              <a:t>pc-&gt;next=pb; pc=pb; pb=pb-&gt;next;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a:t>
            </a:r>
          </a:p>
          <a:p>
            <a:pPr marL="0" marR="0" lvl="0" indent="0" algn="just" defTabSz="914400" rtl="0" eaLnBrk="0" fontAlgn="base" latinLnBrk="0" hangingPunct="0">
              <a:lnSpc>
                <a:spcPct val="150000"/>
              </a:lnSpc>
              <a:spcBef>
                <a:spcPts val="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rgbClr val="0000FF"/>
                </a:solidFill>
                <a:effectLst/>
                <a:uLnTx/>
                <a:uFillTx/>
                <a:latin typeface="+mn-lt"/>
                <a:ea typeface="+mn-ea"/>
                <a:cs typeface="+mn-ea"/>
                <a:sym typeface="+mn-lt"/>
              </a:rPr>
              <a:t>pc-&gt;next = </a:t>
            </a:r>
            <a:r>
              <a:rPr kumimoji="0" lang="en-US" altLang="zh-CN" sz="2400" b="0" i="0" u="none" strike="noStrike" kern="1200" cap="none" spc="0" normalizeH="0" baseline="0" noProof="0" dirty="0" err="1">
                <a:ln>
                  <a:noFill/>
                </a:ln>
                <a:solidFill>
                  <a:srgbClr val="0000FF"/>
                </a:solidFill>
                <a:effectLst/>
                <a:uLnTx/>
                <a:uFillTx/>
                <a:latin typeface="+mn-lt"/>
                <a:ea typeface="+mn-ea"/>
                <a:cs typeface="+mn-ea"/>
                <a:sym typeface="+mn-lt"/>
              </a:rPr>
              <a:t>pa?pa:pb</a:t>
            </a:r>
            <a:r>
              <a:rPr kumimoji="0" lang="en-US" altLang="zh-CN" sz="2400" b="0" i="0" u="none" strike="noStrike" kern="1200" cap="none" spc="0" normalizeH="0" baseline="0" noProof="0" dirty="0">
                <a:ln>
                  <a:noFill/>
                </a:ln>
                <a:solidFill>
                  <a:srgbClr val="0000FF"/>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rgbClr val="00B050"/>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rgbClr val="00B050"/>
                </a:solidFill>
                <a:effectLst/>
                <a:uLnTx/>
                <a:uFillTx/>
                <a:latin typeface="+mn-lt"/>
                <a:ea typeface="+mn-ea"/>
                <a:cs typeface="+mn-ea"/>
                <a:sym typeface="+mn-lt"/>
              </a:rPr>
              <a:t>插入剩余段  </a:t>
            </a:r>
          </a:p>
          <a:p>
            <a:pPr marL="0" marR="0" lvl="0" indent="0" algn="just" defTabSz="914400" rtl="0" eaLnBrk="0" fontAlgn="base" latinLnBrk="0" hangingPunct="0">
              <a:lnSpc>
                <a:spcPct val="150000"/>
              </a:lnSpc>
              <a:spcBef>
                <a:spcPts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delete </a:t>
            </a:r>
            <a:r>
              <a:rPr kumimoji="0" lang="en-US" altLang="zh-CN" sz="2400" b="0" i="0" u="none" strike="noStrike" kern="1200" cap="none" spc="0" normalizeH="0" baseline="0" noProof="0" dirty="0" err="1">
                <a:ln>
                  <a:noFill/>
                </a:ln>
                <a:solidFill>
                  <a:schemeClr val="tx1"/>
                </a:solidFill>
                <a:effectLst/>
                <a:uLnTx/>
                <a:uFillTx/>
                <a:latin typeface="+mn-lt"/>
                <a:ea typeface="+mn-ea"/>
                <a:cs typeface="+mn-ea"/>
                <a:sym typeface="+mn-lt"/>
              </a:rPr>
              <a:t>Lb</a:t>
            </a: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r>
              <a:rPr kumimoji="0" lang="en-US" altLang="zh-CN" sz="2400" b="0" i="0" u="none" strike="noStrike" kern="1200" cap="none" spc="0" normalizeH="0" baseline="0" noProof="0" dirty="0">
                <a:ln>
                  <a:noFill/>
                </a:ln>
                <a:solidFill>
                  <a:srgbClr val="00B050"/>
                </a:solidFill>
                <a:effectLst/>
                <a:uLnTx/>
                <a:uFillTx/>
                <a:latin typeface="+mn-lt"/>
                <a:ea typeface="+mn-ea"/>
                <a:cs typeface="+mn-ea"/>
                <a:sym typeface="+mn-lt"/>
              </a:rPr>
              <a:t>// </a:t>
            </a:r>
            <a:r>
              <a:rPr kumimoji="0" lang="zh-CN" altLang="en-US" sz="2400" b="0" i="0" u="none" strike="noStrike" kern="1200" cap="none" spc="0" normalizeH="0" baseline="0" noProof="0" dirty="0">
                <a:ln>
                  <a:noFill/>
                </a:ln>
                <a:solidFill>
                  <a:srgbClr val="00B050"/>
                </a:solidFill>
                <a:effectLst/>
                <a:uLnTx/>
                <a:uFillTx/>
                <a:latin typeface="+mn-lt"/>
                <a:ea typeface="+mn-ea"/>
                <a:cs typeface="+mn-ea"/>
                <a:sym typeface="+mn-lt"/>
              </a:rPr>
              <a:t>释放</a:t>
            </a:r>
            <a:r>
              <a:rPr kumimoji="0" lang="en-US" altLang="zh-CN" sz="2400" b="0" i="0" u="none" strike="noStrike" kern="1200" cap="none" spc="0" normalizeH="0" baseline="0" noProof="0" dirty="0" err="1">
                <a:ln>
                  <a:noFill/>
                </a:ln>
                <a:solidFill>
                  <a:srgbClr val="00B050"/>
                </a:solidFill>
                <a:effectLst/>
                <a:uLnTx/>
                <a:uFillTx/>
                <a:latin typeface="+mn-lt"/>
                <a:ea typeface="+mn-ea"/>
                <a:cs typeface="+mn-ea"/>
                <a:sym typeface="+mn-lt"/>
              </a:rPr>
              <a:t>Lb</a:t>
            </a:r>
            <a:r>
              <a:rPr kumimoji="0" lang="zh-CN" altLang="en-US" sz="2400" b="0" i="0" u="none" strike="noStrike" kern="1200" cap="none" spc="0" normalizeH="0" baseline="0" noProof="0" dirty="0">
                <a:ln>
                  <a:noFill/>
                </a:ln>
                <a:solidFill>
                  <a:srgbClr val="00B050"/>
                </a:solidFill>
                <a:effectLst/>
                <a:uLnTx/>
                <a:uFillTx/>
                <a:latin typeface="+mn-lt"/>
                <a:ea typeface="+mn-ea"/>
                <a:cs typeface="+mn-ea"/>
                <a:sym typeface="+mn-lt"/>
              </a:rPr>
              <a:t>的头结点</a:t>
            </a:r>
            <a:endParaRPr kumimoji="0" lang="en-US" altLang="zh-CN" sz="2400" b="0" i="0" u="none" strike="noStrike" kern="1200" cap="none" spc="0" normalizeH="0" baseline="0" noProof="0" dirty="0">
              <a:ln>
                <a:noFill/>
              </a:ln>
              <a:solidFill>
                <a:srgbClr val="00B050"/>
              </a:solidFill>
              <a:effectLst/>
              <a:uLnTx/>
              <a:uFillTx/>
              <a:latin typeface="+mn-lt"/>
              <a:ea typeface="+mn-ea"/>
              <a:cs typeface="+mn-ea"/>
              <a:sym typeface="+mn-lt"/>
            </a:endParaRPr>
          </a:p>
          <a:p>
            <a:pPr marL="0" marR="0" lvl="0" indent="0" algn="just" defTabSz="914400" rtl="0" eaLnBrk="0" fontAlgn="base" latinLnBrk="0" hangingPunct="0">
              <a:lnSpc>
                <a:spcPct val="150000"/>
              </a:lnSpc>
              <a:spcBef>
                <a:spcPts val="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rPr>
              <a:t>}  </a:t>
            </a:r>
          </a:p>
        </p:txBody>
      </p:sp>
      <p:grpSp>
        <p:nvGrpSpPr>
          <p:cNvPr id="2" name="Group 7"/>
          <p:cNvGrpSpPr/>
          <p:nvPr/>
        </p:nvGrpSpPr>
        <p:grpSpPr>
          <a:xfrm>
            <a:off x="304800" y="5364909"/>
            <a:ext cx="8731250" cy="1477963"/>
            <a:chOff x="192" y="3667"/>
            <a:chExt cx="5500" cy="931"/>
          </a:xfrm>
        </p:grpSpPr>
        <p:sp>
          <p:nvSpPr>
            <p:cNvPr id="163845" name="Text Box 8"/>
            <p:cNvSpPr txBox="1">
              <a:spLocks noChangeArrowheads="1"/>
            </p:cNvSpPr>
            <p:nvPr/>
          </p:nvSpPr>
          <p:spPr bwMode="auto">
            <a:xfrm>
              <a:off x="192" y="3667"/>
              <a:ext cx="1599" cy="931"/>
            </a:xfrm>
            <a:prstGeom prst="rect">
              <a:avLst/>
            </a:prstGeom>
            <a:solidFill>
              <a:srgbClr val="D7D7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342900" marR="0" lvl="0" indent="-342900" algn="l" defTabSz="914400" rtl="0" eaLnBrk="0" fontAlgn="base" latinLnBrk="0" hangingPunct="0">
                <a:lnSpc>
                  <a:spcPct val="100000"/>
                </a:lnSpc>
                <a:spcBef>
                  <a:spcPct val="50000"/>
                </a:spcBef>
                <a:spcAft>
                  <a:spcPct val="0"/>
                </a:spcAft>
                <a:buClrTx/>
                <a:buSzTx/>
                <a:buFontTx/>
                <a:buNone/>
                <a:defRPr/>
              </a:pPr>
              <a:r>
                <a:rPr kumimoji="0" lang="en-US" altLang="zh-CN" sz="3600" b="1" i="0" u="none" strike="noStrike" kern="1200" cap="none" spc="0" normalizeH="0" baseline="0" noProof="0" dirty="0">
                  <a:ln>
                    <a:noFill/>
                  </a:ln>
                  <a:solidFill>
                    <a:srgbClr val="FF0000"/>
                  </a:solidFill>
                  <a:effectLst/>
                  <a:uLnTx/>
                  <a:uFillTx/>
                  <a:latin typeface="+mn-lt"/>
                  <a:ea typeface="+mn-ea"/>
                  <a:cs typeface="+mn-ea"/>
                  <a:sym typeface="+mn-lt"/>
                </a:rPr>
                <a:t>T(n) =</a:t>
              </a:r>
            </a:p>
            <a:p>
              <a:pPr marL="342900" marR="0" lvl="0" indent="-342900" algn="l" defTabSz="914400" rtl="0" eaLnBrk="0" fontAlgn="base" latinLnBrk="0" hangingPunct="0">
                <a:lnSpc>
                  <a:spcPct val="100000"/>
                </a:lnSpc>
                <a:spcBef>
                  <a:spcPct val="50000"/>
                </a:spcBef>
                <a:spcAft>
                  <a:spcPct val="0"/>
                </a:spcAft>
                <a:buClrTx/>
                <a:buSzTx/>
                <a:buFontTx/>
                <a:buNone/>
                <a:defRPr/>
              </a:pPr>
              <a:r>
                <a:rPr kumimoji="0" lang="en-US" altLang="zh-CN" sz="3600" b="1" i="0" u="none" strike="noStrike" kern="1200" cap="none" spc="0" normalizeH="0" baseline="0" noProof="0" dirty="0">
                  <a:ln>
                    <a:noFill/>
                  </a:ln>
                  <a:solidFill>
                    <a:srgbClr val="FF0000"/>
                  </a:solidFill>
                  <a:effectLst/>
                  <a:uLnTx/>
                  <a:uFillTx/>
                  <a:latin typeface="+mn-lt"/>
                  <a:ea typeface="+mn-ea"/>
                  <a:cs typeface="+mn-ea"/>
                  <a:sym typeface="+mn-lt"/>
                </a:rPr>
                <a:t>S(n) = </a:t>
              </a:r>
              <a:r>
                <a:rPr kumimoji="0" lang="en-US" altLang="zh-CN" sz="3600" i="1" u="none" strike="noStrike" kern="1200" cap="none" spc="0" normalizeH="0" baseline="0" noProof="0" dirty="0">
                  <a:ln>
                    <a:noFill/>
                  </a:ln>
                  <a:solidFill>
                    <a:schemeClr val="tx2"/>
                  </a:solidFill>
                  <a:effectLst/>
                  <a:uLnTx/>
                  <a:uFillTx/>
                  <a:latin typeface="+mn-lt"/>
                  <a:ea typeface="+mn-ea"/>
                  <a:cs typeface="+mn-ea"/>
                  <a:sym typeface="+mn-lt"/>
                </a:rPr>
                <a:t>O</a:t>
              </a:r>
              <a:r>
                <a:rPr kumimoji="0" lang="en-US" altLang="zh-CN" sz="3600" i="0" u="none" strike="noStrike" kern="1200" cap="none" spc="0" normalizeH="0" baseline="0" noProof="0" dirty="0">
                  <a:ln>
                    <a:noFill/>
                  </a:ln>
                  <a:solidFill>
                    <a:schemeClr val="tx2"/>
                  </a:solidFill>
                  <a:effectLst/>
                  <a:uLnTx/>
                  <a:uFillTx/>
                  <a:latin typeface="+mn-lt"/>
                  <a:ea typeface="+mn-ea"/>
                  <a:cs typeface="+mn-ea"/>
                  <a:sym typeface="+mn-lt"/>
                </a:rPr>
                <a:t>(1)</a:t>
              </a:r>
            </a:p>
          </p:txBody>
        </p:sp>
        <p:graphicFrame>
          <p:nvGraphicFramePr>
            <p:cNvPr id="169991" name="Object 9"/>
            <p:cNvGraphicFramePr/>
            <p:nvPr>
              <p:extLst>
                <p:ext uri="{D42A27DB-BD31-4B8C-83A1-F6EECF244321}">
                  <p14:modId xmlns:p14="http://schemas.microsoft.com/office/powerpoint/2010/main" val="3940745973"/>
                </p:ext>
              </p:extLst>
            </p:nvPr>
          </p:nvGraphicFramePr>
          <p:xfrm>
            <a:off x="1031" y="3690"/>
            <a:ext cx="4661" cy="413"/>
          </p:xfrm>
          <a:graphic>
            <a:graphicData uri="http://schemas.openxmlformats.org/presentationml/2006/ole">
              <mc:AlternateContent xmlns:mc="http://schemas.openxmlformats.org/markup-compatibility/2006">
                <mc:Choice xmlns:v="urn:schemas-microsoft-com:vml" Requires="v">
                  <p:oleObj spid="_x0000_s20644" r:id="rId3" imgW="2296795" imgH="203200" progId="Equation.3">
                    <p:embed/>
                  </p:oleObj>
                </mc:Choice>
                <mc:Fallback>
                  <p:oleObj r:id="rId3" imgW="2296795" imgH="203200" progId="Equation.3">
                    <p:embed/>
                    <p:pic>
                      <p:nvPicPr>
                        <p:cNvPr id="0" name="图片 3103"/>
                        <p:cNvPicPr/>
                        <p:nvPr/>
                      </p:nvPicPr>
                      <p:blipFill>
                        <a:blip r:embed="rId4"/>
                        <a:stretch>
                          <a:fillRect/>
                        </a:stretch>
                      </p:blipFill>
                      <p:spPr>
                        <a:xfrm>
                          <a:off x="1031" y="3690"/>
                          <a:ext cx="4661" cy="413"/>
                        </a:xfrm>
                        <a:prstGeom prst="rect">
                          <a:avLst/>
                        </a:prstGeom>
                        <a:solidFill>
                          <a:srgbClr val="D7D7FF"/>
                        </a:solidFill>
                        <a:ln w="38100">
                          <a:noFill/>
                          <a:miter/>
                        </a:ln>
                      </p:spPr>
                    </p:pic>
                  </p:oleObj>
                </mc:Fallback>
              </mc:AlternateContent>
            </a:graphicData>
          </a:graphic>
        </p:graphicFrame>
      </p:grpSp>
      <p:sp>
        <p:nvSpPr>
          <p:cNvPr id="163844" name="Rectangle 10"/>
          <p:cNvSpPr>
            <a:spLocks noChangeArrowheads="1"/>
          </p:cNvSpPr>
          <p:nvPr/>
        </p:nvSpPr>
        <p:spPr bwMode="auto">
          <a:xfrm>
            <a:off x="819150" y="158750"/>
            <a:ext cx="8096250"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有序的链表合并 </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 【</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算法描述</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a:t>
            </a:r>
            <a:endPar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78"/>
          <p:cNvSpPr>
            <a:spLocks noChangeArrowheads="1"/>
          </p:cNvSpPr>
          <p:nvPr/>
        </p:nvSpPr>
        <p:spPr bwMode="auto">
          <a:xfrm>
            <a:off x="784225" y="146050"/>
            <a:ext cx="905192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思考</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1</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：要求合并后的表无重复数据，如何实现？</a:t>
            </a:r>
          </a:p>
        </p:txBody>
      </p:sp>
      <p:grpSp>
        <p:nvGrpSpPr>
          <p:cNvPr id="171012" name="Group 159"/>
          <p:cNvGrpSpPr/>
          <p:nvPr/>
        </p:nvGrpSpPr>
        <p:grpSpPr>
          <a:xfrm>
            <a:off x="3634680" y="1949450"/>
            <a:ext cx="838200" cy="381000"/>
            <a:chOff x="1968" y="1344"/>
            <a:chExt cx="528" cy="240"/>
          </a:xfrm>
        </p:grpSpPr>
        <p:sp>
          <p:nvSpPr>
            <p:cNvPr id="164942" name="Rectangle 160"/>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943" name="Rectangle 161"/>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71013" name="Group 162"/>
          <p:cNvGrpSpPr/>
          <p:nvPr/>
        </p:nvGrpSpPr>
        <p:grpSpPr>
          <a:xfrm>
            <a:off x="4853880" y="1949450"/>
            <a:ext cx="838200" cy="381000"/>
            <a:chOff x="1968" y="1344"/>
            <a:chExt cx="528" cy="240"/>
          </a:xfrm>
        </p:grpSpPr>
        <p:sp>
          <p:nvSpPr>
            <p:cNvPr id="164940" name="Rectangle 163"/>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941" name="Rectangle 164"/>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71014" name="Group 165"/>
          <p:cNvGrpSpPr/>
          <p:nvPr/>
        </p:nvGrpSpPr>
        <p:grpSpPr>
          <a:xfrm>
            <a:off x="6073080" y="1949450"/>
            <a:ext cx="838200" cy="381000"/>
            <a:chOff x="1968" y="1344"/>
            <a:chExt cx="528" cy="240"/>
          </a:xfrm>
        </p:grpSpPr>
        <p:sp>
          <p:nvSpPr>
            <p:cNvPr id="164938" name="Rectangle 166"/>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939" name="Rectangle 167"/>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71015" name="Group 168"/>
          <p:cNvGrpSpPr/>
          <p:nvPr/>
        </p:nvGrpSpPr>
        <p:grpSpPr>
          <a:xfrm>
            <a:off x="2491680" y="1949450"/>
            <a:ext cx="838200" cy="381000"/>
            <a:chOff x="1968" y="1344"/>
            <a:chExt cx="528" cy="240"/>
          </a:xfrm>
        </p:grpSpPr>
        <p:sp>
          <p:nvSpPr>
            <p:cNvPr id="164936" name="Rectangle 169"/>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937" name="Rectangle 170"/>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71016" name="Group 171"/>
          <p:cNvGrpSpPr/>
          <p:nvPr/>
        </p:nvGrpSpPr>
        <p:grpSpPr>
          <a:xfrm>
            <a:off x="2186880" y="3549650"/>
            <a:ext cx="838200" cy="381000"/>
            <a:chOff x="1968" y="1344"/>
            <a:chExt cx="528" cy="240"/>
          </a:xfrm>
        </p:grpSpPr>
        <p:sp>
          <p:nvSpPr>
            <p:cNvPr id="164934" name="Rectangle 172"/>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935" name="Rectangle 173"/>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71017" name="Group 174"/>
          <p:cNvGrpSpPr/>
          <p:nvPr/>
        </p:nvGrpSpPr>
        <p:grpSpPr>
          <a:xfrm>
            <a:off x="3329880" y="3549650"/>
            <a:ext cx="838200" cy="381000"/>
            <a:chOff x="1968" y="1344"/>
            <a:chExt cx="528" cy="240"/>
          </a:xfrm>
        </p:grpSpPr>
        <p:sp>
          <p:nvSpPr>
            <p:cNvPr id="164932" name="Rectangle 175"/>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933" name="Rectangle 176"/>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71018" name="Group 177"/>
          <p:cNvGrpSpPr/>
          <p:nvPr/>
        </p:nvGrpSpPr>
        <p:grpSpPr>
          <a:xfrm>
            <a:off x="4549080" y="3549650"/>
            <a:ext cx="838200" cy="381000"/>
            <a:chOff x="1968" y="1344"/>
            <a:chExt cx="528" cy="240"/>
          </a:xfrm>
        </p:grpSpPr>
        <p:sp>
          <p:nvSpPr>
            <p:cNvPr id="164930" name="Rectangle 178"/>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931" name="Rectangle 179"/>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71019" name="Group 180"/>
          <p:cNvGrpSpPr/>
          <p:nvPr/>
        </p:nvGrpSpPr>
        <p:grpSpPr>
          <a:xfrm>
            <a:off x="5768280" y="3549650"/>
            <a:ext cx="838200" cy="381000"/>
            <a:chOff x="1968" y="1344"/>
            <a:chExt cx="528" cy="240"/>
          </a:xfrm>
        </p:grpSpPr>
        <p:sp>
          <p:nvSpPr>
            <p:cNvPr id="164928" name="Rectangle 181"/>
            <p:cNvSpPr>
              <a:spLocks noChangeArrowheads="1"/>
            </p:cNvSpPr>
            <p:nvPr/>
          </p:nvSpPr>
          <p:spPr bwMode="auto">
            <a:xfrm>
              <a:off x="1968" y="1344"/>
              <a:ext cx="384" cy="240"/>
            </a:xfrm>
            <a:prstGeom prst="rect">
              <a:avLst/>
            </a:prstGeom>
            <a:solidFill>
              <a:srgbClr val="CCFFCC"/>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929" name="Rectangle 182"/>
            <p:cNvSpPr>
              <a:spLocks noChangeArrowheads="1"/>
            </p:cNvSpPr>
            <p:nvPr/>
          </p:nvSpPr>
          <p:spPr bwMode="auto">
            <a:xfrm>
              <a:off x="2352" y="1344"/>
              <a:ext cx="144" cy="240"/>
            </a:xfrm>
            <a:prstGeom prst="rect">
              <a:avLst/>
            </a:prstGeom>
            <a:solidFill>
              <a:srgbClr val="CCFFCC"/>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71020" name="Group 183"/>
          <p:cNvGrpSpPr/>
          <p:nvPr/>
        </p:nvGrpSpPr>
        <p:grpSpPr>
          <a:xfrm>
            <a:off x="6911280" y="3549650"/>
            <a:ext cx="838200" cy="381000"/>
            <a:chOff x="1968" y="1344"/>
            <a:chExt cx="528" cy="240"/>
          </a:xfrm>
        </p:grpSpPr>
        <p:sp>
          <p:nvSpPr>
            <p:cNvPr id="164926" name="Rectangle 184"/>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927" name="Rectangle 185"/>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71021" name="Group 186"/>
          <p:cNvGrpSpPr/>
          <p:nvPr/>
        </p:nvGrpSpPr>
        <p:grpSpPr>
          <a:xfrm>
            <a:off x="8054280" y="3549650"/>
            <a:ext cx="838200" cy="381000"/>
            <a:chOff x="1968" y="1344"/>
            <a:chExt cx="528" cy="240"/>
          </a:xfrm>
        </p:grpSpPr>
        <p:sp>
          <p:nvSpPr>
            <p:cNvPr id="164924" name="Rectangle 187"/>
            <p:cNvSpPr>
              <a:spLocks noChangeArrowheads="1"/>
            </p:cNvSpPr>
            <p:nvPr/>
          </p:nvSpPr>
          <p:spPr bwMode="auto">
            <a:xfrm>
              <a:off x="1968" y="1344"/>
              <a:ext cx="38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925" name="Rectangle 188"/>
            <p:cNvSpPr>
              <a:spLocks noChangeArrowheads="1"/>
            </p:cNvSpPr>
            <p:nvPr/>
          </p:nvSpPr>
          <p:spPr bwMode="auto">
            <a:xfrm>
              <a:off x="2352" y="1344"/>
              <a:ext cx="144" cy="240"/>
            </a:xfrm>
            <a:prstGeom prst="rect">
              <a:avLst/>
            </a:prstGeom>
            <a:solidFill>
              <a:srgbClr val="FF0000"/>
            </a:solid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64878" name="Line 189"/>
          <p:cNvSpPr>
            <a:spLocks noChangeShapeType="1"/>
          </p:cNvSpPr>
          <p:nvPr/>
        </p:nvSpPr>
        <p:spPr bwMode="auto">
          <a:xfrm>
            <a:off x="2872680" y="3702050"/>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879" name="Line 190"/>
          <p:cNvSpPr>
            <a:spLocks noChangeShapeType="1"/>
          </p:cNvSpPr>
          <p:nvPr/>
        </p:nvSpPr>
        <p:spPr bwMode="auto">
          <a:xfrm>
            <a:off x="5311080" y="3702050"/>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880" name="Line 191"/>
          <p:cNvSpPr>
            <a:spLocks noChangeShapeType="1"/>
          </p:cNvSpPr>
          <p:nvPr/>
        </p:nvSpPr>
        <p:spPr bwMode="auto">
          <a:xfrm>
            <a:off x="6454080" y="3702050"/>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881" name="Line 192"/>
          <p:cNvSpPr>
            <a:spLocks noChangeShapeType="1"/>
          </p:cNvSpPr>
          <p:nvPr/>
        </p:nvSpPr>
        <p:spPr bwMode="auto">
          <a:xfrm>
            <a:off x="3177480" y="2178050"/>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882" name="Line 193"/>
          <p:cNvSpPr>
            <a:spLocks noChangeShapeType="1"/>
          </p:cNvSpPr>
          <p:nvPr/>
        </p:nvSpPr>
        <p:spPr bwMode="auto">
          <a:xfrm>
            <a:off x="4396680" y="2178050"/>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883" name="Line 194"/>
          <p:cNvSpPr>
            <a:spLocks noChangeShapeType="1"/>
          </p:cNvSpPr>
          <p:nvPr/>
        </p:nvSpPr>
        <p:spPr bwMode="auto">
          <a:xfrm>
            <a:off x="5615880" y="2178050"/>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884" name="Line 195"/>
          <p:cNvSpPr>
            <a:spLocks noChangeShapeType="1"/>
          </p:cNvSpPr>
          <p:nvPr/>
        </p:nvSpPr>
        <p:spPr bwMode="auto">
          <a:xfrm>
            <a:off x="4091880" y="3702050"/>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885" name="Line 196"/>
          <p:cNvSpPr>
            <a:spLocks noChangeShapeType="1"/>
          </p:cNvSpPr>
          <p:nvPr/>
        </p:nvSpPr>
        <p:spPr bwMode="auto">
          <a:xfrm>
            <a:off x="7597080" y="3702050"/>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887" name="Line 198"/>
          <p:cNvSpPr>
            <a:spLocks noChangeShapeType="1"/>
          </p:cNvSpPr>
          <p:nvPr/>
        </p:nvSpPr>
        <p:spPr bwMode="auto">
          <a:xfrm>
            <a:off x="4306193" y="2178050"/>
            <a:ext cx="0" cy="818902"/>
          </a:xfrm>
          <a:prstGeom prst="line">
            <a:avLst/>
          </a:prstGeom>
          <a:noFill/>
          <a:ln w="28575">
            <a:solidFill>
              <a:srgbClr val="FF0000"/>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888" name="Line 199"/>
          <p:cNvSpPr>
            <a:spLocks noChangeShapeType="1"/>
          </p:cNvSpPr>
          <p:nvPr/>
        </p:nvSpPr>
        <p:spPr bwMode="auto">
          <a:xfrm flipH="1">
            <a:off x="2491680" y="2996952"/>
            <a:ext cx="1809750" cy="0"/>
          </a:xfrm>
          <a:prstGeom prst="line">
            <a:avLst/>
          </a:prstGeom>
          <a:noFill/>
          <a:ln w="28575">
            <a:solidFill>
              <a:srgbClr val="FF0000"/>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889" name="Line 200"/>
          <p:cNvSpPr>
            <a:spLocks noChangeShapeType="1"/>
          </p:cNvSpPr>
          <p:nvPr/>
        </p:nvSpPr>
        <p:spPr bwMode="auto">
          <a:xfrm flipH="1">
            <a:off x="2481362" y="3009448"/>
            <a:ext cx="4762" cy="552698"/>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890" name="Line 201"/>
          <p:cNvSpPr>
            <a:spLocks noChangeShapeType="1"/>
          </p:cNvSpPr>
          <p:nvPr/>
        </p:nvSpPr>
        <p:spPr bwMode="auto">
          <a:xfrm flipV="1">
            <a:off x="5234880" y="2330450"/>
            <a:ext cx="0" cy="137160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891" name="Line 202"/>
          <p:cNvSpPr>
            <a:spLocks noChangeShapeType="1"/>
          </p:cNvSpPr>
          <p:nvPr/>
        </p:nvSpPr>
        <p:spPr bwMode="auto">
          <a:xfrm>
            <a:off x="6781105" y="2178050"/>
            <a:ext cx="0" cy="533400"/>
          </a:xfrm>
          <a:prstGeom prst="line">
            <a:avLst/>
          </a:prstGeom>
          <a:noFill/>
          <a:ln w="28575">
            <a:solidFill>
              <a:srgbClr val="FF0000"/>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892" name="Line 203"/>
          <p:cNvSpPr>
            <a:spLocks noChangeShapeType="1"/>
          </p:cNvSpPr>
          <p:nvPr/>
        </p:nvSpPr>
        <p:spPr bwMode="auto">
          <a:xfrm flipH="1">
            <a:off x="6769993" y="2711450"/>
            <a:ext cx="381000" cy="0"/>
          </a:xfrm>
          <a:prstGeom prst="line">
            <a:avLst/>
          </a:prstGeom>
          <a:noFill/>
          <a:ln w="28575">
            <a:solidFill>
              <a:srgbClr val="FF0000"/>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893" name="Line 204"/>
          <p:cNvSpPr>
            <a:spLocks noChangeShapeType="1"/>
          </p:cNvSpPr>
          <p:nvPr/>
        </p:nvSpPr>
        <p:spPr bwMode="auto">
          <a:xfrm>
            <a:off x="7157343" y="2690813"/>
            <a:ext cx="0" cy="83820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894" name="Line 205"/>
          <p:cNvSpPr>
            <a:spLocks noChangeShapeType="1"/>
          </p:cNvSpPr>
          <p:nvPr/>
        </p:nvSpPr>
        <p:spPr bwMode="auto">
          <a:xfrm>
            <a:off x="2110680" y="2178050"/>
            <a:ext cx="38100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895" name="Text Box 206"/>
          <p:cNvSpPr txBox="1">
            <a:spLocks noChangeArrowheads="1"/>
          </p:cNvSpPr>
          <p:nvPr/>
        </p:nvSpPr>
        <p:spPr bwMode="auto">
          <a:xfrm>
            <a:off x="754955" y="1835150"/>
            <a:ext cx="13557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La(</a:t>
            </a:r>
            <a:r>
              <a:rPr kumimoji="0" lang="en-US" altLang="zh-CN" sz="3200" b="0" i="0" u="none" strike="noStrike" kern="1200" cap="none" spc="0" normalizeH="0" baseline="0" noProof="0" dirty="0" err="1">
                <a:ln>
                  <a:noFill/>
                </a:ln>
                <a:solidFill>
                  <a:schemeClr val="tx1"/>
                </a:solidFill>
                <a:effectLst/>
                <a:uLnTx/>
                <a:uFillTx/>
                <a:latin typeface="+mn-lt"/>
                <a:ea typeface="+mn-ea"/>
                <a:cs typeface="+mn-ea"/>
                <a:sym typeface="+mn-lt"/>
              </a:rPr>
              <a:t>Lc</a:t>
            </a:r>
            <a:r>
              <a:rPr kumimoji="0" lang="en-US" altLang="zh-CN" sz="3200" b="0" i="0" u="none" strike="noStrike" kern="1200" cap="none" spc="0" normalizeH="0" baseline="0" noProof="0" dirty="0">
                <a:ln>
                  <a:noFill/>
                </a:ln>
                <a:solidFill>
                  <a:schemeClr val="tx1"/>
                </a:solidFill>
                <a:effectLst/>
                <a:uLnTx/>
                <a:uFillTx/>
                <a:latin typeface="+mn-lt"/>
                <a:ea typeface="+mn-ea"/>
                <a:cs typeface="+mn-ea"/>
                <a:sym typeface="+mn-lt"/>
              </a:rPr>
              <a:t>)</a:t>
            </a:r>
          </a:p>
        </p:txBody>
      </p:sp>
      <p:sp>
        <p:nvSpPr>
          <p:cNvPr id="164896" name="Text Box 207"/>
          <p:cNvSpPr txBox="1">
            <a:spLocks noChangeArrowheads="1"/>
          </p:cNvSpPr>
          <p:nvPr/>
        </p:nvSpPr>
        <p:spPr bwMode="auto">
          <a:xfrm>
            <a:off x="3750568" y="1882775"/>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a:t>
            </a:r>
          </a:p>
        </p:txBody>
      </p:sp>
      <p:sp>
        <p:nvSpPr>
          <p:cNvPr id="164897" name="Text Box 208"/>
          <p:cNvSpPr txBox="1">
            <a:spLocks noChangeArrowheads="1"/>
          </p:cNvSpPr>
          <p:nvPr/>
        </p:nvSpPr>
        <p:spPr bwMode="auto">
          <a:xfrm>
            <a:off x="2328168" y="3473450"/>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2</a:t>
            </a:r>
          </a:p>
        </p:txBody>
      </p:sp>
      <p:sp>
        <p:nvSpPr>
          <p:cNvPr id="164898" name="Text Box 209"/>
          <p:cNvSpPr txBox="1">
            <a:spLocks noChangeArrowheads="1"/>
          </p:cNvSpPr>
          <p:nvPr/>
        </p:nvSpPr>
        <p:spPr bwMode="auto">
          <a:xfrm>
            <a:off x="3445768" y="3473450"/>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4</a:t>
            </a:r>
          </a:p>
        </p:txBody>
      </p:sp>
      <p:sp>
        <p:nvSpPr>
          <p:cNvPr id="164899" name="Text Box 210"/>
          <p:cNvSpPr txBox="1">
            <a:spLocks noChangeArrowheads="1"/>
          </p:cNvSpPr>
          <p:nvPr/>
        </p:nvSpPr>
        <p:spPr bwMode="auto">
          <a:xfrm>
            <a:off x="4625280" y="3514725"/>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6</a:t>
            </a:r>
          </a:p>
        </p:txBody>
      </p:sp>
      <p:sp>
        <p:nvSpPr>
          <p:cNvPr id="164900" name="Text Box 211"/>
          <p:cNvSpPr txBox="1">
            <a:spLocks noChangeArrowheads="1"/>
          </p:cNvSpPr>
          <p:nvPr/>
        </p:nvSpPr>
        <p:spPr bwMode="auto">
          <a:xfrm>
            <a:off x="4933255" y="1882775"/>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7</a:t>
            </a:r>
          </a:p>
        </p:txBody>
      </p:sp>
      <p:sp>
        <p:nvSpPr>
          <p:cNvPr id="164901" name="Text Box 212"/>
          <p:cNvSpPr txBox="1">
            <a:spLocks noChangeArrowheads="1"/>
          </p:cNvSpPr>
          <p:nvPr/>
        </p:nvSpPr>
        <p:spPr bwMode="auto">
          <a:xfrm>
            <a:off x="6188968" y="1882775"/>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8</a:t>
            </a:r>
          </a:p>
        </p:txBody>
      </p:sp>
      <p:sp>
        <p:nvSpPr>
          <p:cNvPr id="164902" name="Text Box 213"/>
          <p:cNvSpPr txBox="1">
            <a:spLocks noChangeArrowheads="1"/>
          </p:cNvSpPr>
          <p:nvPr/>
        </p:nvSpPr>
        <p:spPr bwMode="auto">
          <a:xfrm>
            <a:off x="5884168" y="3514725"/>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8</a:t>
            </a:r>
          </a:p>
        </p:txBody>
      </p:sp>
      <p:sp>
        <p:nvSpPr>
          <p:cNvPr id="164903" name="Text Box 214"/>
          <p:cNvSpPr txBox="1">
            <a:spLocks noChangeArrowheads="1"/>
          </p:cNvSpPr>
          <p:nvPr/>
        </p:nvSpPr>
        <p:spPr bwMode="auto">
          <a:xfrm>
            <a:off x="6904930" y="3514725"/>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10</a:t>
            </a:r>
          </a:p>
        </p:txBody>
      </p:sp>
      <p:sp>
        <p:nvSpPr>
          <p:cNvPr id="164904" name="Text Box 215"/>
          <p:cNvSpPr txBox="1">
            <a:spLocks noChangeArrowheads="1"/>
          </p:cNvSpPr>
          <p:nvPr/>
        </p:nvSpPr>
        <p:spPr bwMode="auto">
          <a:xfrm>
            <a:off x="8057455" y="3514725"/>
            <a:ext cx="4746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ea"/>
                <a:sym typeface="+mn-lt"/>
              </a:rPr>
              <a:t>11</a:t>
            </a:r>
          </a:p>
        </p:txBody>
      </p:sp>
      <p:grpSp>
        <p:nvGrpSpPr>
          <p:cNvPr id="171049" name="Group 216"/>
          <p:cNvGrpSpPr/>
          <p:nvPr/>
        </p:nvGrpSpPr>
        <p:grpSpPr>
          <a:xfrm>
            <a:off x="4530030" y="2019300"/>
            <a:ext cx="228600" cy="304800"/>
            <a:chOff x="2698" y="1622"/>
            <a:chExt cx="144" cy="192"/>
          </a:xfrm>
        </p:grpSpPr>
        <p:sp>
          <p:nvSpPr>
            <p:cNvPr id="164922" name="Line 217"/>
            <p:cNvSpPr>
              <a:spLocks noChangeShapeType="1"/>
            </p:cNvSpPr>
            <p:nvPr/>
          </p:nvSpPr>
          <p:spPr bwMode="auto">
            <a:xfrm flipH="1">
              <a:off x="2746" y="1622"/>
              <a:ext cx="48"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923" name="Line 218"/>
            <p:cNvSpPr>
              <a:spLocks noChangeShapeType="1"/>
            </p:cNvSpPr>
            <p:nvPr/>
          </p:nvSpPr>
          <p:spPr bwMode="auto">
            <a:xfrm>
              <a:off x="2698" y="1622"/>
              <a:ext cx="144"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71050" name="Group 219"/>
          <p:cNvGrpSpPr/>
          <p:nvPr/>
        </p:nvGrpSpPr>
        <p:grpSpPr>
          <a:xfrm>
            <a:off x="5471418" y="3549650"/>
            <a:ext cx="228600" cy="304800"/>
            <a:chOff x="2698" y="1622"/>
            <a:chExt cx="144" cy="192"/>
          </a:xfrm>
        </p:grpSpPr>
        <p:sp>
          <p:nvSpPr>
            <p:cNvPr id="164920" name="Line 220"/>
            <p:cNvSpPr>
              <a:spLocks noChangeShapeType="1"/>
            </p:cNvSpPr>
            <p:nvPr/>
          </p:nvSpPr>
          <p:spPr bwMode="auto">
            <a:xfrm flipH="1">
              <a:off x="2746" y="1622"/>
              <a:ext cx="48"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921" name="Line 221"/>
            <p:cNvSpPr>
              <a:spLocks noChangeShapeType="1"/>
            </p:cNvSpPr>
            <p:nvPr/>
          </p:nvSpPr>
          <p:spPr bwMode="auto">
            <a:xfrm>
              <a:off x="2698" y="1622"/>
              <a:ext cx="144"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71051" name="Group 222"/>
          <p:cNvGrpSpPr/>
          <p:nvPr/>
        </p:nvGrpSpPr>
        <p:grpSpPr>
          <a:xfrm>
            <a:off x="972443" y="3540125"/>
            <a:ext cx="838200" cy="381000"/>
            <a:chOff x="1968" y="1344"/>
            <a:chExt cx="528" cy="240"/>
          </a:xfrm>
          <a:solidFill>
            <a:srgbClr val="FFC000"/>
          </a:solidFill>
        </p:grpSpPr>
        <p:sp>
          <p:nvSpPr>
            <p:cNvPr id="164918" name="Rectangle 223"/>
            <p:cNvSpPr>
              <a:spLocks noChangeArrowheads="1"/>
            </p:cNvSpPr>
            <p:nvPr/>
          </p:nvSpPr>
          <p:spPr bwMode="auto">
            <a:xfrm>
              <a:off x="1968" y="1344"/>
              <a:ext cx="38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919" name="Rectangle 224"/>
            <p:cNvSpPr>
              <a:spLocks noChangeArrowheads="1"/>
            </p:cNvSpPr>
            <p:nvPr/>
          </p:nvSpPr>
          <p:spPr bwMode="auto">
            <a:xfrm>
              <a:off x="2352" y="1344"/>
              <a:ext cx="144" cy="240"/>
            </a:xfrm>
            <a:prstGeom prst="rect">
              <a:avLst/>
            </a:prstGeom>
            <a:grpFill/>
            <a:ln w="9525">
              <a:solidFill>
                <a:schemeClr val="tx1"/>
              </a:solidFill>
              <a:miter lim="800000"/>
            </a:ln>
          </p:spPr>
          <p:txBody>
            <a:bodyPr wrap="none" anchor="ct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sp>
        <p:nvSpPr>
          <p:cNvPr id="164908" name="Line 225"/>
          <p:cNvSpPr>
            <a:spLocks noChangeShapeType="1"/>
          </p:cNvSpPr>
          <p:nvPr/>
        </p:nvSpPr>
        <p:spPr bwMode="auto">
          <a:xfrm>
            <a:off x="1734443" y="3768725"/>
            <a:ext cx="457200" cy="0"/>
          </a:xfrm>
          <a:prstGeom prst="line">
            <a:avLst/>
          </a:prstGeom>
          <a:noFill/>
          <a:ln w="28575">
            <a:solidFill>
              <a:srgbClr val="FF0000"/>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nvGrpSpPr>
          <p:cNvPr id="171054" name="Group 229"/>
          <p:cNvGrpSpPr/>
          <p:nvPr/>
        </p:nvGrpSpPr>
        <p:grpSpPr>
          <a:xfrm>
            <a:off x="5949255" y="3511550"/>
            <a:ext cx="431800" cy="434975"/>
            <a:chOff x="2698" y="1622"/>
            <a:chExt cx="144" cy="192"/>
          </a:xfrm>
        </p:grpSpPr>
        <p:sp>
          <p:nvSpPr>
            <p:cNvPr id="164914" name="Line 230"/>
            <p:cNvSpPr>
              <a:spLocks noChangeShapeType="1"/>
            </p:cNvSpPr>
            <p:nvPr/>
          </p:nvSpPr>
          <p:spPr bwMode="auto">
            <a:xfrm flipH="1">
              <a:off x="2746" y="1622"/>
              <a:ext cx="48"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915" name="Line 231"/>
            <p:cNvSpPr>
              <a:spLocks noChangeShapeType="1"/>
            </p:cNvSpPr>
            <p:nvPr/>
          </p:nvSpPr>
          <p:spPr bwMode="auto">
            <a:xfrm>
              <a:off x="2698" y="1622"/>
              <a:ext cx="144"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171055" name="Group 232"/>
          <p:cNvGrpSpPr/>
          <p:nvPr/>
        </p:nvGrpSpPr>
        <p:grpSpPr>
          <a:xfrm>
            <a:off x="6606480" y="3549650"/>
            <a:ext cx="228600" cy="304800"/>
            <a:chOff x="2698" y="1622"/>
            <a:chExt cx="144" cy="192"/>
          </a:xfrm>
        </p:grpSpPr>
        <p:sp>
          <p:nvSpPr>
            <p:cNvPr id="164912" name="Line 233"/>
            <p:cNvSpPr>
              <a:spLocks noChangeShapeType="1"/>
            </p:cNvSpPr>
            <p:nvPr/>
          </p:nvSpPr>
          <p:spPr bwMode="auto">
            <a:xfrm flipH="1">
              <a:off x="2746" y="1622"/>
              <a:ext cx="48"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164913" name="Line 234"/>
            <p:cNvSpPr>
              <a:spLocks noChangeShapeType="1"/>
            </p:cNvSpPr>
            <p:nvPr/>
          </p:nvSpPr>
          <p:spPr bwMode="auto">
            <a:xfrm>
              <a:off x="2698" y="1622"/>
              <a:ext cx="144"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a:ln>
                  <a:noFill/>
                </a:ln>
                <a:solidFill>
                  <a:schemeClr val="tx1"/>
                </a:solidFill>
                <a:effectLst/>
                <a:uLnTx/>
                <a:uFillTx/>
                <a:latin typeface="+mn-lt"/>
                <a:ea typeface="+mn-ea"/>
                <a:cs typeface="+mn-ea"/>
                <a:sym typeface="+mn-lt"/>
              </a:endParaRPr>
            </a:p>
          </p:txBody>
        </p:sp>
      </p:grpSp>
      <p:grpSp>
        <p:nvGrpSpPr>
          <p:cNvPr id="80" name="Group 59">
            <a:extLst>
              <a:ext uri="{FF2B5EF4-FFF2-40B4-BE49-F238E27FC236}">
                <a16:creationId xmlns:a16="http://schemas.microsoft.com/office/drawing/2014/main" id="{208A3524-FA38-43AB-B986-D8EA60D668A8}"/>
              </a:ext>
            </a:extLst>
          </p:cNvPr>
          <p:cNvGrpSpPr/>
          <p:nvPr/>
        </p:nvGrpSpPr>
        <p:grpSpPr>
          <a:xfrm>
            <a:off x="112017" y="3411538"/>
            <a:ext cx="860426" cy="523875"/>
            <a:chOff x="690" y="1961"/>
            <a:chExt cx="624" cy="330"/>
          </a:xfrm>
        </p:grpSpPr>
        <p:sp>
          <p:nvSpPr>
            <p:cNvPr id="81" name="Line 60">
              <a:extLst>
                <a:ext uri="{FF2B5EF4-FFF2-40B4-BE49-F238E27FC236}">
                  <a16:creationId xmlns:a16="http://schemas.microsoft.com/office/drawing/2014/main" id="{DA0F986B-F604-457C-844F-07B233D38A85}"/>
                </a:ext>
              </a:extLst>
            </p:cNvPr>
            <p:cNvSpPr>
              <a:spLocks noChangeShapeType="1"/>
            </p:cNvSpPr>
            <p:nvPr/>
          </p:nvSpPr>
          <p:spPr bwMode="auto">
            <a:xfrm>
              <a:off x="1074" y="2175"/>
              <a:ext cx="240" cy="0"/>
            </a:xfrm>
            <a:prstGeom prst="line">
              <a:avLst/>
            </a:prstGeom>
            <a:noFill/>
            <a:ln w="38100">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b="0" i="0" u="none" strike="noStrike" kern="1200" cap="none" spc="0" normalizeH="0" baseline="0" noProof="0">
                <a:ln>
                  <a:noFill/>
                </a:ln>
                <a:solidFill>
                  <a:schemeClr val="tx1"/>
                </a:solidFill>
                <a:effectLst/>
                <a:uLnTx/>
                <a:uFillTx/>
                <a:latin typeface="+mn-lt"/>
                <a:ea typeface="+mn-ea"/>
                <a:cs typeface="+mn-ea"/>
                <a:sym typeface="+mn-lt"/>
              </a:endParaRPr>
            </a:p>
          </p:txBody>
        </p:sp>
        <p:sp>
          <p:nvSpPr>
            <p:cNvPr id="82" name="Text Box 61">
              <a:extLst>
                <a:ext uri="{FF2B5EF4-FFF2-40B4-BE49-F238E27FC236}">
                  <a16:creationId xmlns:a16="http://schemas.microsoft.com/office/drawing/2014/main" id="{E89CAF10-7D3A-4517-B0C4-3F2DAB7E163D}"/>
                </a:ext>
              </a:extLst>
            </p:cNvPr>
            <p:cNvSpPr txBox="1">
              <a:spLocks noChangeArrowheads="1"/>
            </p:cNvSpPr>
            <p:nvPr/>
          </p:nvSpPr>
          <p:spPr bwMode="auto">
            <a:xfrm>
              <a:off x="690" y="1961"/>
              <a:ext cx="36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dirty="0" err="1">
                  <a:ln>
                    <a:noFill/>
                  </a:ln>
                  <a:solidFill>
                    <a:schemeClr val="tx1"/>
                  </a:solidFill>
                  <a:effectLst/>
                  <a:uLnTx/>
                  <a:uFillTx/>
                  <a:latin typeface="+mn-lt"/>
                  <a:ea typeface="+mn-ea"/>
                  <a:cs typeface="+mn-ea"/>
                  <a:sym typeface="+mn-lt"/>
                </a:rPr>
                <a:t>Lb</a:t>
              </a:r>
              <a:endPar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90"/>
          <p:cNvSpPr>
            <a:spLocks noChangeArrowheads="1"/>
          </p:cNvSpPr>
          <p:nvPr/>
        </p:nvSpPr>
        <p:spPr bwMode="auto">
          <a:xfrm>
            <a:off x="1824038" y="2657787"/>
            <a:ext cx="7031038" cy="2601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130000"/>
              </a:lnSpc>
              <a:defRPr sz="2400">
                <a:solidFill>
                  <a:schemeClr val="tx1"/>
                </a:solidFill>
                <a:latin typeface="Times New Roman" panose="02020603050405020304" pitchFamily="18" charset="0"/>
                <a:ea typeface="微软雅黑" panose="020B0503020204020204" pitchFamily="34" charset="-122"/>
              </a:defRPr>
            </a:lvl1pPr>
            <a:lvl2pPr marL="742950" indent="-285750">
              <a:spcBef>
                <a:spcPct val="20000"/>
              </a:spcBef>
              <a:buChar char="–"/>
              <a:defRPr sz="2800">
                <a:solidFill>
                  <a:schemeClr val="tx1"/>
                </a:solidFill>
                <a:latin typeface="Times New Roman" panose="02020603050405020304" pitchFamily="18" charset="0"/>
                <a:ea typeface="微软雅黑" panose="020B0503020204020204" pitchFamily="34" charset="-122"/>
              </a:defRPr>
            </a:lvl2pPr>
            <a:lvl3pPr marL="1143000" indent="-228600">
              <a:spcBef>
                <a:spcPct val="20000"/>
              </a:spcBef>
              <a:buChar char="•"/>
              <a:defRPr sz="2400">
                <a:solidFill>
                  <a:schemeClr val="tx1"/>
                </a:solidFill>
                <a:latin typeface="Times New Roman" panose="02020603050405020304" pitchFamily="18" charset="0"/>
                <a:ea typeface="微软雅黑" panose="020B0503020204020204" pitchFamily="34" charset="-122"/>
              </a:defRPr>
            </a:lvl3pPr>
            <a:lvl4pPr marL="16002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4pPr>
            <a:lvl5pPr marL="2057400" indent="-228600">
              <a:spcBef>
                <a:spcPct val="20000"/>
              </a:spcBef>
              <a:buChar char="»"/>
              <a:defRPr sz="2000">
                <a:solidFill>
                  <a:schemeClr val="tx1"/>
                </a:solidFill>
                <a:latin typeface="Times New Roman" panose="02020603050405020304" pitchFamily="18" charset="0"/>
                <a:ea typeface="微软雅黑" panose="020B0503020204020204" pitchFamily="34"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微软雅黑" panose="020B0503020204020204" pitchFamily="34" charset="-122"/>
              </a:defRPr>
            </a:lvl9pPr>
          </a:lstStyle>
          <a:p>
            <a:pPr marL="0" marR="0" lvl="0" indent="0" algn="l" defTabSz="914400" rtl="0" eaLnBrk="0" fontAlgn="base" latinLnBrk="0" hangingPunct="0">
              <a:lnSpc>
                <a:spcPct val="150000"/>
              </a:lnSpc>
              <a:spcBef>
                <a:spcPct val="0"/>
              </a:spcBef>
              <a:spcAft>
                <a:spcPct val="0"/>
              </a:spcAft>
              <a:buClr>
                <a:srgbClr val="FF0000"/>
              </a:buClr>
              <a:buSzTx/>
              <a:buFontTx/>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要求结果链表仍使用原来两个链表的存储空间</a:t>
            </a:r>
            <a:r>
              <a:rPr lang="zh-CN" altLang="en-US" sz="2800" dirty="0">
                <a:latin typeface="+mn-lt"/>
                <a:ea typeface="+mn-ea"/>
                <a:cs typeface="+mn-ea"/>
                <a:sym typeface="+mn-lt"/>
              </a:rPr>
              <a:t>，</a:t>
            </a: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不另外占用其它的存储空间。</a:t>
            </a:r>
          </a:p>
          <a:p>
            <a:pPr marL="0" marR="0" lvl="0" indent="0" algn="l" defTabSz="914400" rtl="0" eaLnBrk="0" fontAlgn="base" latinLnBrk="0" hangingPunct="0">
              <a:lnSpc>
                <a:spcPct val="150000"/>
              </a:lnSpc>
              <a:spcBef>
                <a:spcPct val="0"/>
              </a:spcBef>
              <a:spcAft>
                <a:spcPct val="0"/>
              </a:spcAft>
              <a:buClr>
                <a:srgbClr val="FF0000"/>
              </a:buClr>
              <a:buSzTx/>
              <a:buFontTx/>
              <a:buNone/>
              <a:defRPr/>
            </a:pPr>
            <a:endParaRPr kumimoji="0" lang="en-US" altLang="zh-CN" sz="2800" b="0" i="0" u="none" strike="noStrike" kern="1200" cap="none" spc="0" normalizeH="0" baseline="0" noProof="0" dirty="0">
              <a:ln>
                <a:noFill/>
              </a:ln>
              <a:solidFill>
                <a:schemeClr val="tx1"/>
              </a:solidFill>
              <a:effectLst/>
              <a:uLnTx/>
              <a:uFillTx/>
              <a:latin typeface="+mn-lt"/>
              <a:ea typeface="+mn-ea"/>
              <a:cs typeface="+mn-ea"/>
              <a:sym typeface="+mn-lt"/>
            </a:endParaRPr>
          </a:p>
          <a:p>
            <a:pPr marL="0" marR="0" lvl="0" indent="0" algn="l" defTabSz="914400" rtl="0" eaLnBrk="0" fontAlgn="base" latinLnBrk="0" hangingPunct="0">
              <a:lnSpc>
                <a:spcPct val="150000"/>
              </a:lnSpc>
              <a:spcBef>
                <a:spcPct val="0"/>
              </a:spcBef>
              <a:spcAft>
                <a:spcPct val="0"/>
              </a:spcAft>
              <a:buClr>
                <a:srgbClr val="FF0000"/>
              </a:buClr>
              <a:buSzTx/>
              <a:buFontTx/>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ea"/>
                <a:sym typeface="+mn-lt"/>
              </a:rPr>
              <a:t>表中允许有重复的数据。 </a:t>
            </a:r>
          </a:p>
        </p:txBody>
      </p:sp>
      <p:sp>
        <p:nvSpPr>
          <p:cNvPr id="165891" name="Rectangle 93"/>
          <p:cNvSpPr>
            <a:spLocks noChangeArrowheads="1"/>
          </p:cNvSpPr>
          <p:nvPr/>
        </p:nvSpPr>
        <p:spPr bwMode="auto">
          <a:xfrm>
            <a:off x="827088" y="188913"/>
            <a:ext cx="7777163"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思考</a:t>
            </a:r>
            <a:r>
              <a:rPr kumimoji="0" lang="en-US" altLang="zh-CN" sz="2800" b="0" i="0" u="none" strike="noStrike" kern="1200" cap="none" spc="0" normalizeH="0" baseline="0" noProof="0" dirty="0">
                <a:ln>
                  <a:noFill/>
                </a:ln>
                <a:solidFill>
                  <a:schemeClr val="bg1"/>
                </a:solidFill>
                <a:effectLst/>
                <a:uLnTx/>
                <a:uFillTx/>
                <a:latin typeface="+mn-lt"/>
                <a:ea typeface="+mn-ea"/>
                <a:cs typeface="+mn-ea"/>
                <a:sym typeface="+mn-lt"/>
              </a:rPr>
              <a:t>2</a:t>
            </a:r>
            <a:r>
              <a:rPr kumimoji="0" lang="zh-CN" altLang="en-US" sz="2800" b="0" i="0" u="none" strike="noStrike" kern="1200" cap="none" spc="0" normalizeH="0" baseline="0" noProof="0" dirty="0">
                <a:ln>
                  <a:noFill/>
                </a:ln>
                <a:solidFill>
                  <a:schemeClr val="bg1"/>
                </a:solidFill>
                <a:effectLst/>
                <a:uLnTx/>
                <a:uFillTx/>
                <a:latin typeface="+mn-lt"/>
                <a:ea typeface="+mn-ea"/>
                <a:cs typeface="+mn-ea"/>
                <a:sym typeface="+mn-lt"/>
              </a:rPr>
              <a:t>：</a:t>
            </a:r>
          </a:p>
        </p:txBody>
      </p:sp>
      <p:sp>
        <p:nvSpPr>
          <p:cNvPr id="4" name="Rectangle 93"/>
          <p:cNvSpPr>
            <a:spLocks noChangeArrowheads="1"/>
          </p:cNvSpPr>
          <p:nvPr/>
        </p:nvSpPr>
        <p:spPr bwMode="auto">
          <a:xfrm>
            <a:off x="374649" y="1034326"/>
            <a:ext cx="8394701" cy="1194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914400" rtl="0" eaLnBrk="0" fontAlgn="base" latinLnBrk="0" hangingPunct="0">
              <a:lnSpc>
                <a:spcPct val="150000"/>
              </a:lnSpc>
              <a:spcBef>
                <a:spcPct val="0"/>
              </a:spcBef>
              <a:spcAft>
                <a:spcPct val="0"/>
              </a:spcAft>
              <a:buClrTx/>
              <a:buSzTx/>
              <a:buFontTx/>
              <a:buNone/>
              <a:defRPr/>
            </a:pPr>
            <a:r>
              <a:rPr kumimoji="0" lang="zh-CN" altLang="en-US" b="0" i="0" u="none" strike="noStrike" kern="1200" cap="none" spc="0" normalizeH="0" baseline="0" noProof="0" dirty="0">
                <a:ln>
                  <a:noFill/>
                </a:ln>
                <a:solidFill>
                  <a:schemeClr val="tx1"/>
                </a:solidFill>
                <a:effectLst/>
                <a:uLnTx/>
                <a:uFillTx/>
                <a:latin typeface="+mn-lt"/>
                <a:ea typeface="+mn-ea"/>
                <a:cs typeface="+mn-ea"/>
                <a:sym typeface="+mn-lt"/>
              </a:rPr>
              <a:t>将两个</a:t>
            </a:r>
            <a:r>
              <a:rPr kumimoji="0" lang="zh-CN" altLang="en-US" b="0" i="0" u="none" strike="noStrike" kern="1200" cap="none" spc="0" normalizeH="0" baseline="0" noProof="0" dirty="0">
                <a:ln>
                  <a:noFill/>
                </a:ln>
                <a:solidFill>
                  <a:srgbClr val="FF0000"/>
                </a:solidFill>
                <a:effectLst/>
                <a:uLnTx/>
                <a:uFillTx/>
                <a:latin typeface="+mn-lt"/>
                <a:ea typeface="+mn-ea"/>
                <a:cs typeface="+mn-ea"/>
                <a:sym typeface="+mn-lt"/>
              </a:rPr>
              <a:t>非递减</a:t>
            </a:r>
            <a:r>
              <a:rPr kumimoji="0" lang="zh-CN" altLang="en-US" b="0" i="0" u="none" strike="noStrike" kern="1200" cap="none" spc="0" normalizeH="0" baseline="0" noProof="0" dirty="0">
                <a:ln>
                  <a:noFill/>
                </a:ln>
                <a:solidFill>
                  <a:schemeClr val="tx1"/>
                </a:solidFill>
                <a:effectLst/>
                <a:uLnTx/>
                <a:uFillTx/>
                <a:latin typeface="+mn-lt"/>
                <a:ea typeface="+mn-ea"/>
                <a:cs typeface="+mn-ea"/>
                <a:sym typeface="+mn-lt"/>
              </a:rPr>
              <a:t>的有序链表合并为一个</a:t>
            </a:r>
            <a:r>
              <a:rPr kumimoji="0" lang="zh-CN" altLang="en-US" b="0" i="0" u="none" strike="noStrike" kern="1200" cap="none" spc="0" normalizeH="0" baseline="0" noProof="0" dirty="0">
                <a:ln>
                  <a:noFill/>
                </a:ln>
                <a:solidFill>
                  <a:srgbClr val="0000FF"/>
                </a:solidFill>
                <a:effectLst/>
                <a:uLnTx/>
                <a:uFillTx/>
                <a:latin typeface="+mn-lt"/>
                <a:ea typeface="+mn-ea"/>
                <a:cs typeface="+mn-ea"/>
                <a:sym typeface="+mn-lt"/>
              </a:rPr>
              <a:t>非递增</a:t>
            </a:r>
            <a:r>
              <a:rPr kumimoji="0" lang="zh-CN" altLang="en-US" b="0" i="0" u="none" strike="noStrike" kern="1200" cap="none" spc="0" normalizeH="0" baseline="0" noProof="0" dirty="0">
                <a:ln>
                  <a:noFill/>
                </a:ln>
                <a:solidFill>
                  <a:schemeClr val="tx1"/>
                </a:solidFill>
                <a:effectLst/>
                <a:uLnTx/>
                <a:uFillTx/>
                <a:latin typeface="+mn-lt"/>
                <a:ea typeface="+mn-ea"/>
                <a:cs typeface="+mn-ea"/>
                <a:sym typeface="+mn-lt"/>
              </a:rPr>
              <a:t>的有序链表，如何实现？</a:t>
            </a:r>
          </a:p>
        </p:txBody>
      </p:sp>
      <p:cxnSp>
        <p:nvCxnSpPr>
          <p:cNvPr id="3" name="直接连接符 2"/>
          <p:cNvCxnSpPr/>
          <p:nvPr/>
        </p:nvCxnSpPr>
        <p:spPr bwMode="auto">
          <a:xfrm>
            <a:off x="566738" y="2543175"/>
            <a:ext cx="8288338" cy="0"/>
          </a:xfrm>
          <a:prstGeom prst="line">
            <a:avLst/>
          </a:prstGeom>
          <a:solidFill>
            <a:schemeClr val="accent1"/>
          </a:solidFill>
          <a:ln w="9525" cap="flat" cmpd="sng" algn="ctr">
            <a:solidFill>
              <a:schemeClr val="bg2">
                <a:lumMod val="40000"/>
                <a:lumOff val="60000"/>
              </a:schemeClr>
            </a:solidFill>
            <a:prstDash val="solid"/>
            <a:round/>
            <a:headEnd type="none" w="med" len="med"/>
            <a:tailEnd type="none" w="med" len="med"/>
          </a:ln>
        </p:spPr>
      </p:cxnSp>
      <p:grpSp>
        <p:nvGrpSpPr>
          <p:cNvPr id="172038" name="组合 7"/>
          <p:cNvGrpSpPr/>
          <p:nvPr/>
        </p:nvGrpSpPr>
        <p:grpSpPr>
          <a:xfrm>
            <a:off x="623888" y="2992438"/>
            <a:ext cx="1033462" cy="858837"/>
            <a:chOff x="4348163" y="2132888"/>
            <a:chExt cx="1033462" cy="859349"/>
          </a:xfrm>
        </p:grpSpPr>
        <p:sp>
          <p:nvSpPr>
            <p:cNvPr id="9" name="Oval 3"/>
            <p:cNvSpPr>
              <a:spLocks noChangeArrowheads="1"/>
            </p:cNvSpPr>
            <p:nvPr/>
          </p:nvSpPr>
          <p:spPr bwMode="auto">
            <a:xfrm>
              <a:off x="4348163" y="2132888"/>
              <a:ext cx="1033462" cy="859349"/>
            </a:xfrm>
            <a:prstGeom prst="hexagon">
              <a:avLst/>
            </a:prstGeom>
            <a:solidFill>
              <a:srgbClr val="9476B6"/>
            </a:solidFill>
            <a:ln w="28575">
              <a:noFill/>
              <a:bevel/>
            </a:ln>
          </p:spPr>
          <p:txBody>
            <a:bodyPr anchor="ctr"/>
            <a:lstStyle/>
            <a:p>
              <a:pPr marL="0" marR="0" lvl="0" indent="0" algn="ctr" defTabSz="914400" rtl="0" eaLnBrk="0" fontAlgn="base" latinLnBrk="0" hangingPunct="0">
                <a:lnSpc>
                  <a:spcPct val="150000"/>
                </a:lnSpc>
                <a:spcBef>
                  <a:spcPct val="0"/>
                </a:spcBef>
                <a:spcAft>
                  <a:spcPct val="0"/>
                </a:spcAft>
                <a:buClrTx/>
                <a:buSzTx/>
                <a:buFontTx/>
                <a:buNone/>
                <a:defRPr/>
              </a:pPr>
              <a:endParaRPr kumimoji="0" lang="zh-CN" altLang="zh-CN" b="0" i="0" u="none" strike="noStrike" kern="1200" cap="none" spc="0" normalizeH="0" baseline="0" noProof="0">
                <a:ln>
                  <a:noFill/>
                </a:ln>
                <a:solidFill>
                  <a:schemeClr val="accent6"/>
                </a:solidFill>
                <a:effectLst/>
                <a:uLnTx/>
                <a:uFillTx/>
                <a:latin typeface="Calibri" panose="020F0502020204030204" pitchFamily="34" charset="0"/>
                <a:ea typeface="仿宋_GB2312" pitchFamily="49" charset="-122"/>
                <a:cs typeface="+mn-cs"/>
                <a:sym typeface="Calibri" panose="020F0502020204030204" pitchFamily="34" charset="0"/>
              </a:endParaRPr>
            </a:p>
          </p:txBody>
        </p:sp>
        <p:grpSp>
          <p:nvGrpSpPr>
            <p:cNvPr id="172050" name="Group 29"/>
            <p:cNvGrpSpPr/>
            <p:nvPr/>
          </p:nvGrpSpPr>
          <p:grpSpPr>
            <a:xfrm>
              <a:off x="4616450" y="2301418"/>
              <a:ext cx="569913" cy="484188"/>
              <a:chOff x="0" y="0"/>
              <a:chExt cx="496661" cy="421788"/>
            </a:xfrm>
          </p:grpSpPr>
          <p:sp>
            <p:nvSpPr>
              <p:cNvPr id="172051" name="Freeform 12"/>
              <p:cNvSpPr/>
              <p:nvPr/>
            </p:nvSpPr>
            <p:spPr>
              <a:xfrm>
                <a:off x="157235" y="244586"/>
                <a:ext cx="89848" cy="89848"/>
              </a:xfrm>
              <a:custGeom>
                <a:avLst/>
                <a:gdLst>
                  <a:gd name="txL" fmla="*/ 0 w 36"/>
                  <a:gd name="txT" fmla="*/ 0 h 36"/>
                  <a:gd name="txR" fmla="*/ 36 w 36"/>
                  <a:gd name="txB" fmla="*/ 36 h 36"/>
                </a:gdLst>
                <a:ahLst/>
                <a:cxnLst>
                  <a:cxn ang="0">
                    <a:pos x="2147483646" y="2147483646"/>
                  </a:cxn>
                  <a:cxn ang="0">
                    <a:pos x="2147483646" y="0"/>
                  </a:cxn>
                  <a:cxn ang="0">
                    <a:pos x="2147483646" y="0"/>
                  </a:cxn>
                  <a:cxn ang="0">
                    <a:pos x="0" y="2147483646"/>
                  </a:cxn>
                  <a:cxn ang="0">
                    <a:pos x="2147483646" y="2147483646"/>
                  </a:cxn>
                </a:cxnLst>
                <a:rect l="txL" t="txT" r="txR" b="txB"/>
                <a:pathLst>
                  <a:path w="36" h="36">
                    <a:moveTo>
                      <a:pt x="36" y="20"/>
                    </a:moveTo>
                    <a:lnTo>
                      <a:pt x="16" y="0"/>
                    </a:lnTo>
                    <a:lnTo>
                      <a:pt x="0" y="36"/>
                    </a:lnTo>
                    <a:lnTo>
                      <a:pt x="36" y="20"/>
                    </a:lnTo>
                    <a:close/>
                  </a:path>
                </a:pathLst>
              </a:custGeom>
              <a:solidFill>
                <a:schemeClr val="bg1">
                  <a:alpha val="100000"/>
                </a:schemeClr>
              </a:solidFill>
              <a:ln w="9525">
                <a:noFill/>
              </a:ln>
            </p:spPr>
            <p:txBody>
              <a:bodyPr/>
              <a:lstStyle/>
              <a:p>
                <a:pPr>
                  <a:lnSpc>
                    <a:spcPct val="150000"/>
                  </a:lnSpc>
                </a:pPr>
                <a:endParaRPr lang="zh-CN" altLang="en-US"/>
              </a:p>
            </p:txBody>
          </p:sp>
          <p:sp>
            <p:nvSpPr>
              <p:cNvPr id="172052" name="Rectangle 13"/>
              <p:cNvSpPr/>
              <p:nvPr/>
            </p:nvSpPr>
            <p:spPr>
              <a:xfrm>
                <a:off x="247083" y="294502"/>
                <a:ext cx="2497" cy="2497"/>
              </a:xfrm>
              <a:prstGeom prst="rect">
                <a:avLst/>
              </a:prstGeom>
              <a:solidFill>
                <a:schemeClr val="bg1"/>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50000"/>
                  </a:lnSpc>
                </a:pPr>
                <a:endParaRPr lang="zh-CN" altLang="zh-CN" sz="2800" dirty="0">
                  <a:latin typeface="Calibri" panose="020F0502020204030204" pitchFamily="34" charset="0"/>
                  <a:ea typeface="仿宋_GB2312" pitchFamily="49" charset="-122"/>
                  <a:sym typeface="Calibri" panose="020F0502020204030204" pitchFamily="34" charset="0"/>
                </a:endParaRPr>
              </a:p>
            </p:txBody>
          </p:sp>
          <p:sp>
            <p:nvSpPr>
              <p:cNvPr id="172053" name="Freeform 14"/>
              <p:cNvSpPr/>
              <p:nvPr/>
            </p:nvSpPr>
            <p:spPr>
              <a:xfrm>
                <a:off x="209645" y="29949"/>
                <a:ext cx="227117" cy="222125"/>
              </a:xfrm>
              <a:custGeom>
                <a:avLst/>
                <a:gdLst>
                  <a:gd name="txL" fmla="*/ 0 w 91"/>
                  <a:gd name="txT" fmla="*/ 0 h 89"/>
                  <a:gd name="txR" fmla="*/ 91 w 91"/>
                  <a:gd name="txB" fmla="*/ 89 h 89"/>
                </a:gdLst>
                <a:ahLst/>
                <a:cxnLst>
                  <a:cxn ang="0">
                    <a:pos x="2147483646" y="0"/>
                  </a:cxn>
                  <a:cxn ang="0">
                    <a:pos x="0" y="2147483646"/>
                  </a:cxn>
                  <a:cxn ang="0">
                    <a:pos x="2147483646" y="2147483646"/>
                  </a:cxn>
                  <a:cxn ang="0">
                    <a:pos x="2147483646" y="2147483646"/>
                  </a:cxn>
                  <a:cxn ang="0">
                    <a:pos x="2147483646" y="0"/>
                  </a:cxn>
                </a:cxnLst>
                <a:rect l="txL" t="txT" r="txR" b="txB"/>
                <a:pathLst>
                  <a:path w="91" h="89">
                    <a:moveTo>
                      <a:pt x="81" y="0"/>
                    </a:moveTo>
                    <a:lnTo>
                      <a:pt x="0" y="81"/>
                    </a:lnTo>
                    <a:lnTo>
                      <a:pt x="8" y="89"/>
                    </a:lnTo>
                    <a:lnTo>
                      <a:pt x="91" y="8"/>
                    </a:lnTo>
                    <a:lnTo>
                      <a:pt x="81" y="0"/>
                    </a:lnTo>
                    <a:close/>
                  </a:path>
                </a:pathLst>
              </a:custGeom>
              <a:solidFill>
                <a:schemeClr val="bg1">
                  <a:alpha val="100000"/>
                </a:schemeClr>
              </a:solidFill>
              <a:ln w="9525">
                <a:noFill/>
              </a:ln>
            </p:spPr>
            <p:txBody>
              <a:bodyPr/>
              <a:lstStyle/>
              <a:p>
                <a:pPr>
                  <a:lnSpc>
                    <a:spcPct val="150000"/>
                  </a:lnSpc>
                </a:pPr>
                <a:endParaRPr lang="zh-CN" altLang="en-US"/>
              </a:p>
            </p:txBody>
          </p:sp>
          <p:sp>
            <p:nvSpPr>
              <p:cNvPr id="172054" name="Freeform 15"/>
              <p:cNvSpPr/>
              <p:nvPr/>
            </p:nvSpPr>
            <p:spPr>
              <a:xfrm>
                <a:off x="239595" y="59899"/>
                <a:ext cx="227117" cy="224620"/>
              </a:xfrm>
              <a:custGeom>
                <a:avLst/>
                <a:gdLst>
                  <a:gd name="txL" fmla="*/ 0 w 91"/>
                  <a:gd name="txT" fmla="*/ 0 h 90"/>
                  <a:gd name="txR" fmla="*/ 91 w 91"/>
                  <a:gd name="txB" fmla="*/ 90 h 90"/>
                </a:gdLst>
                <a:ahLst/>
                <a:cxnLst>
                  <a:cxn ang="0">
                    <a:pos x="0" y="2147483646"/>
                  </a:cxn>
                  <a:cxn ang="0">
                    <a:pos x="2147483646" y="2147483646"/>
                  </a:cxn>
                  <a:cxn ang="0">
                    <a:pos x="2147483646" y="2147483646"/>
                  </a:cxn>
                  <a:cxn ang="0">
                    <a:pos x="2147483646" y="0"/>
                  </a:cxn>
                  <a:cxn ang="0">
                    <a:pos x="0" y="2147483646"/>
                  </a:cxn>
                </a:cxnLst>
                <a:rect l="txL" t="txT" r="txR" b="txB"/>
                <a:pathLst>
                  <a:path w="91" h="90">
                    <a:moveTo>
                      <a:pt x="0" y="82"/>
                    </a:moveTo>
                    <a:lnTo>
                      <a:pt x="8" y="90"/>
                    </a:lnTo>
                    <a:lnTo>
                      <a:pt x="91" y="8"/>
                    </a:lnTo>
                    <a:lnTo>
                      <a:pt x="83" y="0"/>
                    </a:lnTo>
                    <a:lnTo>
                      <a:pt x="0" y="82"/>
                    </a:lnTo>
                    <a:close/>
                  </a:path>
                </a:pathLst>
              </a:custGeom>
              <a:solidFill>
                <a:schemeClr val="bg1">
                  <a:alpha val="100000"/>
                </a:schemeClr>
              </a:solidFill>
              <a:ln w="9525">
                <a:noFill/>
              </a:ln>
            </p:spPr>
            <p:txBody>
              <a:bodyPr/>
              <a:lstStyle/>
              <a:p>
                <a:pPr>
                  <a:lnSpc>
                    <a:spcPct val="150000"/>
                  </a:lnSpc>
                </a:pPr>
                <a:endParaRPr lang="zh-CN" altLang="en-US"/>
              </a:p>
            </p:txBody>
          </p:sp>
          <p:sp>
            <p:nvSpPr>
              <p:cNvPr id="172055" name="Freeform 16"/>
              <p:cNvSpPr/>
              <p:nvPr/>
            </p:nvSpPr>
            <p:spPr>
              <a:xfrm>
                <a:off x="426779" y="0"/>
                <a:ext cx="69882" cy="64890"/>
              </a:xfrm>
              <a:custGeom>
                <a:avLst/>
                <a:gdLst>
                  <a:gd name="txL" fmla="*/ 0 w 21"/>
                  <a:gd name="txT" fmla="*/ 0 h 20"/>
                  <a:gd name="txR" fmla="*/ 21 w 21"/>
                  <a:gd name="txB" fmla="*/ 20 h 20"/>
                </a:gdLst>
                <a:ahLst/>
                <a:cxnLst>
                  <a:cxn ang="0">
                    <a:pos x="2147483646" y="2147483646"/>
                  </a:cxn>
                  <a:cxn ang="0">
                    <a:pos x="0" y="2147483646"/>
                  </a:cxn>
                  <a:cxn ang="0">
                    <a:pos x="2147483646" y="2147483646"/>
                  </a:cxn>
                  <a:cxn ang="0">
                    <a:pos x="2147483646" y="2147483646"/>
                  </a:cxn>
                </a:cxnLst>
                <a:rect l="txL" t="txT" r="txR" b="txB"/>
                <a:pathLst>
                  <a:path w="21" h="20">
                    <a:moveTo>
                      <a:pt x="14" y="6"/>
                    </a:moveTo>
                    <a:cubicBezTo>
                      <a:pt x="8" y="0"/>
                      <a:pt x="0" y="6"/>
                      <a:pt x="0" y="6"/>
                    </a:cubicBezTo>
                    <a:cubicBezTo>
                      <a:pt x="15" y="20"/>
                      <a:pt x="15" y="20"/>
                      <a:pt x="15" y="20"/>
                    </a:cubicBezTo>
                    <a:cubicBezTo>
                      <a:pt x="15" y="20"/>
                      <a:pt x="21" y="13"/>
                      <a:pt x="14" y="6"/>
                    </a:cubicBezTo>
                    <a:close/>
                  </a:path>
                </a:pathLst>
              </a:custGeom>
              <a:solidFill>
                <a:schemeClr val="bg1">
                  <a:alpha val="100000"/>
                </a:schemeClr>
              </a:solidFill>
              <a:ln w="9525">
                <a:noFill/>
              </a:ln>
            </p:spPr>
            <p:txBody>
              <a:bodyPr/>
              <a:lstStyle/>
              <a:p>
                <a:pPr>
                  <a:lnSpc>
                    <a:spcPct val="150000"/>
                  </a:lnSpc>
                </a:pPr>
                <a:endParaRPr lang="zh-CN" altLang="en-US"/>
              </a:p>
            </p:txBody>
          </p:sp>
          <p:sp>
            <p:nvSpPr>
              <p:cNvPr id="172056" name="Freeform 17"/>
              <p:cNvSpPr/>
              <p:nvPr/>
            </p:nvSpPr>
            <p:spPr>
              <a:xfrm>
                <a:off x="0" y="9983"/>
                <a:ext cx="416796" cy="411805"/>
              </a:xfrm>
              <a:custGeom>
                <a:avLst/>
                <a:gdLst>
                  <a:gd name="txL" fmla="*/ 0 w 167"/>
                  <a:gd name="txT" fmla="*/ 0 h 165"/>
                  <a:gd name="txR" fmla="*/ 167 w 167"/>
                  <a:gd name="txB" fmla="*/ 165 h 165"/>
                </a:gdLst>
                <a:ahLst/>
                <a:cxnLst>
                  <a:cxn ang="0">
                    <a:pos x="2147483646" y="2147483646"/>
                  </a:cxn>
                  <a:cxn ang="0">
                    <a:pos x="2147483646" y="2147483646"/>
                  </a:cxn>
                  <a:cxn ang="0">
                    <a:pos x="2147483646" y="2147483646"/>
                  </a:cxn>
                  <a:cxn ang="0">
                    <a:pos x="2147483646" y="2147483646"/>
                  </a:cxn>
                  <a:cxn ang="0">
                    <a:pos x="2147483646" y="0"/>
                  </a:cxn>
                  <a:cxn ang="0">
                    <a:pos x="0" y="0"/>
                  </a:cxn>
                  <a:cxn ang="0">
                    <a:pos x="0" y="2147483646"/>
                  </a:cxn>
                  <a:cxn ang="0">
                    <a:pos x="2147483646" y="2147483646"/>
                  </a:cxn>
                  <a:cxn ang="0">
                    <a:pos x="2147483646" y="2147483646"/>
                  </a:cxn>
                  <a:cxn ang="0">
                    <a:pos x="2147483646" y="2147483646"/>
                  </a:cxn>
                  <a:cxn ang="0">
                    <a:pos x="2147483646" y="2147483646"/>
                  </a:cxn>
                </a:cxnLst>
                <a:rect l="txL" t="txT" r="txR" b="txB"/>
                <a:pathLst>
                  <a:path w="167" h="165">
                    <a:moveTo>
                      <a:pt x="147" y="145"/>
                    </a:moveTo>
                    <a:lnTo>
                      <a:pt x="20" y="145"/>
                    </a:lnTo>
                    <a:lnTo>
                      <a:pt x="20" y="20"/>
                    </a:lnTo>
                    <a:lnTo>
                      <a:pt x="139" y="20"/>
                    </a:lnTo>
                    <a:lnTo>
                      <a:pt x="160" y="0"/>
                    </a:lnTo>
                    <a:lnTo>
                      <a:pt x="0" y="0"/>
                    </a:lnTo>
                    <a:lnTo>
                      <a:pt x="0" y="165"/>
                    </a:lnTo>
                    <a:lnTo>
                      <a:pt x="167" y="165"/>
                    </a:lnTo>
                    <a:lnTo>
                      <a:pt x="167" y="61"/>
                    </a:lnTo>
                    <a:lnTo>
                      <a:pt x="147" y="81"/>
                    </a:lnTo>
                    <a:lnTo>
                      <a:pt x="147" y="145"/>
                    </a:lnTo>
                    <a:close/>
                  </a:path>
                </a:pathLst>
              </a:custGeom>
              <a:solidFill>
                <a:schemeClr val="bg1">
                  <a:alpha val="100000"/>
                </a:schemeClr>
              </a:solidFill>
              <a:ln w="9525">
                <a:noFill/>
              </a:ln>
            </p:spPr>
            <p:txBody>
              <a:bodyPr/>
              <a:lstStyle/>
              <a:p>
                <a:pPr>
                  <a:lnSpc>
                    <a:spcPct val="150000"/>
                  </a:lnSpc>
                </a:pPr>
                <a:endParaRPr lang="zh-CN" altLang="en-US"/>
              </a:p>
            </p:txBody>
          </p:sp>
        </p:grpSp>
      </p:grpSp>
      <p:grpSp>
        <p:nvGrpSpPr>
          <p:cNvPr id="172039" name="组合 16"/>
          <p:cNvGrpSpPr/>
          <p:nvPr/>
        </p:nvGrpSpPr>
        <p:grpSpPr>
          <a:xfrm>
            <a:off x="608013" y="4538126"/>
            <a:ext cx="1033462" cy="860425"/>
            <a:chOff x="4348163" y="2132888"/>
            <a:chExt cx="1033462" cy="859349"/>
          </a:xfrm>
        </p:grpSpPr>
        <p:sp>
          <p:nvSpPr>
            <p:cNvPr id="18" name="Oval 3"/>
            <p:cNvSpPr>
              <a:spLocks noChangeArrowheads="1"/>
            </p:cNvSpPr>
            <p:nvPr/>
          </p:nvSpPr>
          <p:spPr bwMode="auto">
            <a:xfrm>
              <a:off x="4348163" y="2132888"/>
              <a:ext cx="1033462" cy="859349"/>
            </a:xfrm>
            <a:prstGeom prst="hexagon">
              <a:avLst/>
            </a:prstGeom>
            <a:solidFill>
              <a:srgbClr val="4F81BD"/>
            </a:solidFill>
            <a:ln w="28575">
              <a:noFill/>
              <a:bevel/>
            </a:ln>
          </p:spPr>
          <p:txBody>
            <a:bodyPr anchor="ctr"/>
            <a:lstStyle/>
            <a:p>
              <a:pPr marL="0" marR="0" lvl="0" indent="0" algn="ctr" defTabSz="914400" rtl="0" eaLnBrk="0" fontAlgn="base" latinLnBrk="0" hangingPunct="0">
                <a:lnSpc>
                  <a:spcPct val="150000"/>
                </a:lnSpc>
                <a:spcBef>
                  <a:spcPct val="0"/>
                </a:spcBef>
                <a:spcAft>
                  <a:spcPct val="0"/>
                </a:spcAft>
                <a:buClrTx/>
                <a:buSzTx/>
                <a:buFontTx/>
                <a:buNone/>
                <a:defRPr/>
              </a:pPr>
              <a:endParaRPr kumimoji="0" lang="zh-CN" altLang="zh-CN" b="0" i="0" u="none" strike="noStrike" kern="1200" cap="none" spc="0" normalizeH="0" baseline="0" noProof="0">
                <a:ln>
                  <a:noFill/>
                </a:ln>
                <a:solidFill>
                  <a:schemeClr val="accent6"/>
                </a:solidFill>
                <a:effectLst/>
                <a:uLnTx/>
                <a:uFillTx/>
                <a:latin typeface="Calibri" panose="020F0502020204030204" pitchFamily="34" charset="0"/>
                <a:ea typeface="仿宋_GB2312" pitchFamily="49" charset="-122"/>
                <a:cs typeface="+mn-cs"/>
                <a:sym typeface="Calibri" panose="020F0502020204030204" pitchFamily="34" charset="0"/>
              </a:endParaRPr>
            </a:p>
          </p:txBody>
        </p:sp>
        <p:grpSp>
          <p:nvGrpSpPr>
            <p:cNvPr id="172042" name="Group 29"/>
            <p:cNvGrpSpPr/>
            <p:nvPr/>
          </p:nvGrpSpPr>
          <p:grpSpPr>
            <a:xfrm>
              <a:off x="4616450" y="2301418"/>
              <a:ext cx="569913" cy="484188"/>
              <a:chOff x="0" y="0"/>
              <a:chExt cx="496661" cy="421788"/>
            </a:xfrm>
          </p:grpSpPr>
          <p:sp>
            <p:nvSpPr>
              <p:cNvPr id="172043" name="Freeform 12"/>
              <p:cNvSpPr/>
              <p:nvPr/>
            </p:nvSpPr>
            <p:spPr>
              <a:xfrm>
                <a:off x="157235" y="244586"/>
                <a:ext cx="89848" cy="89848"/>
              </a:xfrm>
              <a:custGeom>
                <a:avLst/>
                <a:gdLst>
                  <a:gd name="txL" fmla="*/ 0 w 36"/>
                  <a:gd name="txT" fmla="*/ 0 h 36"/>
                  <a:gd name="txR" fmla="*/ 36 w 36"/>
                  <a:gd name="txB" fmla="*/ 36 h 36"/>
                </a:gdLst>
                <a:ahLst/>
                <a:cxnLst>
                  <a:cxn ang="0">
                    <a:pos x="2147483646" y="2147483646"/>
                  </a:cxn>
                  <a:cxn ang="0">
                    <a:pos x="2147483646" y="0"/>
                  </a:cxn>
                  <a:cxn ang="0">
                    <a:pos x="2147483646" y="0"/>
                  </a:cxn>
                  <a:cxn ang="0">
                    <a:pos x="0" y="2147483646"/>
                  </a:cxn>
                  <a:cxn ang="0">
                    <a:pos x="2147483646" y="2147483646"/>
                  </a:cxn>
                </a:cxnLst>
                <a:rect l="txL" t="txT" r="txR" b="txB"/>
                <a:pathLst>
                  <a:path w="36" h="36">
                    <a:moveTo>
                      <a:pt x="36" y="20"/>
                    </a:moveTo>
                    <a:lnTo>
                      <a:pt x="16" y="0"/>
                    </a:lnTo>
                    <a:lnTo>
                      <a:pt x="0" y="36"/>
                    </a:lnTo>
                    <a:lnTo>
                      <a:pt x="36" y="20"/>
                    </a:lnTo>
                    <a:close/>
                  </a:path>
                </a:pathLst>
              </a:custGeom>
              <a:solidFill>
                <a:schemeClr val="bg1">
                  <a:alpha val="100000"/>
                </a:schemeClr>
              </a:solidFill>
              <a:ln w="9525">
                <a:noFill/>
              </a:ln>
            </p:spPr>
            <p:txBody>
              <a:bodyPr/>
              <a:lstStyle/>
              <a:p>
                <a:pPr>
                  <a:lnSpc>
                    <a:spcPct val="150000"/>
                  </a:lnSpc>
                </a:pPr>
                <a:endParaRPr lang="zh-CN" altLang="en-US"/>
              </a:p>
            </p:txBody>
          </p:sp>
          <p:sp>
            <p:nvSpPr>
              <p:cNvPr id="172044" name="Rectangle 13"/>
              <p:cNvSpPr/>
              <p:nvPr/>
            </p:nvSpPr>
            <p:spPr>
              <a:xfrm>
                <a:off x="247083" y="294502"/>
                <a:ext cx="2497" cy="2497"/>
              </a:xfrm>
              <a:prstGeom prst="rect">
                <a:avLst/>
              </a:prstGeom>
              <a:solidFill>
                <a:schemeClr val="bg1"/>
              </a:solidFill>
              <a:ln w="9525">
                <a:noFill/>
              </a:ln>
            </p:spPr>
            <p:txBody>
              <a:bodyPr/>
              <a:lstStyle>
                <a:lvl1pPr indent="538480" algn="l" rtl="0" eaLnBrk="0" fontAlgn="base" hangingPunct="0">
                  <a:lnSpc>
                    <a:spcPct val="130000"/>
                  </a:lnSpc>
                  <a:spcBef>
                    <a:spcPct val="0"/>
                  </a:spcBef>
                  <a:spcAft>
                    <a:spcPct val="0"/>
                  </a:spcAft>
                  <a:defRPr sz="240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stStyle>
              <a:p>
                <a:pPr lvl="0" indent="0">
                  <a:lnSpc>
                    <a:spcPct val="150000"/>
                  </a:lnSpc>
                </a:pPr>
                <a:endParaRPr lang="zh-CN" altLang="zh-CN" sz="2800" dirty="0">
                  <a:latin typeface="Calibri" panose="020F0502020204030204" pitchFamily="34" charset="0"/>
                  <a:ea typeface="仿宋_GB2312" pitchFamily="49" charset="-122"/>
                  <a:sym typeface="Calibri" panose="020F0502020204030204" pitchFamily="34" charset="0"/>
                </a:endParaRPr>
              </a:p>
            </p:txBody>
          </p:sp>
          <p:sp>
            <p:nvSpPr>
              <p:cNvPr id="172045" name="Freeform 14"/>
              <p:cNvSpPr/>
              <p:nvPr/>
            </p:nvSpPr>
            <p:spPr>
              <a:xfrm>
                <a:off x="209645" y="29949"/>
                <a:ext cx="227117" cy="222125"/>
              </a:xfrm>
              <a:custGeom>
                <a:avLst/>
                <a:gdLst>
                  <a:gd name="txL" fmla="*/ 0 w 91"/>
                  <a:gd name="txT" fmla="*/ 0 h 89"/>
                  <a:gd name="txR" fmla="*/ 91 w 91"/>
                  <a:gd name="txB" fmla="*/ 89 h 89"/>
                </a:gdLst>
                <a:ahLst/>
                <a:cxnLst>
                  <a:cxn ang="0">
                    <a:pos x="2147483646" y="0"/>
                  </a:cxn>
                  <a:cxn ang="0">
                    <a:pos x="0" y="2147483646"/>
                  </a:cxn>
                  <a:cxn ang="0">
                    <a:pos x="2147483646" y="2147483646"/>
                  </a:cxn>
                  <a:cxn ang="0">
                    <a:pos x="2147483646" y="2147483646"/>
                  </a:cxn>
                  <a:cxn ang="0">
                    <a:pos x="2147483646" y="0"/>
                  </a:cxn>
                </a:cxnLst>
                <a:rect l="txL" t="txT" r="txR" b="txB"/>
                <a:pathLst>
                  <a:path w="91" h="89">
                    <a:moveTo>
                      <a:pt x="81" y="0"/>
                    </a:moveTo>
                    <a:lnTo>
                      <a:pt x="0" y="81"/>
                    </a:lnTo>
                    <a:lnTo>
                      <a:pt x="8" y="89"/>
                    </a:lnTo>
                    <a:lnTo>
                      <a:pt x="91" y="8"/>
                    </a:lnTo>
                    <a:lnTo>
                      <a:pt x="81" y="0"/>
                    </a:lnTo>
                    <a:close/>
                  </a:path>
                </a:pathLst>
              </a:custGeom>
              <a:solidFill>
                <a:schemeClr val="bg1">
                  <a:alpha val="100000"/>
                </a:schemeClr>
              </a:solidFill>
              <a:ln w="9525">
                <a:noFill/>
              </a:ln>
            </p:spPr>
            <p:txBody>
              <a:bodyPr/>
              <a:lstStyle/>
              <a:p>
                <a:pPr>
                  <a:lnSpc>
                    <a:spcPct val="150000"/>
                  </a:lnSpc>
                </a:pPr>
                <a:endParaRPr lang="zh-CN" altLang="en-US"/>
              </a:p>
            </p:txBody>
          </p:sp>
          <p:sp>
            <p:nvSpPr>
              <p:cNvPr id="172046" name="Freeform 15"/>
              <p:cNvSpPr/>
              <p:nvPr/>
            </p:nvSpPr>
            <p:spPr>
              <a:xfrm>
                <a:off x="239595" y="59899"/>
                <a:ext cx="227117" cy="224620"/>
              </a:xfrm>
              <a:custGeom>
                <a:avLst/>
                <a:gdLst>
                  <a:gd name="txL" fmla="*/ 0 w 91"/>
                  <a:gd name="txT" fmla="*/ 0 h 90"/>
                  <a:gd name="txR" fmla="*/ 91 w 91"/>
                  <a:gd name="txB" fmla="*/ 90 h 90"/>
                </a:gdLst>
                <a:ahLst/>
                <a:cxnLst>
                  <a:cxn ang="0">
                    <a:pos x="0" y="2147483646"/>
                  </a:cxn>
                  <a:cxn ang="0">
                    <a:pos x="2147483646" y="2147483646"/>
                  </a:cxn>
                  <a:cxn ang="0">
                    <a:pos x="2147483646" y="2147483646"/>
                  </a:cxn>
                  <a:cxn ang="0">
                    <a:pos x="2147483646" y="0"/>
                  </a:cxn>
                  <a:cxn ang="0">
                    <a:pos x="0" y="2147483646"/>
                  </a:cxn>
                </a:cxnLst>
                <a:rect l="txL" t="txT" r="txR" b="txB"/>
                <a:pathLst>
                  <a:path w="91" h="90">
                    <a:moveTo>
                      <a:pt x="0" y="82"/>
                    </a:moveTo>
                    <a:lnTo>
                      <a:pt x="8" y="90"/>
                    </a:lnTo>
                    <a:lnTo>
                      <a:pt x="91" y="8"/>
                    </a:lnTo>
                    <a:lnTo>
                      <a:pt x="83" y="0"/>
                    </a:lnTo>
                    <a:lnTo>
                      <a:pt x="0" y="82"/>
                    </a:lnTo>
                    <a:close/>
                  </a:path>
                </a:pathLst>
              </a:custGeom>
              <a:solidFill>
                <a:schemeClr val="bg1">
                  <a:alpha val="100000"/>
                </a:schemeClr>
              </a:solidFill>
              <a:ln w="9525">
                <a:noFill/>
              </a:ln>
            </p:spPr>
            <p:txBody>
              <a:bodyPr/>
              <a:lstStyle/>
              <a:p>
                <a:pPr>
                  <a:lnSpc>
                    <a:spcPct val="150000"/>
                  </a:lnSpc>
                </a:pPr>
                <a:endParaRPr lang="zh-CN" altLang="en-US"/>
              </a:p>
            </p:txBody>
          </p:sp>
          <p:sp>
            <p:nvSpPr>
              <p:cNvPr id="172047" name="Freeform 16"/>
              <p:cNvSpPr/>
              <p:nvPr/>
            </p:nvSpPr>
            <p:spPr>
              <a:xfrm>
                <a:off x="426779" y="0"/>
                <a:ext cx="69882" cy="64890"/>
              </a:xfrm>
              <a:custGeom>
                <a:avLst/>
                <a:gdLst>
                  <a:gd name="txL" fmla="*/ 0 w 21"/>
                  <a:gd name="txT" fmla="*/ 0 h 20"/>
                  <a:gd name="txR" fmla="*/ 21 w 21"/>
                  <a:gd name="txB" fmla="*/ 20 h 20"/>
                </a:gdLst>
                <a:ahLst/>
                <a:cxnLst>
                  <a:cxn ang="0">
                    <a:pos x="2147483646" y="2147483646"/>
                  </a:cxn>
                  <a:cxn ang="0">
                    <a:pos x="0" y="2147483646"/>
                  </a:cxn>
                  <a:cxn ang="0">
                    <a:pos x="2147483646" y="2147483646"/>
                  </a:cxn>
                  <a:cxn ang="0">
                    <a:pos x="2147483646" y="2147483646"/>
                  </a:cxn>
                </a:cxnLst>
                <a:rect l="txL" t="txT" r="txR" b="txB"/>
                <a:pathLst>
                  <a:path w="21" h="20">
                    <a:moveTo>
                      <a:pt x="14" y="6"/>
                    </a:moveTo>
                    <a:cubicBezTo>
                      <a:pt x="8" y="0"/>
                      <a:pt x="0" y="6"/>
                      <a:pt x="0" y="6"/>
                    </a:cubicBezTo>
                    <a:cubicBezTo>
                      <a:pt x="15" y="20"/>
                      <a:pt x="15" y="20"/>
                      <a:pt x="15" y="20"/>
                    </a:cubicBezTo>
                    <a:cubicBezTo>
                      <a:pt x="15" y="20"/>
                      <a:pt x="21" y="13"/>
                      <a:pt x="14" y="6"/>
                    </a:cubicBezTo>
                    <a:close/>
                  </a:path>
                </a:pathLst>
              </a:custGeom>
              <a:solidFill>
                <a:schemeClr val="bg1">
                  <a:alpha val="100000"/>
                </a:schemeClr>
              </a:solidFill>
              <a:ln w="9525">
                <a:noFill/>
              </a:ln>
            </p:spPr>
            <p:txBody>
              <a:bodyPr/>
              <a:lstStyle/>
              <a:p>
                <a:pPr>
                  <a:lnSpc>
                    <a:spcPct val="150000"/>
                  </a:lnSpc>
                </a:pPr>
                <a:endParaRPr lang="zh-CN" altLang="en-US"/>
              </a:p>
            </p:txBody>
          </p:sp>
          <p:sp>
            <p:nvSpPr>
              <p:cNvPr id="172048" name="Freeform 17"/>
              <p:cNvSpPr/>
              <p:nvPr/>
            </p:nvSpPr>
            <p:spPr>
              <a:xfrm>
                <a:off x="0" y="9983"/>
                <a:ext cx="416796" cy="411805"/>
              </a:xfrm>
              <a:custGeom>
                <a:avLst/>
                <a:gdLst>
                  <a:gd name="txL" fmla="*/ 0 w 167"/>
                  <a:gd name="txT" fmla="*/ 0 h 165"/>
                  <a:gd name="txR" fmla="*/ 167 w 167"/>
                  <a:gd name="txB" fmla="*/ 165 h 165"/>
                </a:gdLst>
                <a:ahLst/>
                <a:cxnLst>
                  <a:cxn ang="0">
                    <a:pos x="2147483646" y="2147483646"/>
                  </a:cxn>
                  <a:cxn ang="0">
                    <a:pos x="2147483646" y="2147483646"/>
                  </a:cxn>
                  <a:cxn ang="0">
                    <a:pos x="2147483646" y="2147483646"/>
                  </a:cxn>
                  <a:cxn ang="0">
                    <a:pos x="2147483646" y="2147483646"/>
                  </a:cxn>
                  <a:cxn ang="0">
                    <a:pos x="2147483646" y="0"/>
                  </a:cxn>
                  <a:cxn ang="0">
                    <a:pos x="0" y="0"/>
                  </a:cxn>
                  <a:cxn ang="0">
                    <a:pos x="0" y="2147483646"/>
                  </a:cxn>
                  <a:cxn ang="0">
                    <a:pos x="2147483646" y="2147483646"/>
                  </a:cxn>
                  <a:cxn ang="0">
                    <a:pos x="2147483646" y="2147483646"/>
                  </a:cxn>
                  <a:cxn ang="0">
                    <a:pos x="2147483646" y="2147483646"/>
                  </a:cxn>
                  <a:cxn ang="0">
                    <a:pos x="2147483646" y="2147483646"/>
                  </a:cxn>
                </a:cxnLst>
                <a:rect l="txL" t="txT" r="txR" b="txB"/>
                <a:pathLst>
                  <a:path w="167" h="165">
                    <a:moveTo>
                      <a:pt x="147" y="145"/>
                    </a:moveTo>
                    <a:lnTo>
                      <a:pt x="20" y="145"/>
                    </a:lnTo>
                    <a:lnTo>
                      <a:pt x="20" y="20"/>
                    </a:lnTo>
                    <a:lnTo>
                      <a:pt x="139" y="20"/>
                    </a:lnTo>
                    <a:lnTo>
                      <a:pt x="160" y="0"/>
                    </a:lnTo>
                    <a:lnTo>
                      <a:pt x="0" y="0"/>
                    </a:lnTo>
                    <a:lnTo>
                      <a:pt x="0" y="165"/>
                    </a:lnTo>
                    <a:lnTo>
                      <a:pt x="167" y="165"/>
                    </a:lnTo>
                    <a:lnTo>
                      <a:pt x="167" y="61"/>
                    </a:lnTo>
                    <a:lnTo>
                      <a:pt x="147" y="81"/>
                    </a:lnTo>
                    <a:lnTo>
                      <a:pt x="147" y="145"/>
                    </a:lnTo>
                    <a:close/>
                  </a:path>
                </a:pathLst>
              </a:custGeom>
              <a:solidFill>
                <a:schemeClr val="bg1">
                  <a:alpha val="100000"/>
                </a:schemeClr>
              </a:solidFill>
              <a:ln w="9525">
                <a:noFill/>
              </a:ln>
            </p:spPr>
            <p:txBody>
              <a:bodyPr/>
              <a:lstStyle/>
              <a:p>
                <a:pPr>
                  <a:lnSpc>
                    <a:spcPct val="150000"/>
                  </a:lnSpc>
                </a:pPr>
                <a:endParaRPr lang="zh-CN" altLang="en-US"/>
              </a:p>
            </p:txBody>
          </p:sp>
        </p:gr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78A982-A621-4B65-849D-5965D20BFC9C}"/>
              </a:ext>
            </a:extLst>
          </p:cNvPr>
          <p:cNvSpPr>
            <a:spLocks noGrp="1"/>
          </p:cNvSpPr>
          <p:nvPr>
            <p:ph type="title"/>
          </p:nvPr>
        </p:nvSpPr>
        <p:spPr/>
        <p:txBody>
          <a:bodyPr/>
          <a:lstStyle/>
          <a:p>
            <a:r>
              <a:rPr lang="zh-CN" altLang="en-US" dirty="0"/>
              <a:t>线性表的应用：多项式 </a:t>
            </a:r>
            <a:r>
              <a:rPr lang="en-US" altLang="zh-CN" dirty="0"/>
              <a:t>(Polynomial)</a:t>
            </a:r>
            <a:endParaRPr lang="zh-CN" altLang="en-US" dirty="0"/>
          </a:p>
        </p:txBody>
      </p:sp>
      <p:sp>
        <p:nvSpPr>
          <p:cNvPr id="3" name="内容占位符 2">
            <a:extLst>
              <a:ext uri="{FF2B5EF4-FFF2-40B4-BE49-F238E27FC236}">
                <a16:creationId xmlns:a16="http://schemas.microsoft.com/office/drawing/2014/main" id="{652DFA8E-F509-4D3E-A0BA-500573DB5675}"/>
              </a:ext>
            </a:extLst>
          </p:cNvPr>
          <p:cNvSpPr>
            <a:spLocks noGrp="1"/>
          </p:cNvSpPr>
          <p:nvPr>
            <p:ph idx="1"/>
          </p:nvPr>
        </p:nvSpPr>
        <p:spPr>
          <a:xfrm>
            <a:off x="343198" y="3573015"/>
            <a:ext cx="8457604" cy="3049027"/>
          </a:xfrm>
        </p:spPr>
        <p:txBody>
          <a:bodyPr/>
          <a:lstStyle/>
          <a:p>
            <a:r>
              <a:rPr lang="en-US" altLang="zh-CN" dirty="0">
                <a:solidFill>
                  <a:srgbClr val="FF0000"/>
                </a:solidFill>
              </a:rPr>
              <a:t>n </a:t>
            </a:r>
            <a:r>
              <a:rPr lang="zh-CN" altLang="en-US" dirty="0">
                <a:solidFill>
                  <a:srgbClr val="FF0000"/>
                </a:solidFill>
              </a:rPr>
              <a:t>阶多项式 </a:t>
            </a:r>
            <a:r>
              <a:rPr lang="en-US" altLang="zh-CN" dirty="0" err="1"/>
              <a:t>P</a:t>
            </a:r>
            <a:r>
              <a:rPr lang="en-US" altLang="zh-CN" baseline="-25000" dirty="0" err="1"/>
              <a:t>n</a:t>
            </a:r>
            <a:r>
              <a:rPr lang="en-US" altLang="zh-CN" dirty="0"/>
              <a:t>(x) </a:t>
            </a:r>
            <a:r>
              <a:rPr lang="zh-CN" altLang="en-US" dirty="0"/>
              <a:t>有 </a:t>
            </a:r>
            <a:r>
              <a:rPr lang="en-US" altLang="zh-CN" dirty="0"/>
              <a:t>n+1 </a:t>
            </a:r>
            <a:r>
              <a:rPr lang="zh-CN" altLang="en-US" dirty="0"/>
              <a:t>项：</a:t>
            </a:r>
          </a:p>
          <a:p>
            <a:pPr marL="457200" indent="-457200">
              <a:buFont typeface="Arial" panose="020B0604020202020204" pitchFamily="34" charset="0"/>
              <a:buChar char="•"/>
            </a:pPr>
            <a:r>
              <a:rPr lang="zh-CN" altLang="en-US" dirty="0">
                <a:solidFill>
                  <a:srgbClr val="0000FF"/>
                </a:solidFill>
              </a:rPr>
              <a:t>系数</a:t>
            </a:r>
            <a:r>
              <a:rPr lang="zh-CN" altLang="en-US" dirty="0"/>
              <a:t> </a:t>
            </a:r>
            <a:r>
              <a:rPr lang="en-US" altLang="zh-CN" dirty="0"/>
              <a:t>a</a:t>
            </a:r>
            <a:r>
              <a:rPr lang="en-US" altLang="zh-CN" baseline="-25000" dirty="0"/>
              <a:t>0</a:t>
            </a:r>
            <a:r>
              <a:rPr lang="en-US" altLang="zh-CN" dirty="0"/>
              <a:t>, a</a:t>
            </a:r>
            <a:r>
              <a:rPr lang="en-US" altLang="zh-CN" baseline="-25000" dirty="0"/>
              <a:t>1</a:t>
            </a:r>
            <a:r>
              <a:rPr lang="en-US" altLang="zh-CN" dirty="0"/>
              <a:t>, a</a:t>
            </a:r>
            <a:r>
              <a:rPr lang="en-US" altLang="zh-CN" baseline="-25000" dirty="0"/>
              <a:t>2</a:t>
            </a:r>
            <a:r>
              <a:rPr lang="en-US" altLang="zh-CN" dirty="0"/>
              <a:t>, …, a</a:t>
            </a:r>
            <a:r>
              <a:rPr lang="en-US" altLang="zh-CN" baseline="-25000" dirty="0"/>
              <a:t>n</a:t>
            </a:r>
          </a:p>
          <a:p>
            <a:pPr marL="457200" indent="-457200">
              <a:buFont typeface="Arial" panose="020B0604020202020204" pitchFamily="34" charset="0"/>
              <a:buChar char="•"/>
            </a:pPr>
            <a:r>
              <a:rPr lang="zh-CN" altLang="en-US" dirty="0">
                <a:solidFill>
                  <a:srgbClr val="0000FF"/>
                </a:solidFill>
              </a:rPr>
              <a:t>指数</a:t>
            </a:r>
            <a:r>
              <a:rPr lang="zh-CN" altLang="en-US" dirty="0"/>
              <a:t> </a:t>
            </a:r>
            <a:r>
              <a:rPr lang="en-US" altLang="zh-CN" dirty="0"/>
              <a:t>0, 1, 2, …, n</a:t>
            </a:r>
            <a:r>
              <a:rPr lang="zh-CN" altLang="en-US" dirty="0"/>
              <a:t>。按升幂排列</a:t>
            </a:r>
          </a:p>
          <a:p>
            <a:endParaRPr lang="zh-CN" altLang="en-US" dirty="0"/>
          </a:p>
        </p:txBody>
      </p:sp>
      <p:graphicFrame>
        <p:nvGraphicFramePr>
          <p:cNvPr id="4" name="Object 2">
            <a:extLst>
              <a:ext uri="{FF2B5EF4-FFF2-40B4-BE49-F238E27FC236}">
                <a16:creationId xmlns:a16="http://schemas.microsoft.com/office/drawing/2014/main" id="{29E5309D-D0D6-4BE4-9423-100736280718}"/>
              </a:ext>
            </a:extLst>
          </p:cNvPr>
          <p:cNvGraphicFramePr>
            <a:graphicFrameLocks noChangeAspect="1"/>
          </p:cNvGraphicFramePr>
          <p:nvPr>
            <p:extLst>
              <p:ext uri="{D42A27DB-BD31-4B8C-83A1-F6EECF244321}">
                <p14:modId xmlns:p14="http://schemas.microsoft.com/office/powerpoint/2010/main" val="2975885410"/>
              </p:ext>
            </p:extLst>
          </p:nvPr>
        </p:nvGraphicFramePr>
        <p:xfrm>
          <a:off x="1189330" y="1052736"/>
          <a:ext cx="6767046" cy="2232247"/>
        </p:xfrm>
        <a:graphic>
          <a:graphicData uri="http://schemas.openxmlformats.org/presentationml/2006/ole">
            <mc:AlternateContent xmlns:mc="http://schemas.openxmlformats.org/markup-compatibility/2006">
              <mc:Choice xmlns:v="urn:schemas-microsoft-com:vml" Requires="v">
                <p:oleObj spid="_x0000_s23588" name="公式" r:id="rId3" imgW="2184120" imgH="685800" progId="Equation.3">
                  <p:embed/>
                </p:oleObj>
              </mc:Choice>
              <mc:Fallback>
                <p:oleObj name="公式" r:id="rId3" imgW="2184120" imgH="685800" progId="Equation.3">
                  <p:embed/>
                  <p:pic>
                    <p:nvPicPr>
                      <p:cNvPr id="364546" name="Object 2">
                        <a:extLst>
                          <a:ext uri="{FF2B5EF4-FFF2-40B4-BE49-F238E27FC236}">
                            <a16:creationId xmlns:a16="http://schemas.microsoft.com/office/drawing/2014/main" id="{509C51AD-C2C4-4545-85F5-835880F764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9330" y="1052736"/>
                        <a:ext cx="6767046" cy="2232247"/>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9278925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87C95E-0EAE-4E0B-8515-09021436E9A4}"/>
              </a:ext>
            </a:extLst>
          </p:cNvPr>
          <p:cNvSpPr>
            <a:spLocks noGrp="1"/>
          </p:cNvSpPr>
          <p:nvPr>
            <p:ph type="title"/>
          </p:nvPr>
        </p:nvSpPr>
        <p:spPr/>
        <p:txBody>
          <a:bodyPr/>
          <a:lstStyle/>
          <a:p>
            <a:r>
              <a:rPr lang="zh-CN" altLang="en-US" dirty="0"/>
              <a:t>多项式的存储表示</a:t>
            </a:r>
          </a:p>
        </p:txBody>
      </p:sp>
      <p:sp>
        <p:nvSpPr>
          <p:cNvPr id="7" name="Rectangle 4">
            <a:extLst>
              <a:ext uri="{FF2B5EF4-FFF2-40B4-BE49-F238E27FC236}">
                <a16:creationId xmlns:a16="http://schemas.microsoft.com/office/drawing/2014/main" id="{4BF66808-0552-4409-8DA2-0A87F0FAC0A1}"/>
              </a:ext>
            </a:extLst>
          </p:cNvPr>
          <p:cNvSpPr txBox="1">
            <a:spLocks noChangeArrowheads="1"/>
          </p:cNvSpPr>
          <p:nvPr/>
        </p:nvSpPr>
        <p:spPr>
          <a:xfrm>
            <a:off x="323528" y="764705"/>
            <a:ext cx="8568952" cy="4608511"/>
          </a:xfrm>
          <a:prstGeom prst="rect">
            <a:avLst/>
          </a:prstGeom>
          <a:noFill/>
          <a:ln w="9525">
            <a:noFill/>
          </a:ln>
        </p:spPr>
        <p:txBody>
          <a:bodyPr/>
          <a:lstStyle>
            <a:lvl1pPr marL="0" indent="0" algn="l" rtl="0" eaLnBrk="0" fontAlgn="base" hangingPunct="0">
              <a:lnSpc>
                <a:spcPct val="150000"/>
              </a:lnSpc>
              <a:spcBef>
                <a:spcPct val="0"/>
              </a:spcBef>
              <a:spcAft>
                <a:spcPct val="0"/>
              </a:spcAft>
              <a:buFont typeface="Arial" panose="020B0604020202020204" pitchFamily="34" charset="0"/>
              <a:buNone/>
              <a:defRPr sz="2800">
                <a:solidFill>
                  <a:schemeClr val="tx1"/>
                </a:solidFill>
                <a:latin typeface="+mn-lt"/>
                <a:ea typeface="微软雅黑" panose="020B0503020204020204" pitchFamily="34" charset="-122"/>
                <a:cs typeface="+mn-cs"/>
              </a:defRPr>
            </a:lvl1pPr>
            <a:lvl2pPr marL="457200" indent="0" algn="l" rtl="0" eaLnBrk="0" fontAlgn="base" hangingPunct="0">
              <a:lnSpc>
                <a:spcPct val="150000"/>
              </a:lnSpc>
              <a:spcBef>
                <a:spcPct val="20000"/>
              </a:spcBef>
              <a:spcAft>
                <a:spcPct val="0"/>
              </a:spcAft>
              <a:buNone/>
              <a:defRPr sz="24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vl6pPr marL="2514600" indent="-228600" algn="l" rtl="0" eaLnBrk="0" fontAlgn="base" hangingPunct="0">
              <a:spcBef>
                <a:spcPct val="20000"/>
              </a:spcBef>
              <a:spcAft>
                <a:spcPct val="0"/>
              </a:spcAft>
              <a:buChar char="»"/>
              <a:defRPr kumimoji="1" sz="2000">
                <a:solidFill>
                  <a:schemeClr val="tx1"/>
                </a:solidFill>
                <a:latin typeface="+mn-lt"/>
                <a:ea typeface="+mn-ea"/>
              </a:defRPr>
            </a:lvl6pPr>
            <a:lvl7pPr marL="2971800" indent="-228600" algn="l" rtl="0" eaLnBrk="0" fontAlgn="base" hangingPunct="0">
              <a:spcBef>
                <a:spcPct val="20000"/>
              </a:spcBef>
              <a:spcAft>
                <a:spcPct val="0"/>
              </a:spcAft>
              <a:buChar char="»"/>
              <a:defRPr kumimoji="1" sz="2000">
                <a:solidFill>
                  <a:schemeClr val="tx1"/>
                </a:solidFill>
                <a:latin typeface="+mn-lt"/>
                <a:ea typeface="+mn-ea"/>
              </a:defRPr>
            </a:lvl7pPr>
            <a:lvl8pPr marL="3429000" indent="-228600" algn="l" rtl="0" eaLnBrk="0" fontAlgn="base" hangingPunct="0">
              <a:spcBef>
                <a:spcPct val="20000"/>
              </a:spcBef>
              <a:spcAft>
                <a:spcPct val="0"/>
              </a:spcAft>
              <a:buChar char="»"/>
              <a:defRPr kumimoji="1" sz="2000">
                <a:solidFill>
                  <a:schemeClr val="tx1"/>
                </a:solidFill>
                <a:latin typeface="+mn-lt"/>
                <a:ea typeface="+mn-ea"/>
              </a:defRPr>
            </a:lvl8pPr>
            <a:lvl9pPr marL="3886200" indent="-228600" algn="l" rtl="0" eaLnBrk="0" fontAlgn="base" hangingPunct="0">
              <a:spcBef>
                <a:spcPct val="20000"/>
              </a:spcBef>
              <a:spcAft>
                <a:spcPct val="0"/>
              </a:spcAft>
              <a:buChar char="»"/>
              <a:defRPr kumimoji="1" sz="2000">
                <a:solidFill>
                  <a:schemeClr val="tx1"/>
                </a:solidFill>
                <a:latin typeface="+mn-lt"/>
                <a:ea typeface="+mn-ea"/>
              </a:defRPr>
            </a:lvl9pPr>
          </a:lstStyle>
          <a:p>
            <a:pPr>
              <a:spcBef>
                <a:spcPts val="0"/>
              </a:spcBef>
              <a:buFont typeface="Wingdings" panose="05000000000000000000" pitchFamily="2" charset="2"/>
              <a:buNone/>
            </a:pPr>
            <a:r>
              <a:rPr lang="zh-CN" altLang="en-US" b="1" kern="0" dirty="0">
                <a:latin typeface="+mn-ea"/>
                <a:ea typeface="+mn-ea"/>
              </a:rPr>
              <a:t>第一种：静态数组表示</a:t>
            </a:r>
          </a:p>
          <a:p>
            <a:pPr lvl="1">
              <a:spcBef>
                <a:spcPts val="0"/>
              </a:spcBef>
            </a:pPr>
            <a:r>
              <a:rPr lang="en-US" altLang="zh-CN" kern="0" dirty="0">
                <a:latin typeface="+mn-ea"/>
                <a:ea typeface="+mn-ea"/>
              </a:rPr>
              <a:t>#define </a:t>
            </a:r>
            <a:r>
              <a:rPr lang="en-US" altLang="zh-CN" kern="0" dirty="0" err="1">
                <a:latin typeface="+mn-ea"/>
                <a:ea typeface="+mn-ea"/>
              </a:rPr>
              <a:t>maxDegree</a:t>
            </a:r>
            <a:r>
              <a:rPr lang="en-US" altLang="zh-CN" kern="0" dirty="0">
                <a:latin typeface="+mn-ea"/>
                <a:ea typeface="+mn-ea"/>
              </a:rPr>
              <a:t> 20;   </a:t>
            </a:r>
            <a:r>
              <a:rPr kumimoji="1" lang="en-US" altLang="zh-CN" kern="0" dirty="0">
                <a:solidFill>
                  <a:srgbClr val="00B050"/>
                </a:solidFill>
                <a:latin typeface="+mn-ea"/>
                <a:ea typeface="+mn-ea"/>
              </a:rPr>
              <a:t>// </a:t>
            </a:r>
            <a:r>
              <a:rPr kumimoji="1" lang="zh-CN" altLang="en-US" kern="0" dirty="0">
                <a:solidFill>
                  <a:srgbClr val="00B050"/>
                </a:solidFill>
                <a:latin typeface="+mn-ea"/>
                <a:ea typeface="+mn-ea"/>
              </a:rPr>
              <a:t>最大允许阶数</a:t>
            </a:r>
            <a:endParaRPr kumimoji="1" lang="en-US" altLang="zh-CN" kern="0" dirty="0">
              <a:solidFill>
                <a:srgbClr val="00B050"/>
              </a:solidFill>
              <a:latin typeface="+mn-ea"/>
              <a:ea typeface="+mn-ea"/>
            </a:endParaRPr>
          </a:p>
          <a:p>
            <a:pPr lvl="1">
              <a:spcBef>
                <a:spcPts val="0"/>
              </a:spcBef>
            </a:pPr>
            <a:r>
              <a:rPr lang="en-US" altLang="zh-CN" kern="0" dirty="0">
                <a:latin typeface="+mn-ea"/>
                <a:ea typeface="+mn-ea"/>
              </a:rPr>
              <a:t>typedef struct {                </a:t>
            </a:r>
            <a:r>
              <a:rPr kumimoji="1" lang="en-US" altLang="zh-CN" kern="0" dirty="0">
                <a:solidFill>
                  <a:srgbClr val="00B050"/>
                </a:solidFill>
                <a:latin typeface="+mn-ea"/>
                <a:ea typeface="+mn-ea"/>
              </a:rPr>
              <a:t>// </a:t>
            </a:r>
            <a:r>
              <a:rPr kumimoji="1" lang="zh-CN" altLang="en-US" kern="0" dirty="0">
                <a:solidFill>
                  <a:srgbClr val="00B050"/>
                </a:solidFill>
                <a:latin typeface="+mn-ea"/>
                <a:ea typeface="+mn-ea"/>
              </a:rPr>
              <a:t>多项式结构定义</a:t>
            </a:r>
            <a:endParaRPr kumimoji="1" lang="en-US" altLang="zh-CN" kern="0" dirty="0">
              <a:solidFill>
                <a:srgbClr val="00B050"/>
              </a:solidFill>
              <a:latin typeface="+mn-ea"/>
              <a:ea typeface="+mn-ea"/>
            </a:endParaRPr>
          </a:p>
          <a:p>
            <a:pPr lvl="1">
              <a:spcBef>
                <a:spcPts val="0"/>
              </a:spcBef>
            </a:pPr>
            <a:r>
              <a:rPr lang="en-US" altLang="zh-CN" kern="0" dirty="0">
                <a:solidFill>
                  <a:srgbClr val="CC0000"/>
                </a:solidFill>
                <a:latin typeface="+mn-ea"/>
                <a:ea typeface="+mn-ea"/>
              </a:rPr>
              <a:t>    </a:t>
            </a:r>
            <a:r>
              <a:rPr lang="en-US" altLang="zh-CN" kern="0" dirty="0">
                <a:latin typeface="+mn-ea"/>
                <a:ea typeface="+mn-ea"/>
              </a:rPr>
              <a:t>int degree;</a:t>
            </a:r>
            <a:r>
              <a:rPr lang="en-US" altLang="zh-CN" kern="0" dirty="0">
                <a:solidFill>
                  <a:srgbClr val="CC0000"/>
                </a:solidFill>
                <a:latin typeface="+mn-ea"/>
                <a:ea typeface="+mn-ea"/>
              </a:rPr>
              <a:t>	               </a:t>
            </a:r>
            <a:r>
              <a:rPr kumimoji="1" lang="en-US" altLang="zh-CN" kern="0" dirty="0">
                <a:solidFill>
                  <a:srgbClr val="00B050"/>
                </a:solidFill>
                <a:latin typeface="+mn-ea"/>
                <a:ea typeface="+mn-ea"/>
              </a:rPr>
              <a:t>// </a:t>
            </a:r>
            <a:r>
              <a:rPr kumimoji="1" lang="zh-CN" altLang="en-US" kern="0" dirty="0">
                <a:solidFill>
                  <a:srgbClr val="00B050"/>
                </a:solidFill>
                <a:latin typeface="+mn-ea"/>
                <a:ea typeface="+mn-ea"/>
              </a:rPr>
              <a:t>实际阶数</a:t>
            </a:r>
            <a:endParaRPr kumimoji="1" lang="en-US" altLang="zh-CN" kern="0" dirty="0">
              <a:solidFill>
                <a:srgbClr val="00B050"/>
              </a:solidFill>
              <a:latin typeface="+mn-ea"/>
              <a:ea typeface="+mn-ea"/>
            </a:endParaRPr>
          </a:p>
          <a:p>
            <a:pPr lvl="1">
              <a:spcBef>
                <a:spcPts val="0"/>
              </a:spcBef>
            </a:pPr>
            <a:r>
              <a:rPr lang="en-US" altLang="zh-CN" kern="0" dirty="0">
                <a:solidFill>
                  <a:srgbClr val="CC0000"/>
                </a:solidFill>
                <a:latin typeface="+mn-ea"/>
                <a:ea typeface="+mn-ea"/>
              </a:rPr>
              <a:t>    </a:t>
            </a:r>
            <a:r>
              <a:rPr lang="en-US" altLang="zh-CN" kern="0" dirty="0">
                <a:latin typeface="+mn-ea"/>
                <a:ea typeface="+mn-ea"/>
              </a:rPr>
              <a:t>float </a:t>
            </a:r>
            <a:r>
              <a:rPr lang="en-US" altLang="zh-CN" kern="0" dirty="0" err="1">
                <a:latin typeface="+mn-ea"/>
                <a:ea typeface="+mn-ea"/>
              </a:rPr>
              <a:t>coef</a:t>
            </a:r>
            <a:r>
              <a:rPr lang="en-US" altLang="zh-CN" kern="0" dirty="0">
                <a:latin typeface="+mn-ea"/>
                <a:ea typeface="+mn-ea"/>
              </a:rPr>
              <a:t> [maxDegree+1];   </a:t>
            </a:r>
            <a:r>
              <a:rPr kumimoji="1" lang="en-US" altLang="zh-CN" kern="0" dirty="0">
                <a:solidFill>
                  <a:srgbClr val="00B050"/>
                </a:solidFill>
                <a:latin typeface="+mn-ea"/>
                <a:ea typeface="+mn-ea"/>
              </a:rPr>
              <a:t>// </a:t>
            </a:r>
            <a:r>
              <a:rPr kumimoji="1" lang="zh-CN" altLang="en-US" kern="0" dirty="0">
                <a:solidFill>
                  <a:srgbClr val="00B050"/>
                </a:solidFill>
                <a:latin typeface="+mn-ea"/>
                <a:ea typeface="+mn-ea"/>
              </a:rPr>
              <a:t>系数数组</a:t>
            </a:r>
            <a:endParaRPr kumimoji="1" lang="en-US" altLang="zh-CN" kern="0" dirty="0">
              <a:solidFill>
                <a:srgbClr val="00B050"/>
              </a:solidFill>
              <a:latin typeface="+mn-ea"/>
              <a:ea typeface="+mn-ea"/>
            </a:endParaRPr>
          </a:p>
          <a:p>
            <a:pPr lvl="1">
              <a:spcBef>
                <a:spcPts val="0"/>
              </a:spcBef>
            </a:pPr>
            <a:r>
              <a:rPr lang="en-US" altLang="zh-CN" kern="0" dirty="0">
                <a:latin typeface="+mn-ea"/>
                <a:ea typeface="+mn-ea"/>
              </a:rPr>
              <a:t>} Polynomial;</a:t>
            </a:r>
          </a:p>
          <a:p>
            <a:pPr>
              <a:spcBef>
                <a:spcPts val="0"/>
              </a:spcBef>
            </a:pPr>
            <a:r>
              <a:rPr lang="zh-CN" altLang="en-US" kern="0" dirty="0">
                <a:latin typeface="+mn-ea"/>
                <a:ea typeface="+mn-ea"/>
              </a:rPr>
              <a:t>例</a:t>
            </a:r>
            <a:r>
              <a:rPr lang="zh-CN" altLang="en-US" kern="0" dirty="0">
                <a:solidFill>
                  <a:srgbClr val="006600"/>
                </a:solidFill>
                <a:latin typeface="+mn-ea"/>
                <a:ea typeface="+mn-ea"/>
              </a:rPr>
              <a:t> </a:t>
            </a:r>
            <a:r>
              <a:rPr lang="en-US" altLang="zh-CN" i="1" kern="0" dirty="0" err="1">
                <a:solidFill>
                  <a:srgbClr val="0000FF"/>
                </a:solidFill>
                <a:latin typeface="+mn-ea"/>
                <a:ea typeface="+mn-ea"/>
              </a:rPr>
              <a:t>P</a:t>
            </a:r>
            <a:r>
              <a:rPr lang="en-US" altLang="zh-CN" i="1" kern="0" baseline="-25000" dirty="0" err="1">
                <a:solidFill>
                  <a:srgbClr val="0000FF"/>
                </a:solidFill>
                <a:latin typeface="+mn-ea"/>
                <a:ea typeface="+mn-ea"/>
              </a:rPr>
              <a:t>n</a:t>
            </a:r>
            <a:r>
              <a:rPr lang="en-US" altLang="zh-CN" kern="0" dirty="0">
                <a:solidFill>
                  <a:srgbClr val="0000FF"/>
                </a:solidFill>
                <a:latin typeface="+mn-ea"/>
                <a:ea typeface="+mn-ea"/>
              </a:rPr>
              <a:t>(</a:t>
            </a:r>
            <a:r>
              <a:rPr lang="en-US" altLang="zh-CN" i="1" kern="0" dirty="0">
                <a:solidFill>
                  <a:srgbClr val="0000FF"/>
                </a:solidFill>
                <a:latin typeface="+mn-ea"/>
                <a:ea typeface="+mn-ea"/>
              </a:rPr>
              <a:t>x</a:t>
            </a:r>
            <a:r>
              <a:rPr lang="en-US" altLang="zh-CN" kern="0" dirty="0">
                <a:solidFill>
                  <a:srgbClr val="0000FF"/>
                </a:solidFill>
                <a:latin typeface="+mn-ea"/>
                <a:ea typeface="+mn-ea"/>
              </a:rPr>
              <a:t>) = </a:t>
            </a:r>
            <a:r>
              <a:rPr lang="en-US" altLang="zh-CN" i="1" kern="0" dirty="0">
                <a:solidFill>
                  <a:srgbClr val="0000FF"/>
                </a:solidFill>
                <a:latin typeface="+mn-ea"/>
                <a:ea typeface="+mn-ea"/>
              </a:rPr>
              <a:t>a</a:t>
            </a:r>
            <a:r>
              <a:rPr lang="en-US" altLang="zh-CN" kern="0" baseline="-25000" dirty="0">
                <a:solidFill>
                  <a:srgbClr val="0000FF"/>
                </a:solidFill>
                <a:latin typeface="+mn-ea"/>
                <a:ea typeface="+mn-ea"/>
                <a:cs typeface="Times New Roman" panose="02020603050405020304" pitchFamily="18" charset="0"/>
              </a:rPr>
              <a:t>0</a:t>
            </a:r>
            <a:r>
              <a:rPr lang="en-US" altLang="zh-CN" kern="0" dirty="0">
                <a:solidFill>
                  <a:srgbClr val="0000FF"/>
                </a:solidFill>
                <a:latin typeface="+mn-ea"/>
                <a:ea typeface="+mn-ea"/>
              </a:rPr>
              <a:t> + </a:t>
            </a:r>
            <a:r>
              <a:rPr lang="en-US" altLang="zh-CN" i="1" kern="0" dirty="0">
                <a:solidFill>
                  <a:srgbClr val="0000FF"/>
                </a:solidFill>
                <a:latin typeface="+mn-ea"/>
                <a:ea typeface="+mn-ea"/>
              </a:rPr>
              <a:t>a</a:t>
            </a:r>
            <a:r>
              <a:rPr lang="en-US" altLang="zh-CN" kern="0" baseline="-25000" dirty="0">
                <a:solidFill>
                  <a:srgbClr val="0000FF"/>
                </a:solidFill>
                <a:latin typeface="+mn-ea"/>
                <a:ea typeface="+mn-ea"/>
              </a:rPr>
              <a:t>1</a:t>
            </a:r>
            <a:r>
              <a:rPr lang="en-US" altLang="zh-CN" i="1" kern="0" dirty="0">
                <a:solidFill>
                  <a:srgbClr val="0000FF"/>
                </a:solidFill>
                <a:latin typeface="+mn-ea"/>
                <a:ea typeface="+mn-ea"/>
              </a:rPr>
              <a:t>x</a:t>
            </a:r>
            <a:r>
              <a:rPr lang="en-US" altLang="zh-CN" kern="0" dirty="0">
                <a:solidFill>
                  <a:srgbClr val="0000FF"/>
                </a:solidFill>
                <a:latin typeface="+mn-ea"/>
                <a:ea typeface="+mn-ea"/>
              </a:rPr>
              <a:t> + </a:t>
            </a:r>
            <a:r>
              <a:rPr lang="en-US" altLang="zh-CN" i="1" kern="0" dirty="0">
                <a:solidFill>
                  <a:srgbClr val="0000FF"/>
                </a:solidFill>
                <a:latin typeface="+mn-ea"/>
                <a:ea typeface="+mn-ea"/>
              </a:rPr>
              <a:t>a</a:t>
            </a:r>
            <a:r>
              <a:rPr lang="en-US" altLang="zh-CN" kern="0" baseline="-25000" dirty="0">
                <a:solidFill>
                  <a:srgbClr val="0000FF"/>
                </a:solidFill>
                <a:latin typeface="+mn-ea"/>
                <a:ea typeface="+mn-ea"/>
              </a:rPr>
              <a:t>2</a:t>
            </a:r>
            <a:r>
              <a:rPr lang="en-US" altLang="zh-CN" i="1" kern="0" dirty="0">
                <a:solidFill>
                  <a:srgbClr val="0000FF"/>
                </a:solidFill>
                <a:latin typeface="+mn-ea"/>
                <a:ea typeface="+mn-ea"/>
              </a:rPr>
              <a:t>x</a:t>
            </a:r>
            <a:r>
              <a:rPr lang="en-US" altLang="zh-CN" kern="0" baseline="30000" dirty="0">
                <a:solidFill>
                  <a:srgbClr val="0000FF"/>
                </a:solidFill>
                <a:latin typeface="+mn-ea"/>
                <a:ea typeface="+mn-ea"/>
              </a:rPr>
              <a:t>2</a:t>
            </a:r>
            <a:r>
              <a:rPr lang="en-US" altLang="zh-CN" kern="0" dirty="0">
                <a:solidFill>
                  <a:srgbClr val="0000FF"/>
                </a:solidFill>
                <a:latin typeface="+mn-ea"/>
                <a:ea typeface="+mn-ea"/>
              </a:rPr>
              <a:t> + … + </a:t>
            </a:r>
            <a:r>
              <a:rPr lang="en-US" altLang="zh-CN" i="1" kern="0" dirty="0" err="1">
                <a:solidFill>
                  <a:srgbClr val="0000FF"/>
                </a:solidFill>
                <a:latin typeface="+mn-ea"/>
                <a:ea typeface="+mn-ea"/>
              </a:rPr>
              <a:t>a</a:t>
            </a:r>
            <a:r>
              <a:rPr lang="en-US" altLang="zh-CN" i="1" kern="0" baseline="-25000" dirty="0" err="1">
                <a:solidFill>
                  <a:srgbClr val="0000FF"/>
                </a:solidFill>
                <a:latin typeface="+mn-ea"/>
                <a:ea typeface="+mn-ea"/>
              </a:rPr>
              <a:t>n</a:t>
            </a:r>
            <a:r>
              <a:rPr lang="en-US" altLang="zh-CN" i="1" kern="0" dirty="0" err="1">
                <a:solidFill>
                  <a:srgbClr val="0000FF"/>
                </a:solidFill>
                <a:latin typeface="+mn-ea"/>
                <a:ea typeface="+mn-ea"/>
              </a:rPr>
              <a:t>x</a:t>
            </a:r>
            <a:r>
              <a:rPr lang="en-US" altLang="zh-CN" i="1" kern="0" baseline="30000" dirty="0" err="1">
                <a:solidFill>
                  <a:srgbClr val="0000FF"/>
                </a:solidFill>
                <a:latin typeface="+mn-ea"/>
                <a:ea typeface="+mn-ea"/>
              </a:rPr>
              <a:t>n</a:t>
            </a:r>
            <a:r>
              <a:rPr lang="en-US" altLang="zh-CN" kern="0" dirty="0">
                <a:solidFill>
                  <a:srgbClr val="006600"/>
                </a:solidFill>
                <a:latin typeface="+mn-ea"/>
                <a:ea typeface="+mn-ea"/>
              </a:rPr>
              <a:t> </a:t>
            </a:r>
            <a:r>
              <a:rPr lang="zh-CN" altLang="en-US" kern="0" dirty="0">
                <a:latin typeface="+mn-ea"/>
                <a:ea typeface="+mn-ea"/>
                <a:cs typeface="Times New Roman" panose="02020603050405020304" pitchFamily="18" charset="0"/>
              </a:rPr>
              <a:t>的静态表示：</a:t>
            </a:r>
          </a:p>
        </p:txBody>
      </p:sp>
      <p:grpSp>
        <p:nvGrpSpPr>
          <p:cNvPr id="22" name="Group 32">
            <a:extLst>
              <a:ext uri="{FF2B5EF4-FFF2-40B4-BE49-F238E27FC236}">
                <a16:creationId xmlns:a16="http://schemas.microsoft.com/office/drawing/2014/main" id="{D442416A-F6FA-47A7-AD59-56F40847FEAA}"/>
              </a:ext>
            </a:extLst>
          </p:cNvPr>
          <p:cNvGrpSpPr>
            <a:grpSpLocks/>
          </p:cNvGrpSpPr>
          <p:nvPr/>
        </p:nvGrpSpPr>
        <p:grpSpPr bwMode="auto">
          <a:xfrm>
            <a:off x="719931" y="5026871"/>
            <a:ext cx="7405687" cy="1665288"/>
            <a:chOff x="295" y="2954"/>
            <a:chExt cx="4665" cy="1049"/>
          </a:xfrm>
        </p:grpSpPr>
        <p:grpSp>
          <p:nvGrpSpPr>
            <p:cNvPr id="23" name="Group 29">
              <a:extLst>
                <a:ext uri="{FF2B5EF4-FFF2-40B4-BE49-F238E27FC236}">
                  <a16:creationId xmlns:a16="http://schemas.microsoft.com/office/drawing/2014/main" id="{8B35CCAC-5884-419E-95A0-2F80F4F73352}"/>
                </a:ext>
              </a:extLst>
            </p:cNvPr>
            <p:cNvGrpSpPr>
              <a:grpSpLocks/>
            </p:cNvGrpSpPr>
            <p:nvPr/>
          </p:nvGrpSpPr>
          <p:grpSpPr bwMode="auto">
            <a:xfrm>
              <a:off x="924" y="3292"/>
              <a:ext cx="3840" cy="386"/>
              <a:chOff x="907" y="3271"/>
              <a:chExt cx="3840" cy="386"/>
            </a:xfrm>
          </p:grpSpPr>
          <p:sp>
            <p:nvSpPr>
              <p:cNvPr id="28" name="Rectangle 16">
                <a:extLst>
                  <a:ext uri="{FF2B5EF4-FFF2-40B4-BE49-F238E27FC236}">
                    <a16:creationId xmlns:a16="http://schemas.microsoft.com/office/drawing/2014/main" id="{3FC592D5-5535-4FD8-858C-83EE7FEDEA05}"/>
                  </a:ext>
                </a:extLst>
              </p:cNvPr>
              <p:cNvSpPr>
                <a:spLocks noChangeArrowheads="1"/>
              </p:cNvSpPr>
              <p:nvPr/>
            </p:nvSpPr>
            <p:spPr bwMode="auto">
              <a:xfrm>
                <a:off x="907" y="3271"/>
                <a:ext cx="3840" cy="384"/>
              </a:xfrm>
              <a:prstGeom prst="rect">
                <a:avLst/>
              </a:prstGeom>
              <a:solidFill>
                <a:srgbClr val="FFFF66"/>
              </a:solidFill>
              <a:ln w="9525">
                <a:solidFill>
                  <a:srgbClr val="000099"/>
                </a:solidFill>
                <a:miter lim="800000"/>
                <a:headEnd/>
                <a:tailEnd/>
              </a:ln>
              <a:effectLst>
                <a:outerShdw dist="35921" dir="2700000" algn="ctr" rotWithShape="0">
                  <a:srgbClr val="0033CC"/>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b="0"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29" name="Line 22">
                <a:extLst>
                  <a:ext uri="{FF2B5EF4-FFF2-40B4-BE49-F238E27FC236}">
                    <a16:creationId xmlns:a16="http://schemas.microsoft.com/office/drawing/2014/main" id="{26D2BFD7-1F6E-42C6-B7B4-3B725A31ADE6}"/>
                  </a:ext>
                </a:extLst>
              </p:cNvPr>
              <p:cNvSpPr>
                <a:spLocks noChangeShapeType="1"/>
              </p:cNvSpPr>
              <p:nvPr/>
            </p:nvSpPr>
            <p:spPr bwMode="auto">
              <a:xfrm flipH="1">
                <a:off x="1315" y="3271"/>
                <a:ext cx="0" cy="386"/>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b="0"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30" name="Line 23">
                <a:extLst>
                  <a:ext uri="{FF2B5EF4-FFF2-40B4-BE49-F238E27FC236}">
                    <a16:creationId xmlns:a16="http://schemas.microsoft.com/office/drawing/2014/main" id="{F7694A6A-7BF3-42AE-9BCA-D48B5E0C8A54}"/>
                  </a:ext>
                </a:extLst>
              </p:cNvPr>
              <p:cNvSpPr>
                <a:spLocks noChangeShapeType="1"/>
              </p:cNvSpPr>
              <p:nvPr/>
            </p:nvSpPr>
            <p:spPr bwMode="auto">
              <a:xfrm flipH="1">
                <a:off x="1723" y="3271"/>
                <a:ext cx="0" cy="386"/>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b="0"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31" name="Line 24">
                <a:extLst>
                  <a:ext uri="{FF2B5EF4-FFF2-40B4-BE49-F238E27FC236}">
                    <a16:creationId xmlns:a16="http://schemas.microsoft.com/office/drawing/2014/main" id="{171FF094-92ED-4904-8F8F-FAF1E4675344}"/>
                  </a:ext>
                </a:extLst>
              </p:cNvPr>
              <p:cNvSpPr>
                <a:spLocks noChangeShapeType="1"/>
              </p:cNvSpPr>
              <p:nvPr/>
            </p:nvSpPr>
            <p:spPr bwMode="auto">
              <a:xfrm flipH="1">
                <a:off x="2132" y="3271"/>
                <a:ext cx="0" cy="386"/>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b="0"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32" name="Line 25">
                <a:extLst>
                  <a:ext uri="{FF2B5EF4-FFF2-40B4-BE49-F238E27FC236}">
                    <a16:creationId xmlns:a16="http://schemas.microsoft.com/office/drawing/2014/main" id="{9061429B-EA95-459A-995B-93010D23A312}"/>
                  </a:ext>
                </a:extLst>
              </p:cNvPr>
              <p:cNvSpPr>
                <a:spLocks noChangeShapeType="1"/>
              </p:cNvSpPr>
              <p:nvPr/>
            </p:nvSpPr>
            <p:spPr bwMode="auto">
              <a:xfrm flipH="1">
                <a:off x="2767" y="3271"/>
                <a:ext cx="0" cy="386"/>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b="0"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33" name="Line 26">
                <a:extLst>
                  <a:ext uri="{FF2B5EF4-FFF2-40B4-BE49-F238E27FC236}">
                    <a16:creationId xmlns:a16="http://schemas.microsoft.com/office/drawing/2014/main" id="{D39209AE-0984-416A-B556-0DC84D4EAB1B}"/>
                  </a:ext>
                </a:extLst>
              </p:cNvPr>
              <p:cNvSpPr>
                <a:spLocks noChangeShapeType="1"/>
              </p:cNvSpPr>
              <p:nvPr/>
            </p:nvSpPr>
            <p:spPr bwMode="auto">
              <a:xfrm flipH="1">
                <a:off x="3175" y="3271"/>
                <a:ext cx="0" cy="386"/>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b="0"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34" name="Line 27">
                <a:extLst>
                  <a:ext uri="{FF2B5EF4-FFF2-40B4-BE49-F238E27FC236}">
                    <a16:creationId xmlns:a16="http://schemas.microsoft.com/office/drawing/2014/main" id="{EB9C450F-443A-4A2A-ACA9-6628ADF2A9D3}"/>
                  </a:ext>
                </a:extLst>
              </p:cNvPr>
              <p:cNvSpPr>
                <a:spLocks noChangeShapeType="1"/>
              </p:cNvSpPr>
              <p:nvPr/>
            </p:nvSpPr>
            <p:spPr bwMode="auto">
              <a:xfrm flipH="1">
                <a:off x="3560" y="3271"/>
                <a:ext cx="0" cy="386"/>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b="0"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35" name="Line 28">
                <a:extLst>
                  <a:ext uri="{FF2B5EF4-FFF2-40B4-BE49-F238E27FC236}">
                    <a16:creationId xmlns:a16="http://schemas.microsoft.com/office/drawing/2014/main" id="{6C753FF4-A0BB-400C-901E-A3D7884E3848}"/>
                  </a:ext>
                </a:extLst>
              </p:cNvPr>
              <p:cNvSpPr>
                <a:spLocks noChangeShapeType="1"/>
              </p:cNvSpPr>
              <p:nvPr/>
            </p:nvSpPr>
            <p:spPr bwMode="auto">
              <a:xfrm flipH="1">
                <a:off x="3946" y="3271"/>
                <a:ext cx="0" cy="386"/>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b="0"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grpSp>
        <p:sp>
          <p:nvSpPr>
            <p:cNvPr id="24" name="Text Box 17">
              <a:extLst>
                <a:ext uri="{FF2B5EF4-FFF2-40B4-BE49-F238E27FC236}">
                  <a16:creationId xmlns:a16="http://schemas.microsoft.com/office/drawing/2014/main" id="{B2AE3137-190A-4224-AAFF-BC13EEF58611}"/>
                </a:ext>
              </a:extLst>
            </p:cNvPr>
            <p:cNvSpPr txBox="1">
              <a:spLocks noChangeArrowheads="1"/>
            </p:cNvSpPr>
            <p:nvPr/>
          </p:nvSpPr>
          <p:spPr bwMode="auto">
            <a:xfrm>
              <a:off x="969" y="3277"/>
              <a:ext cx="240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b="1" i="1" u="none" strike="noStrike" kern="0" cap="none" spc="0" normalizeH="0" baseline="0" noProof="0">
                  <a:ln>
                    <a:noFill/>
                  </a:ln>
                  <a:solidFill>
                    <a:srgbClr val="000099"/>
                  </a:solidFill>
                  <a:effectLst/>
                  <a:uLnTx/>
                  <a:uFillTx/>
                  <a:ea typeface="宋体" panose="02010600030101010101" pitchFamily="2" charset="-122"/>
                </a:rPr>
                <a:t>a</a:t>
              </a:r>
              <a:r>
                <a:rPr kumimoji="1" lang="en-US" altLang="zh-CN" b="1" i="0" u="none" strike="noStrike" kern="0" cap="none" spc="0" normalizeH="0" baseline="-25000" noProof="0">
                  <a:ln>
                    <a:noFill/>
                  </a:ln>
                  <a:solidFill>
                    <a:srgbClr val="000099"/>
                  </a:solidFill>
                  <a:effectLst/>
                  <a:uLnTx/>
                  <a:uFillTx/>
                  <a:ea typeface="宋体" panose="02010600030101010101" pitchFamily="2" charset="-122"/>
                </a:rPr>
                <a:t>0</a:t>
              </a:r>
              <a:r>
                <a:rPr kumimoji="1" lang="en-US" altLang="zh-CN" b="1" i="0" u="none" strike="noStrike" kern="0" cap="none" spc="0" normalizeH="0" baseline="0" noProof="0">
                  <a:ln>
                    <a:noFill/>
                  </a:ln>
                  <a:solidFill>
                    <a:srgbClr val="000099"/>
                  </a:solidFill>
                  <a:effectLst/>
                  <a:uLnTx/>
                  <a:uFillTx/>
                  <a:ea typeface="宋体" panose="02010600030101010101" pitchFamily="2" charset="-122"/>
                </a:rPr>
                <a:t>    </a:t>
              </a:r>
              <a:r>
                <a:rPr kumimoji="1" lang="en-US" altLang="zh-CN" b="1" i="1" u="none" strike="noStrike" kern="0" cap="none" spc="0" normalizeH="0" baseline="0" noProof="0">
                  <a:ln>
                    <a:noFill/>
                  </a:ln>
                  <a:solidFill>
                    <a:srgbClr val="000099"/>
                  </a:solidFill>
                  <a:effectLst/>
                  <a:uLnTx/>
                  <a:uFillTx/>
                  <a:ea typeface="宋体" panose="02010600030101010101" pitchFamily="2" charset="-122"/>
                </a:rPr>
                <a:t>a</a:t>
              </a:r>
              <a:r>
                <a:rPr kumimoji="1" lang="en-US" altLang="zh-CN" b="1" i="0" u="none" strike="noStrike" kern="0" cap="none" spc="0" normalizeH="0" baseline="-25000" noProof="0">
                  <a:ln>
                    <a:noFill/>
                  </a:ln>
                  <a:solidFill>
                    <a:srgbClr val="000099"/>
                  </a:solidFill>
                  <a:effectLst/>
                  <a:uLnTx/>
                  <a:uFillTx/>
                  <a:ea typeface="宋体" panose="02010600030101010101" pitchFamily="2" charset="-122"/>
                </a:rPr>
                <a:t>1</a:t>
              </a:r>
              <a:r>
                <a:rPr kumimoji="1" lang="en-US" altLang="zh-CN" b="1" i="0" u="none" strike="noStrike" kern="0" cap="none" spc="0" normalizeH="0" baseline="0" noProof="0">
                  <a:ln>
                    <a:noFill/>
                  </a:ln>
                  <a:solidFill>
                    <a:srgbClr val="000099"/>
                  </a:solidFill>
                  <a:effectLst/>
                  <a:uLnTx/>
                  <a:uFillTx/>
                  <a:ea typeface="宋体" panose="02010600030101010101" pitchFamily="2" charset="-122"/>
                </a:rPr>
                <a:t>    </a:t>
              </a:r>
              <a:r>
                <a:rPr kumimoji="1" lang="en-US" altLang="zh-CN" b="1" i="1" u="none" strike="noStrike" kern="0" cap="none" spc="0" normalizeH="0" baseline="0" noProof="0">
                  <a:ln>
                    <a:noFill/>
                  </a:ln>
                  <a:solidFill>
                    <a:srgbClr val="000099"/>
                  </a:solidFill>
                  <a:effectLst/>
                  <a:uLnTx/>
                  <a:uFillTx/>
                  <a:ea typeface="宋体" panose="02010600030101010101" pitchFamily="2" charset="-122"/>
                </a:rPr>
                <a:t>a</a:t>
              </a:r>
              <a:r>
                <a:rPr kumimoji="1" lang="en-US" altLang="zh-CN" b="1" i="0" u="none" strike="noStrike" kern="0" cap="none" spc="0" normalizeH="0" baseline="-25000" noProof="0">
                  <a:ln>
                    <a:noFill/>
                  </a:ln>
                  <a:solidFill>
                    <a:srgbClr val="000099"/>
                  </a:solidFill>
                  <a:effectLst/>
                  <a:uLnTx/>
                  <a:uFillTx/>
                  <a:ea typeface="宋体" panose="02010600030101010101" pitchFamily="2" charset="-122"/>
                </a:rPr>
                <a:t>2</a:t>
              </a:r>
              <a:r>
                <a:rPr kumimoji="1" lang="en-US" altLang="zh-CN" b="1" i="0" u="none" strike="noStrike" kern="0" cap="none" spc="0" normalizeH="0" baseline="0" noProof="0">
                  <a:ln>
                    <a:noFill/>
                  </a:ln>
                  <a:solidFill>
                    <a:srgbClr val="000099"/>
                  </a:solidFill>
                  <a:effectLst/>
                  <a:uLnTx/>
                  <a:uFillTx/>
                  <a:ea typeface="宋体" panose="02010600030101010101" pitchFamily="2" charset="-122"/>
                </a:rPr>
                <a:t>    ……   </a:t>
              </a:r>
              <a:r>
                <a:rPr kumimoji="1" lang="en-US" altLang="zh-CN" b="1" i="1" u="none" strike="noStrike" kern="0" cap="none" spc="0" normalizeH="0" baseline="0" noProof="0">
                  <a:ln>
                    <a:noFill/>
                  </a:ln>
                  <a:solidFill>
                    <a:srgbClr val="000099"/>
                  </a:solidFill>
                  <a:effectLst/>
                  <a:uLnTx/>
                  <a:uFillTx/>
                  <a:ea typeface="宋体" panose="02010600030101010101" pitchFamily="2" charset="-122"/>
                </a:rPr>
                <a:t>a</a:t>
              </a:r>
              <a:r>
                <a:rPr kumimoji="1" lang="en-US" altLang="zh-CN" b="1" i="1" u="none" strike="noStrike" kern="0" cap="none" spc="0" normalizeH="0" baseline="-25000" noProof="0">
                  <a:ln>
                    <a:noFill/>
                  </a:ln>
                  <a:solidFill>
                    <a:srgbClr val="000099"/>
                  </a:solidFill>
                  <a:effectLst/>
                  <a:uLnTx/>
                  <a:uFillTx/>
                  <a:ea typeface="宋体" panose="02010600030101010101" pitchFamily="2" charset="-122"/>
                </a:rPr>
                <a:t>n</a:t>
              </a:r>
              <a:r>
                <a:rPr kumimoji="1" lang="en-US" altLang="zh-CN" b="1" i="0" u="none" strike="noStrike" kern="0" cap="none" spc="0" normalizeH="0" baseline="0" noProof="0">
                  <a:ln>
                    <a:noFill/>
                  </a:ln>
                  <a:solidFill>
                    <a:srgbClr val="000099"/>
                  </a:solidFill>
                  <a:effectLst/>
                  <a:uLnTx/>
                  <a:uFillTx/>
                  <a:ea typeface="宋体" panose="02010600030101010101" pitchFamily="2" charset="-122"/>
                </a:rPr>
                <a:t>     </a:t>
              </a:r>
              <a:endParaRPr kumimoji="1" lang="en-US" altLang="zh-CN" b="0" i="0" u="none" strike="noStrike" kern="0" cap="none" spc="0" normalizeH="0" baseline="0" noProof="0">
                <a:ln>
                  <a:noFill/>
                </a:ln>
                <a:solidFill>
                  <a:srgbClr val="000099"/>
                </a:solidFill>
                <a:effectLst/>
                <a:uLnTx/>
                <a:uFillTx/>
                <a:ea typeface="宋体" panose="02010600030101010101" pitchFamily="2" charset="-122"/>
              </a:endParaRPr>
            </a:p>
          </p:txBody>
        </p:sp>
        <p:sp>
          <p:nvSpPr>
            <p:cNvPr id="25" name="Text Box 18">
              <a:extLst>
                <a:ext uri="{FF2B5EF4-FFF2-40B4-BE49-F238E27FC236}">
                  <a16:creationId xmlns:a16="http://schemas.microsoft.com/office/drawing/2014/main" id="{708EDA06-CFF0-43CC-95B1-D30CC20F8E54}"/>
                </a:ext>
              </a:extLst>
            </p:cNvPr>
            <p:cNvSpPr txBox="1">
              <a:spLocks noChangeArrowheads="1"/>
            </p:cNvSpPr>
            <p:nvPr/>
          </p:nvSpPr>
          <p:spPr bwMode="auto">
            <a:xfrm>
              <a:off x="1025" y="2954"/>
              <a:ext cx="3935"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b="1" i="0" u="none" strike="noStrike" kern="0" cap="none" spc="0" normalizeH="0" baseline="0" noProof="0" dirty="0">
                  <a:ln>
                    <a:noFill/>
                  </a:ln>
                  <a:solidFill>
                    <a:srgbClr val="CC0000"/>
                  </a:solidFill>
                  <a:effectLst/>
                  <a:uLnTx/>
                  <a:uFillTx/>
                  <a:ea typeface="宋体" panose="02010600030101010101" pitchFamily="2" charset="-122"/>
                </a:rPr>
                <a:t>0     1      2                </a:t>
              </a:r>
              <a:r>
                <a:rPr kumimoji="1" lang="en-US" altLang="zh-CN" b="1" i="1" u="none" strike="noStrike" kern="0" cap="none" spc="0" normalizeH="0" baseline="0" noProof="0" dirty="0">
                  <a:ln>
                    <a:noFill/>
                  </a:ln>
                  <a:solidFill>
                    <a:srgbClr val="CC0000"/>
                  </a:solidFill>
                  <a:effectLst/>
                  <a:uLnTx/>
                  <a:uFillTx/>
                  <a:ea typeface="宋体" panose="02010600030101010101" pitchFamily="2" charset="-122"/>
                </a:rPr>
                <a:t>n</a:t>
              </a:r>
              <a:r>
                <a:rPr kumimoji="1" lang="en-US" altLang="zh-CN" b="1" i="0" u="none" strike="noStrike" kern="0" cap="none" spc="0" normalizeH="0" baseline="0" noProof="0" dirty="0">
                  <a:ln>
                    <a:noFill/>
                  </a:ln>
                  <a:solidFill>
                    <a:srgbClr val="CC0000"/>
                  </a:solidFill>
                  <a:effectLst/>
                  <a:uLnTx/>
                  <a:uFillTx/>
                  <a:ea typeface="宋体" panose="02010600030101010101" pitchFamily="2" charset="-122"/>
                </a:rPr>
                <a:t>             </a:t>
              </a:r>
              <a:r>
                <a:rPr kumimoji="1" lang="en-US" altLang="zh-CN" b="1" i="0" u="none" strike="noStrike" kern="0" cap="none" spc="0" normalizeH="0" baseline="0" noProof="0" dirty="0" err="1">
                  <a:ln>
                    <a:noFill/>
                  </a:ln>
                  <a:solidFill>
                    <a:srgbClr val="CC0000"/>
                  </a:solidFill>
                  <a:effectLst/>
                  <a:uLnTx/>
                  <a:uFillTx/>
                  <a:ea typeface="宋体" panose="02010600030101010101" pitchFamily="2" charset="-122"/>
                </a:rPr>
                <a:t>maxDegree</a:t>
              </a:r>
              <a:endParaRPr kumimoji="1" lang="en-US" altLang="zh-CN" b="0" i="0" u="none" strike="noStrike" kern="0" cap="none" spc="0" normalizeH="0" baseline="0" noProof="0" dirty="0">
                <a:ln>
                  <a:noFill/>
                </a:ln>
                <a:solidFill>
                  <a:srgbClr val="CC0000"/>
                </a:solidFill>
                <a:effectLst/>
                <a:uLnTx/>
                <a:uFillTx/>
                <a:ea typeface="宋体" panose="02010600030101010101" pitchFamily="2" charset="-122"/>
              </a:endParaRPr>
            </a:p>
          </p:txBody>
        </p:sp>
        <p:sp>
          <p:nvSpPr>
            <p:cNvPr id="26" name="Text Box 19">
              <a:extLst>
                <a:ext uri="{FF2B5EF4-FFF2-40B4-BE49-F238E27FC236}">
                  <a16:creationId xmlns:a16="http://schemas.microsoft.com/office/drawing/2014/main" id="{0ABC1C2B-6A80-4BB1-A1FF-7D426C0CC556}"/>
                </a:ext>
              </a:extLst>
            </p:cNvPr>
            <p:cNvSpPr txBox="1">
              <a:spLocks noChangeArrowheads="1"/>
            </p:cNvSpPr>
            <p:nvPr/>
          </p:nvSpPr>
          <p:spPr bwMode="auto">
            <a:xfrm>
              <a:off x="295" y="3327"/>
              <a:ext cx="50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b="1" i="0" u="none" strike="noStrike" kern="0" cap="none" spc="0" normalizeH="0" baseline="0" noProof="0">
                  <a:ln>
                    <a:noFill/>
                  </a:ln>
                  <a:solidFill>
                    <a:srgbClr val="CC0000"/>
                  </a:solidFill>
                  <a:effectLst/>
                  <a:uLnTx/>
                  <a:uFillTx/>
                  <a:ea typeface="宋体" panose="02010600030101010101" pitchFamily="2" charset="-122"/>
                </a:rPr>
                <a:t>coef</a:t>
              </a:r>
            </a:p>
          </p:txBody>
        </p:sp>
        <p:sp>
          <p:nvSpPr>
            <p:cNvPr id="27" name="Text Box 21">
              <a:extLst>
                <a:ext uri="{FF2B5EF4-FFF2-40B4-BE49-F238E27FC236}">
                  <a16:creationId xmlns:a16="http://schemas.microsoft.com/office/drawing/2014/main" id="{F1E061F2-70BF-49DE-9077-98C119F724F9}"/>
                </a:ext>
              </a:extLst>
            </p:cNvPr>
            <p:cNvSpPr txBox="1">
              <a:spLocks noChangeArrowheads="1"/>
            </p:cNvSpPr>
            <p:nvPr/>
          </p:nvSpPr>
          <p:spPr bwMode="auto">
            <a:xfrm>
              <a:off x="2618" y="3676"/>
              <a:ext cx="74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b="1" i="0" u="none" strike="noStrike" kern="0" cap="none" spc="0" normalizeH="0" baseline="0" noProof="0" dirty="0">
                  <a:ln>
                    <a:noFill/>
                  </a:ln>
                  <a:solidFill>
                    <a:srgbClr val="000099"/>
                  </a:solidFill>
                  <a:effectLst/>
                  <a:uLnTx/>
                  <a:uFillTx/>
                  <a:ea typeface="宋体" panose="02010600030101010101" pitchFamily="2" charset="-122"/>
                </a:rPr>
                <a:t>degree</a:t>
              </a:r>
              <a:endParaRPr kumimoji="1" lang="en-US" altLang="zh-CN" b="0" i="0" u="none" strike="noStrike" kern="0" cap="none" spc="0" normalizeH="0" baseline="0" noProof="0" dirty="0">
                <a:ln>
                  <a:noFill/>
                </a:ln>
                <a:solidFill>
                  <a:srgbClr val="000099"/>
                </a:solidFill>
                <a:effectLst/>
                <a:uLnTx/>
                <a:uFillTx/>
                <a:ea typeface="宋体" panose="02010600030101010101" pitchFamily="2" charset="-122"/>
              </a:endParaRPr>
            </a:p>
          </p:txBody>
        </p:sp>
      </p:grpSp>
    </p:spTree>
    <p:extLst>
      <p:ext uri="{BB962C8B-B14F-4D97-AF65-F5344CB8AC3E}">
        <p14:creationId xmlns:p14="http://schemas.microsoft.com/office/powerpoint/2010/main" val="26893077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BEFC8F-CDE2-461F-9C40-6051458DB861}"/>
              </a:ext>
            </a:extLst>
          </p:cNvPr>
          <p:cNvSpPr>
            <a:spLocks noGrp="1"/>
          </p:cNvSpPr>
          <p:nvPr>
            <p:ph type="title"/>
          </p:nvPr>
        </p:nvSpPr>
        <p:spPr/>
        <p:txBody>
          <a:bodyPr/>
          <a:lstStyle/>
          <a:p>
            <a:r>
              <a:rPr lang="zh-CN" altLang="en-US" dirty="0"/>
              <a:t>多项式的存储表示</a:t>
            </a:r>
          </a:p>
        </p:txBody>
      </p:sp>
      <p:sp>
        <p:nvSpPr>
          <p:cNvPr id="4" name="Rectangle 4">
            <a:extLst>
              <a:ext uri="{FF2B5EF4-FFF2-40B4-BE49-F238E27FC236}">
                <a16:creationId xmlns:a16="http://schemas.microsoft.com/office/drawing/2014/main" id="{249E6779-4FC1-4ABF-9DCE-7FA005EB5E9E}"/>
              </a:ext>
            </a:extLst>
          </p:cNvPr>
          <p:cNvSpPr>
            <a:spLocks noGrp="1" noChangeArrowheads="1"/>
          </p:cNvSpPr>
          <p:nvPr>
            <p:ph idx="1"/>
          </p:nvPr>
        </p:nvSpPr>
        <p:spPr>
          <a:xfrm>
            <a:off x="342900" y="879475"/>
            <a:ext cx="8458200" cy="5741988"/>
          </a:xfrm>
        </p:spPr>
        <p:txBody>
          <a:bodyPr/>
          <a:lstStyle/>
          <a:p>
            <a:pPr marL="457200" indent="-457200">
              <a:spcBef>
                <a:spcPts val="0"/>
              </a:spcBef>
              <a:buFont typeface="Arial" panose="020B0604020202020204" pitchFamily="34" charset="0"/>
              <a:buChar char="•"/>
            </a:pPr>
            <a:r>
              <a:rPr lang="zh-CN" altLang="en-US" dirty="0">
                <a:latin typeface="+mn-ea"/>
                <a:ea typeface="+mn-ea"/>
              </a:rPr>
              <a:t>在这种存储表示中，</a:t>
            </a:r>
            <a:r>
              <a:rPr lang="en-US" altLang="zh-CN" i="1" dirty="0">
                <a:solidFill>
                  <a:srgbClr val="FF0000"/>
                </a:solidFill>
                <a:latin typeface="+mn-ea"/>
                <a:ea typeface="+mn-ea"/>
              </a:rPr>
              <a:t>x</a:t>
            </a:r>
            <a:r>
              <a:rPr lang="en-US" altLang="zh-CN" i="1" baseline="30000" dirty="0">
                <a:solidFill>
                  <a:srgbClr val="FF0000"/>
                </a:solidFill>
                <a:latin typeface="+mn-ea"/>
                <a:ea typeface="+mn-ea"/>
              </a:rPr>
              <a:t>i</a:t>
            </a:r>
            <a:r>
              <a:rPr lang="en-US" altLang="zh-CN" dirty="0">
                <a:solidFill>
                  <a:srgbClr val="FF0000"/>
                </a:solidFill>
                <a:latin typeface="+mn-ea"/>
                <a:ea typeface="+mn-ea"/>
              </a:rPr>
              <a:t> </a:t>
            </a:r>
            <a:r>
              <a:rPr lang="zh-CN" altLang="en-US" dirty="0">
                <a:latin typeface="+mn-ea"/>
                <a:ea typeface="+mn-ea"/>
              </a:rPr>
              <a:t>的系数 </a:t>
            </a:r>
            <a:r>
              <a:rPr lang="en-US" altLang="zh-CN" i="1" dirty="0">
                <a:solidFill>
                  <a:srgbClr val="FF0000"/>
                </a:solidFill>
                <a:latin typeface="+mn-ea"/>
                <a:ea typeface="+mn-ea"/>
              </a:rPr>
              <a:t>c</a:t>
            </a:r>
            <a:r>
              <a:rPr lang="en-US" altLang="zh-CN" i="1" baseline="-25000" dirty="0">
                <a:solidFill>
                  <a:srgbClr val="FF0000"/>
                </a:solidFill>
                <a:latin typeface="+mn-ea"/>
                <a:ea typeface="+mn-ea"/>
              </a:rPr>
              <a:t>i</a:t>
            </a:r>
            <a:r>
              <a:rPr lang="en-US" altLang="zh-CN" dirty="0">
                <a:solidFill>
                  <a:srgbClr val="FF0000"/>
                </a:solidFill>
                <a:latin typeface="+mn-ea"/>
                <a:ea typeface="+mn-ea"/>
              </a:rPr>
              <a:t> </a:t>
            </a:r>
            <a:r>
              <a:rPr lang="zh-CN" altLang="en-US" dirty="0">
                <a:latin typeface="+mn-ea"/>
                <a:ea typeface="+mn-ea"/>
              </a:rPr>
              <a:t>存放于 </a:t>
            </a:r>
            <a:r>
              <a:rPr lang="en-US" altLang="zh-CN" dirty="0" err="1">
                <a:solidFill>
                  <a:srgbClr val="FF0000"/>
                </a:solidFill>
                <a:latin typeface="+mn-ea"/>
                <a:ea typeface="+mn-ea"/>
              </a:rPr>
              <a:t>coef</a:t>
            </a:r>
            <a:r>
              <a:rPr lang="en-US" altLang="zh-CN" dirty="0">
                <a:solidFill>
                  <a:srgbClr val="FF0000"/>
                </a:solidFill>
                <a:latin typeface="+mn-ea"/>
                <a:ea typeface="+mn-ea"/>
              </a:rPr>
              <a:t>[</a:t>
            </a:r>
            <a:r>
              <a:rPr lang="en-US" altLang="zh-CN" dirty="0" err="1">
                <a:solidFill>
                  <a:srgbClr val="FF0000"/>
                </a:solidFill>
                <a:latin typeface="+mn-ea"/>
                <a:ea typeface="+mn-ea"/>
              </a:rPr>
              <a:t>i</a:t>
            </a:r>
            <a:r>
              <a:rPr lang="en-US" altLang="zh-CN" dirty="0">
                <a:solidFill>
                  <a:srgbClr val="FF0000"/>
                </a:solidFill>
                <a:latin typeface="+mn-ea"/>
                <a:ea typeface="+mn-ea"/>
              </a:rPr>
              <a:t>]</a:t>
            </a:r>
            <a:r>
              <a:rPr lang="zh-CN" altLang="en-US" dirty="0">
                <a:latin typeface="+mn-ea"/>
                <a:ea typeface="+mn-ea"/>
              </a:rPr>
              <a:t>，</a:t>
            </a:r>
            <a:r>
              <a:rPr kumimoji="1" lang="zh-CN" altLang="en-US" dirty="0">
                <a:latin typeface="+mn-ea"/>
                <a:ea typeface="+mn-ea"/>
              </a:rPr>
              <a:t>适用于</a:t>
            </a:r>
            <a:r>
              <a:rPr kumimoji="1" lang="zh-CN" altLang="en-US" dirty="0">
                <a:solidFill>
                  <a:srgbClr val="0000FF"/>
                </a:solidFill>
                <a:latin typeface="+mn-ea"/>
                <a:ea typeface="+mn-ea"/>
              </a:rPr>
              <a:t>指数连续排列</a:t>
            </a:r>
            <a:r>
              <a:rPr kumimoji="1" lang="zh-CN" altLang="en-US" dirty="0">
                <a:latin typeface="+mn-ea"/>
                <a:ea typeface="+mn-ea"/>
              </a:rPr>
              <a:t>的多项式。</a:t>
            </a:r>
          </a:p>
          <a:p>
            <a:pPr marL="457200" indent="-457200">
              <a:spcBef>
                <a:spcPts val="0"/>
              </a:spcBef>
              <a:buFont typeface="Arial" panose="020B0604020202020204" pitchFamily="34" charset="0"/>
              <a:buChar char="•"/>
            </a:pPr>
            <a:r>
              <a:rPr lang="zh-CN" altLang="en-US" dirty="0">
                <a:latin typeface="+mn-ea"/>
                <a:ea typeface="+mn-ea"/>
              </a:rPr>
              <a:t>它的优点是可以简化操作，缺点是</a:t>
            </a:r>
            <a:r>
              <a:rPr kumimoji="1" lang="zh-CN" altLang="en-US" dirty="0">
                <a:latin typeface="+mn-ea"/>
                <a:ea typeface="+mn-ea"/>
              </a:rPr>
              <a:t>对于指数不全的</a:t>
            </a:r>
            <a:r>
              <a:rPr kumimoji="1" lang="zh-CN" altLang="en-US" dirty="0">
                <a:solidFill>
                  <a:srgbClr val="FF0000"/>
                </a:solidFill>
                <a:latin typeface="+mn-ea"/>
                <a:ea typeface="+mn-ea"/>
              </a:rPr>
              <a:t>稀疏多项式</a:t>
            </a:r>
            <a:r>
              <a:rPr kumimoji="1" lang="zh-CN" altLang="en-US" dirty="0">
                <a:latin typeface="+mn-ea"/>
                <a:ea typeface="+mn-ea"/>
              </a:rPr>
              <a:t>（大于 </a:t>
            </a:r>
            <a:r>
              <a:rPr kumimoji="1" lang="en-US" altLang="zh-CN" dirty="0">
                <a:latin typeface="+mn-ea"/>
                <a:ea typeface="+mn-ea"/>
              </a:rPr>
              <a:t>n/2 </a:t>
            </a:r>
            <a:r>
              <a:rPr kumimoji="1" lang="zh-CN" altLang="en-US" dirty="0">
                <a:latin typeface="+mn-ea"/>
                <a:ea typeface="+mn-ea"/>
              </a:rPr>
              <a:t>的项</a:t>
            </a:r>
            <a:r>
              <a:rPr kumimoji="1" lang="zh-CN" altLang="en-US">
                <a:latin typeface="+mn-ea"/>
                <a:ea typeface="+mn-ea"/>
              </a:rPr>
              <a:t>空），如</a:t>
            </a:r>
            <a:r>
              <a:rPr kumimoji="1" lang="zh-CN" altLang="en-US">
                <a:effectLst>
                  <a:outerShdw blurRad="38100" dist="38100" dir="2700000" algn="tl">
                    <a:srgbClr val="C0C0C0"/>
                  </a:outerShdw>
                </a:effectLst>
                <a:latin typeface="+mn-ea"/>
                <a:ea typeface="+mn-ea"/>
              </a:rPr>
              <a:t> </a:t>
            </a:r>
            <a:endParaRPr kumimoji="1" lang="zh-CN" altLang="en-US" dirty="0">
              <a:effectLst>
                <a:outerShdw blurRad="38100" dist="38100" dir="2700000" algn="tl">
                  <a:srgbClr val="C0C0C0"/>
                </a:outerShdw>
              </a:effectLst>
              <a:latin typeface="+mn-ea"/>
              <a:ea typeface="+mn-ea"/>
            </a:endParaRPr>
          </a:p>
          <a:p>
            <a:pPr>
              <a:spcBef>
                <a:spcPts val="0"/>
              </a:spcBef>
            </a:pPr>
            <a:r>
              <a:rPr kumimoji="1" lang="en-US" altLang="zh-CN" i="1" dirty="0">
                <a:latin typeface="+mn-ea"/>
                <a:ea typeface="+mn-ea"/>
              </a:rPr>
              <a:t>		</a:t>
            </a:r>
            <a:r>
              <a:rPr kumimoji="1" lang="en-US" altLang="zh-CN" i="1" dirty="0">
                <a:solidFill>
                  <a:srgbClr val="0000FF"/>
                </a:solidFill>
                <a:latin typeface="+mn-ea"/>
                <a:ea typeface="+mn-ea"/>
              </a:rPr>
              <a:t>P</a:t>
            </a:r>
            <a:r>
              <a:rPr kumimoji="1" lang="en-US" altLang="zh-CN" baseline="-25000" dirty="0">
                <a:solidFill>
                  <a:srgbClr val="0000FF"/>
                </a:solidFill>
                <a:latin typeface="+mn-ea"/>
                <a:ea typeface="+mn-ea"/>
              </a:rPr>
              <a:t>101</a:t>
            </a:r>
            <a:r>
              <a:rPr kumimoji="1" lang="en-US" altLang="zh-CN" dirty="0">
                <a:solidFill>
                  <a:srgbClr val="0000FF"/>
                </a:solidFill>
                <a:latin typeface="+mn-ea"/>
                <a:ea typeface="+mn-ea"/>
              </a:rPr>
              <a:t>(</a:t>
            </a:r>
            <a:r>
              <a:rPr kumimoji="1" lang="en-US" altLang="zh-CN" i="1" dirty="0">
                <a:solidFill>
                  <a:srgbClr val="0000FF"/>
                </a:solidFill>
                <a:latin typeface="+mn-ea"/>
                <a:ea typeface="+mn-ea"/>
              </a:rPr>
              <a:t>x</a:t>
            </a:r>
            <a:r>
              <a:rPr kumimoji="1" lang="en-US" altLang="zh-CN" dirty="0">
                <a:solidFill>
                  <a:srgbClr val="0000FF"/>
                </a:solidFill>
                <a:latin typeface="+mn-ea"/>
                <a:ea typeface="+mn-ea"/>
              </a:rPr>
              <a:t>) = 3 + 5</a:t>
            </a:r>
            <a:r>
              <a:rPr kumimoji="1" lang="en-US" altLang="zh-CN" i="1" dirty="0">
                <a:solidFill>
                  <a:srgbClr val="0000FF"/>
                </a:solidFill>
                <a:latin typeface="+mn-ea"/>
                <a:ea typeface="+mn-ea"/>
              </a:rPr>
              <a:t>x</a:t>
            </a:r>
            <a:r>
              <a:rPr kumimoji="1" lang="en-US" altLang="zh-CN" baseline="30000" dirty="0">
                <a:solidFill>
                  <a:srgbClr val="0000FF"/>
                </a:solidFill>
                <a:latin typeface="+mn-ea"/>
                <a:ea typeface="+mn-ea"/>
              </a:rPr>
              <a:t>50</a:t>
            </a:r>
            <a:r>
              <a:rPr kumimoji="1" lang="en-US" altLang="zh-CN" dirty="0">
                <a:solidFill>
                  <a:srgbClr val="0000FF"/>
                </a:solidFill>
                <a:latin typeface="+mn-ea"/>
                <a:ea typeface="+mn-ea"/>
              </a:rPr>
              <a:t> </a:t>
            </a:r>
            <a:r>
              <a:rPr kumimoji="1" lang="en-US" altLang="zh-CN" b="0" dirty="0">
                <a:solidFill>
                  <a:srgbClr val="0000FF"/>
                </a:solidFill>
                <a:latin typeface="+mn-ea"/>
                <a:ea typeface="+mn-ea"/>
              </a:rPr>
              <a:t>-</a:t>
            </a:r>
            <a:r>
              <a:rPr kumimoji="1" lang="en-US" altLang="zh-CN" dirty="0">
                <a:solidFill>
                  <a:srgbClr val="0000FF"/>
                </a:solidFill>
                <a:latin typeface="+mn-ea"/>
                <a:ea typeface="+mn-ea"/>
              </a:rPr>
              <a:t> 14</a:t>
            </a:r>
            <a:r>
              <a:rPr kumimoji="1" lang="en-US" altLang="zh-CN" i="1" dirty="0">
                <a:solidFill>
                  <a:srgbClr val="0000FF"/>
                </a:solidFill>
                <a:latin typeface="+mn-ea"/>
                <a:ea typeface="+mn-ea"/>
              </a:rPr>
              <a:t>x</a:t>
            </a:r>
            <a:r>
              <a:rPr kumimoji="1" lang="en-US" altLang="zh-CN" baseline="30000" dirty="0">
                <a:solidFill>
                  <a:srgbClr val="0000FF"/>
                </a:solidFill>
                <a:latin typeface="+mn-ea"/>
                <a:ea typeface="+mn-ea"/>
              </a:rPr>
              <a:t>101</a:t>
            </a:r>
          </a:p>
          <a:p>
            <a:pPr lvl="1">
              <a:spcBef>
                <a:spcPts val="0"/>
              </a:spcBef>
            </a:pPr>
            <a:r>
              <a:rPr kumimoji="1" lang="en-US" altLang="zh-CN" sz="2800" dirty="0" err="1">
                <a:latin typeface="+mn-ea"/>
                <a:ea typeface="+mn-ea"/>
              </a:rPr>
              <a:t>coef</a:t>
            </a:r>
            <a:r>
              <a:rPr kumimoji="1" lang="en-US" altLang="zh-CN" sz="2800" dirty="0">
                <a:latin typeface="+mn-ea"/>
                <a:ea typeface="+mn-ea"/>
              </a:rPr>
              <a:t> </a:t>
            </a:r>
            <a:r>
              <a:rPr kumimoji="1" lang="zh-CN" altLang="en-US" sz="2800" dirty="0">
                <a:latin typeface="+mn-ea"/>
                <a:ea typeface="+mn-ea"/>
              </a:rPr>
              <a:t>数组长度达到 </a:t>
            </a:r>
            <a:r>
              <a:rPr kumimoji="1" lang="en-US" altLang="zh-CN" sz="2800" dirty="0">
                <a:latin typeface="+mn-ea"/>
                <a:ea typeface="+mn-ea"/>
              </a:rPr>
              <a:t>102</a:t>
            </a:r>
            <a:r>
              <a:rPr kumimoji="1" lang="zh-CN" altLang="en-US" sz="2800" dirty="0">
                <a:latin typeface="+mn-ea"/>
                <a:ea typeface="+mn-ea"/>
              </a:rPr>
              <a:t>，实际只有 </a:t>
            </a:r>
            <a:r>
              <a:rPr kumimoji="1" lang="en-US" altLang="zh-CN" sz="2800" dirty="0">
                <a:latin typeface="+mn-ea"/>
                <a:ea typeface="+mn-ea"/>
              </a:rPr>
              <a:t>3 </a:t>
            </a:r>
            <a:r>
              <a:rPr kumimoji="1" lang="zh-CN" altLang="en-US" sz="2800" dirty="0">
                <a:latin typeface="+mn-ea"/>
                <a:ea typeface="+mn-ea"/>
              </a:rPr>
              <a:t>个非零项，不经济。</a:t>
            </a:r>
          </a:p>
        </p:txBody>
      </p:sp>
    </p:spTree>
    <p:extLst>
      <p:ext uri="{BB962C8B-B14F-4D97-AF65-F5344CB8AC3E}">
        <p14:creationId xmlns:p14="http://schemas.microsoft.com/office/powerpoint/2010/main" val="9920852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48FCBE-E678-459A-A238-08C1E4BE0862}"/>
              </a:ext>
            </a:extLst>
          </p:cNvPr>
          <p:cNvSpPr>
            <a:spLocks noGrp="1"/>
          </p:cNvSpPr>
          <p:nvPr>
            <p:ph type="title"/>
          </p:nvPr>
        </p:nvSpPr>
        <p:spPr/>
        <p:txBody>
          <a:bodyPr/>
          <a:lstStyle/>
          <a:p>
            <a:r>
              <a:rPr lang="zh-CN" altLang="en-US" dirty="0"/>
              <a:t>多项式的顺序存储表示</a:t>
            </a:r>
          </a:p>
        </p:txBody>
      </p:sp>
      <p:sp>
        <p:nvSpPr>
          <p:cNvPr id="3" name="内容占位符 2">
            <a:extLst>
              <a:ext uri="{FF2B5EF4-FFF2-40B4-BE49-F238E27FC236}">
                <a16:creationId xmlns:a16="http://schemas.microsoft.com/office/drawing/2014/main" id="{1EEE5D29-8B47-4E68-90BD-599CF518E73C}"/>
              </a:ext>
            </a:extLst>
          </p:cNvPr>
          <p:cNvSpPr>
            <a:spLocks noGrp="1"/>
          </p:cNvSpPr>
          <p:nvPr>
            <p:ph idx="1"/>
          </p:nvPr>
        </p:nvSpPr>
        <p:spPr>
          <a:xfrm>
            <a:off x="343198" y="836712"/>
            <a:ext cx="8457604" cy="5741816"/>
          </a:xfrm>
        </p:spPr>
        <p:txBody>
          <a:bodyPr/>
          <a:lstStyle/>
          <a:p>
            <a:r>
              <a:rPr lang="zh-CN" altLang="en-US" b="1" dirty="0"/>
              <a:t>第二种：只保存非零系数项</a:t>
            </a:r>
          </a:p>
          <a:p>
            <a:pPr marL="342900" indent="-342900">
              <a:buFont typeface="Arial" panose="020B0604020202020204" pitchFamily="34" charset="0"/>
              <a:buChar char="•"/>
            </a:pPr>
            <a:r>
              <a:rPr lang="zh-CN" altLang="en-US" dirty="0"/>
              <a:t>这种存储表示</a:t>
            </a:r>
            <a:r>
              <a:rPr lang="zh-CN" altLang="en-US" dirty="0">
                <a:solidFill>
                  <a:srgbClr val="FF0000"/>
                </a:solidFill>
              </a:rPr>
              <a:t>适用于稀疏多项式</a:t>
            </a:r>
            <a:r>
              <a:rPr lang="zh-CN" altLang="en-US" dirty="0"/>
              <a:t>。</a:t>
            </a:r>
          </a:p>
          <a:p>
            <a:pPr marL="342900" indent="-342900">
              <a:buFont typeface="Arial" panose="020B0604020202020204" pitchFamily="34" charset="0"/>
              <a:buChar char="•"/>
            </a:pPr>
            <a:r>
              <a:rPr lang="zh-CN" altLang="en-US" dirty="0"/>
              <a:t>在保留</a:t>
            </a:r>
            <a:r>
              <a:rPr lang="zh-CN" altLang="en-US" dirty="0">
                <a:solidFill>
                  <a:srgbClr val="0000FF"/>
                </a:solidFill>
              </a:rPr>
              <a:t>非零系数</a:t>
            </a:r>
            <a:r>
              <a:rPr lang="zh-CN" altLang="en-US" dirty="0"/>
              <a:t>的同时必须保留它的</a:t>
            </a:r>
            <a:r>
              <a:rPr lang="zh-CN" altLang="en-US" dirty="0">
                <a:solidFill>
                  <a:srgbClr val="0000FF"/>
                </a:solidFill>
              </a:rPr>
              <a:t>指数</a:t>
            </a:r>
            <a:r>
              <a:rPr lang="zh-CN" altLang="en-US" dirty="0"/>
              <a:t>。 </a:t>
            </a:r>
          </a:p>
        </p:txBody>
      </p:sp>
      <p:grpSp>
        <p:nvGrpSpPr>
          <p:cNvPr id="5" name="Group 2">
            <a:extLst>
              <a:ext uri="{FF2B5EF4-FFF2-40B4-BE49-F238E27FC236}">
                <a16:creationId xmlns:a16="http://schemas.microsoft.com/office/drawing/2014/main" id="{47C9F2E7-36B8-4808-8A48-E48D95A1B953}"/>
              </a:ext>
            </a:extLst>
          </p:cNvPr>
          <p:cNvGrpSpPr>
            <a:grpSpLocks/>
          </p:cNvGrpSpPr>
          <p:nvPr/>
        </p:nvGrpSpPr>
        <p:grpSpPr bwMode="auto">
          <a:xfrm>
            <a:off x="390146" y="3068960"/>
            <a:ext cx="8365580" cy="2129778"/>
            <a:chOff x="725" y="2929"/>
            <a:chExt cx="4608" cy="974"/>
          </a:xfrm>
        </p:grpSpPr>
        <p:grpSp>
          <p:nvGrpSpPr>
            <p:cNvPr id="6" name="Group 3">
              <a:extLst>
                <a:ext uri="{FF2B5EF4-FFF2-40B4-BE49-F238E27FC236}">
                  <a16:creationId xmlns:a16="http://schemas.microsoft.com/office/drawing/2014/main" id="{5018D48A-1322-4A78-B7FC-9860F3265458}"/>
                </a:ext>
              </a:extLst>
            </p:cNvPr>
            <p:cNvGrpSpPr>
              <a:grpSpLocks/>
            </p:cNvGrpSpPr>
            <p:nvPr/>
          </p:nvGrpSpPr>
          <p:grpSpPr bwMode="auto">
            <a:xfrm>
              <a:off x="1296" y="3264"/>
              <a:ext cx="4033" cy="621"/>
              <a:chOff x="1296" y="3264"/>
              <a:chExt cx="4128" cy="673"/>
            </a:xfrm>
          </p:grpSpPr>
          <p:sp>
            <p:nvSpPr>
              <p:cNvPr id="10" name="Rectangle 4">
                <a:extLst>
                  <a:ext uri="{FF2B5EF4-FFF2-40B4-BE49-F238E27FC236}">
                    <a16:creationId xmlns:a16="http://schemas.microsoft.com/office/drawing/2014/main" id="{152BA253-5CF3-4398-B39C-A55CAA7A2062}"/>
                  </a:ext>
                </a:extLst>
              </p:cNvPr>
              <p:cNvSpPr>
                <a:spLocks noChangeArrowheads="1"/>
              </p:cNvSpPr>
              <p:nvPr/>
            </p:nvSpPr>
            <p:spPr bwMode="auto">
              <a:xfrm>
                <a:off x="1296" y="3265"/>
                <a:ext cx="4128" cy="672"/>
              </a:xfrm>
              <a:prstGeom prst="rect">
                <a:avLst/>
              </a:prstGeom>
              <a:solidFill>
                <a:srgbClr val="FFFF99"/>
              </a:solidFill>
              <a:ln w="28575">
                <a:solidFill>
                  <a:srgbClr val="FF5050"/>
                </a:solidFill>
                <a:miter lim="800000"/>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pPr>
                  <a:lnSpc>
                    <a:spcPct val="150000"/>
                  </a:lnSpc>
                </a:pPr>
                <a:endParaRPr lang="zh-CN" altLang="en-US" sz="3200"/>
              </a:p>
            </p:txBody>
          </p:sp>
          <p:sp>
            <p:nvSpPr>
              <p:cNvPr id="11" name="Line 5">
                <a:extLst>
                  <a:ext uri="{FF2B5EF4-FFF2-40B4-BE49-F238E27FC236}">
                    <a16:creationId xmlns:a16="http://schemas.microsoft.com/office/drawing/2014/main" id="{DEFFAEC3-57A0-4351-96E8-D2DF5F206D70}"/>
                  </a:ext>
                </a:extLst>
              </p:cNvPr>
              <p:cNvSpPr>
                <a:spLocks noChangeShapeType="1"/>
              </p:cNvSpPr>
              <p:nvPr/>
            </p:nvSpPr>
            <p:spPr bwMode="auto">
              <a:xfrm>
                <a:off x="1776" y="3264"/>
                <a:ext cx="0" cy="672"/>
              </a:xfrm>
              <a:prstGeom prst="line">
                <a:avLst/>
              </a:prstGeom>
              <a:noFill/>
              <a:ln w="28575">
                <a:solidFill>
                  <a:srgbClr val="FF5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sz="3200"/>
              </a:p>
            </p:txBody>
          </p:sp>
          <p:sp>
            <p:nvSpPr>
              <p:cNvPr id="12" name="Line 6">
                <a:extLst>
                  <a:ext uri="{FF2B5EF4-FFF2-40B4-BE49-F238E27FC236}">
                    <a16:creationId xmlns:a16="http://schemas.microsoft.com/office/drawing/2014/main" id="{F7369754-D14C-424C-BFCE-EACF7B151EAE}"/>
                  </a:ext>
                </a:extLst>
              </p:cNvPr>
              <p:cNvSpPr>
                <a:spLocks noChangeShapeType="1"/>
              </p:cNvSpPr>
              <p:nvPr/>
            </p:nvSpPr>
            <p:spPr bwMode="auto">
              <a:xfrm>
                <a:off x="3552" y="3264"/>
                <a:ext cx="0" cy="672"/>
              </a:xfrm>
              <a:prstGeom prst="line">
                <a:avLst/>
              </a:prstGeom>
              <a:noFill/>
              <a:ln w="28575">
                <a:solidFill>
                  <a:srgbClr val="FF5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sz="3200"/>
              </a:p>
            </p:txBody>
          </p:sp>
          <p:sp>
            <p:nvSpPr>
              <p:cNvPr id="13" name="Line 7">
                <a:extLst>
                  <a:ext uri="{FF2B5EF4-FFF2-40B4-BE49-F238E27FC236}">
                    <a16:creationId xmlns:a16="http://schemas.microsoft.com/office/drawing/2014/main" id="{4C08ADC8-4293-49DA-A8F7-3A3758A27397}"/>
                  </a:ext>
                </a:extLst>
              </p:cNvPr>
              <p:cNvSpPr>
                <a:spLocks noChangeShapeType="1"/>
              </p:cNvSpPr>
              <p:nvPr/>
            </p:nvSpPr>
            <p:spPr bwMode="auto">
              <a:xfrm>
                <a:off x="2736" y="3264"/>
                <a:ext cx="0" cy="672"/>
              </a:xfrm>
              <a:prstGeom prst="line">
                <a:avLst/>
              </a:prstGeom>
              <a:noFill/>
              <a:ln w="28575">
                <a:solidFill>
                  <a:srgbClr val="FF5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sz="3200"/>
              </a:p>
            </p:txBody>
          </p:sp>
          <p:sp>
            <p:nvSpPr>
              <p:cNvPr id="14" name="Line 8">
                <a:extLst>
                  <a:ext uri="{FF2B5EF4-FFF2-40B4-BE49-F238E27FC236}">
                    <a16:creationId xmlns:a16="http://schemas.microsoft.com/office/drawing/2014/main" id="{DBD9073F-5F66-466C-95E9-E210B55F045E}"/>
                  </a:ext>
                </a:extLst>
              </p:cNvPr>
              <p:cNvSpPr>
                <a:spLocks noChangeShapeType="1"/>
              </p:cNvSpPr>
              <p:nvPr/>
            </p:nvSpPr>
            <p:spPr bwMode="auto">
              <a:xfrm>
                <a:off x="2256" y="3264"/>
                <a:ext cx="0" cy="672"/>
              </a:xfrm>
              <a:prstGeom prst="line">
                <a:avLst/>
              </a:prstGeom>
              <a:noFill/>
              <a:ln w="28575">
                <a:solidFill>
                  <a:srgbClr val="FF5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sz="3200"/>
              </a:p>
            </p:txBody>
          </p:sp>
          <p:sp>
            <p:nvSpPr>
              <p:cNvPr id="15" name="Line 9">
                <a:extLst>
                  <a:ext uri="{FF2B5EF4-FFF2-40B4-BE49-F238E27FC236}">
                    <a16:creationId xmlns:a16="http://schemas.microsoft.com/office/drawing/2014/main" id="{12D3F95E-4540-4E60-AC0B-DC26AED09980}"/>
                  </a:ext>
                </a:extLst>
              </p:cNvPr>
              <p:cNvSpPr>
                <a:spLocks noChangeShapeType="1"/>
              </p:cNvSpPr>
              <p:nvPr/>
            </p:nvSpPr>
            <p:spPr bwMode="auto">
              <a:xfrm>
                <a:off x="4896" y="3264"/>
                <a:ext cx="0" cy="672"/>
              </a:xfrm>
              <a:prstGeom prst="line">
                <a:avLst/>
              </a:prstGeom>
              <a:noFill/>
              <a:ln w="28575">
                <a:solidFill>
                  <a:srgbClr val="FF5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sz="3200"/>
              </a:p>
            </p:txBody>
          </p:sp>
          <p:sp>
            <p:nvSpPr>
              <p:cNvPr id="16" name="Line 10">
                <a:extLst>
                  <a:ext uri="{FF2B5EF4-FFF2-40B4-BE49-F238E27FC236}">
                    <a16:creationId xmlns:a16="http://schemas.microsoft.com/office/drawing/2014/main" id="{556B42F3-2F85-4526-BC61-9781C6284984}"/>
                  </a:ext>
                </a:extLst>
              </p:cNvPr>
              <p:cNvSpPr>
                <a:spLocks noChangeShapeType="1"/>
              </p:cNvSpPr>
              <p:nvPr/>
            </p:nvSpPr>
            <p:spPr bwMode="auto">
              <a:xfrm>
                <a:off x="3984" y="3264"/>
                <a:ext cx="0" cy="672"/>
              </a:xfrm>
              <a:prstGeom prst="line">
                <a:avLst/>
              </a:prstGeom>
              <a:noFill/>
              <a:ln w="28575">
                <a:solidFill>
                  <a:srgbClr val="FF5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sz="3200"/>
              </a:p>
            </p:txBody>
          </p:sp>
          <p:sp>
            <p:nvSpPr>
              <p:cNvPr id="17" name="Line 11">
                <a:extLst>
                  <a:ext uri="{FF2B5EF4-FFF2-40B4-BE49-F238E27FC236}">
                    <a16:creationId xmlns:a16="http://schemas.microsoft.com/office/drawing/2014/main" id="{6BC8FCF1-E48D-4C3D-A74D-52B130AA441A}"/>
                  </a:ext>
                </a:extLst>
              </p:cNvPr>
              <p:cNvSpPr>
                <a:spLocks noChangeShapeType="1"/>
              </p:cNvSpPr>
              <p:nvPr/>
            </p:nvSpPr>
            <p:spPr bwMode="auto">
              <a:xfrm>
                <a:off x="1296" y="3600"/>
                <a:ext cx="4128" cy="0"/>
              </a:xfrm>
              <a:prstGeom prst="line">
                <a:avLst/>
              </a:prstGeom>
              <a:noFill/>
              <a:ln w="19050">
                <a:solidFill>
                  <a:srgbClr val="FF5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endParaRPr lang="zh-CN" altLang="en-US" sz="3200"/>
              </a:p>
            </p:txBody>
          </p:sp>
        </p:grpSp>
        <p:sp>
          <p:nvSpPr>
            <p:cNvPr id="7" name="Text Box 12">
              <a:extLst>
                <a:ext uri="{FF2B5EF4-FFF2-40B4-BE49-F238E27FC236}">
                  <a16:creationId xmlns:a16="http://schemas.microsoft.com/office/drawing/2014/main" id="{A65BED39-F4A3-4879-93F5-CEC1E7DA97E5}"/>
                </a:ext>
              </a:extLst>
            </p:cNvPr>
            <p:cNvSpPr txBox="1">
              <a:spLocks noChangeArrowheads="1"/>
            </p:cNvSpPr>
            <p:nvPr/>
          </p:nvSpPr>
          <p:spPr bwMode="auto">
            <a:xfrm>
              <a:off x="1383" y="3226"/>
              <a:ext cx="3868" cy="6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50000"/>
                </a:lnSpc>
              </a:pPr>
              <a:r>
                <a:rPr kumimoji="1" lang="en-US" altLang="zh-CN" sz="3200" i="1" dirty="0">
                  <a:solidFill>
                    <a:srgbClr val="006600"/>
                  </a:solidFill>
                  <a:latin typeface="Times New Roman" panose="02020603050405020304" pitchFamily="18" charset="0"/>
                </a:rPr>
                <a:t>a</a:t>
              </a:r>
              <a:r>
                <a:rPr kumimoji="1" lang="en-US" altLang="zh-CN" sz="3200" baseline="-25000" dirty="0">
                  <a:solidFill>
                    <a:srgbClr val="006600"/>
                  </a:solidFill>
                  <a:latin typeface="Times New Roman" panose="02020603050405020304" pitchFamily="18" charset="0"/>
                </a:rPr>
                <a:t>1</a:t>
              </a:r>
              <a:r>
                <a:rPr kumimoji="1" lang="en-US" altLang="zh-CN" sz="3200" dirty="0">
                  <a:solidFill>
                    <a:srgbClr val="006600"/>
                  </a:solidFill>
                  <a:latin typeface="Times New Roman" panose="02020603050405020304" pitchFamily="18" charset="0"/>
                </a:rPr>
                <a:t>     </a:t>
              </a:r>
              <a:r>
                <a:rPr kumimoji="1" lang="en-US" altLang="zh-CN" sz="3200" i="1" dirty="0">
                  <a:solidFill>
                    <a:srgbClr val="006600"/>
                  </a:solidFill>
                  <a:latin typeface="Times New Roman" panose="02020603050405020304" pitchFamily="18" charset="0"/>
                </a:rPr>
                <a:t>a</a:t>
              </a:r>
              <a:r>
                <a:rPr kumimoji="1" lang="en-US" altLang="zh-CN" sz="3200" baseline="-25000" dirty="0">
                  <a:solidFill>
                    <a:srgbClr val="006600"/>
                  </a:solidFill>
                  <a:latin typeface="Times New Roman" panose="02020603050405020304" pitchFamily="18" charset="0"/>
                </a:rPr>
                <a:t>2</a:t>
              </a:r>
              <a:r>
                <a:rPr kumimoji="1" lang="en-US" altLang="zh-CN" sz="3200" dirty="0">
                  <a:solidFill>
                    <a:srgbClr val="006600"/>
                  </a:solidFill>
                  <a:latin typeface="Times New Roman" panose="02020603050405020304" pitchFamily="18" charset="0"/>
                </a:rPr>
                <a:t>     </a:t>
              </a:r>
              <a:r>
                <a:rPr kumimoji="1" lang="en-US" altLang="zh-CN" sz="3200" i="1" dirty="0">
                  <a:solidFill>
                    <a:srgbClr val="006600"/>
                  </a:solidFill>
                  <a:latin typeface="Times New Roman" panose="02020603050405020304" pitchFamily="18" charset="0"/>
                </a:rPr>
                <a:t>a</a:t>
              </a:r>
              <a:r>
                <a:rPr kumimoji="1" lang="en-US" altLang="zh-CN" sz="3200" baseline="-25000" dirty="0">
                  <a:solidFill>
                    <a:srgbClr val="006600"/>
                  </a:solidFill>
                  <a:latin typeface="Times New Roman" panose="02020603050405020304" pitchFamily="18" charset="0"/>
                </a:rPr>
                <a:t>3</a:t>
              </a:r>
              <a:r>
                <a:rPr kumimoji="1" lang="en-US" altLang="zh-CN" sz="3200" dirty="0">
                  <a:solidFill>
                    <a:srgbClr val="006600"/>
                  </a:solidFill>
                  <a:latin typeface="Times New Roman" panose="02020603050405020304" pitchFamily="18" charset="0"/>
                </a:rPr>
                <a:t>     ……      </a:t>
              </a:r>
              <a:r>
                <a:rPr kumimoji="1" lang="en-US" altLang="zh-CN" sz="3200" i="1" dirty="0">
                  <a:solidFill>
                    <a:srgbClr val="006600"/>
                  </a:solidFill>
                  <a:latin typeface="Times New Roman" panose="02020603050405020304" pitchFamily="18" charset="0"/>
                </a:rPr>
                <a:t>a</a:t>
              </a:r>
              <a:r>
                <a:rPr kumimoji="1" lang="en-US" altLang="zh-CN" sz="3200" i="1" baseline="-25000" dirty="0">
                  <a:solidFill>
                    <a:srgbClr val="006600"/>
                  </a:solidFill>
                  <a:latin typeface="Times New Roman" panose="02020603050405020304" pitchFamily="18" charset="0"/>
                </a:rPr>
                <a:t>i</a:t>
              </a:r>
              <a:r>
                <a:rPr kumimoji="1" lang="en-US" altLang="zh-CN" sz="3200" dirty="0">
                  <a:solidFill>
                    <a:srgbClr val="006600"/>
                  </a:solidFill>
                  <a:latin typeface="Times New Roman" panose="02020603050405020304" pitchFamily="18" charset="0"/>
                </a:rPr>
                <a:t>      ……       </a:t>
              </a:r>
              <a:r>
                <a:rPr kumimoji="1" lang="en-US" altLang="zh-CN" sz="3200" i="1" dirty="0">
                  <a:solidFill>
                    <a:srgbClr val="006600"/>
                  </a:solidFill>
                  <a:latin typeface="Times New Roman" panose="02020603050405020304" pitchFamily="18" charset="0"/>
                </a:rPr>
                <a:t>a</a:t>
              </a:r>
              <a:r>
                <a:rPr kumimoji="1" lang="en-US" altLang="zh-CN" sz="3200" i="1" baseline="-25000" dirty="0">
                  <a:solidFill>
                    <a:srgbClr val="006600"/>
                  </a:solidFill>
                  <a:latin typeface="Times New Roman" panose="02020603050405020304" pitchFamily="18" charset="0"/>
                </a:rPr>
                <a:t>m</a:t>
              </a:r>
              <a:endParaRPr kumimoji="1" lang="en-US" altLang="zh-CN" sz="3200" dirty="0">
                <a:solidFill>
                  <a:srgbClr val="006600"/>
                </a:solidFill>
                <a:latin typeface="Times New Roman" panose="02020603050405020304" pitchFamily="18" charset="0"/>
              </a:endParaRPr>
            </a:p>
            <a:p>
              <a:pPr>
                <a:lnSpc>
                  <a:spcPct val="150000"/>
                </a:lnSpc>
              </a:pPr>
              <a:r>
                <a:rPr kumimoji="1" lang="en-US" altLang="zh-CN" sz="3200" i="1" dirty="0">
                  <a:solidFill>
                    <a:srgbClr val="006600"/>
                  </a:solidFill>
                  <a:latin typeface="Times New Roman" panose="02020603050405020304" pitchFamily="18" charset="0"/>
                </a:rPr>
                <a:t>e</a:t>
              </a:r>
              <a:r>
                <a:rPr kumimoji="1" lang="en-US" altLang="zh-CN" sz="3200" baseline="-25000" dirty="0">
                  <a:solidFill>
                    <a:srgbClr val="006600"/>
                  </a:solidFill>
                  <a:latin typeface="Times New Roman" panose="02020603050405020304" pitchFamily="18" charset="0"/>
                </a:rPr>
                <a:t>1</a:t>
              </a:r>
              <a:r>
                <a:rPr kumimoji="1" lang="en-US" altLang="zh-CN" sz="3200" dirty="0">
                  <a:solidFill>
                    <a:srgbClr val="006600"/>
                  </a:solidFill>
                  <a:latin typeface="Times New Roman" panose="02020603050405020304" pitchFamily="18" charset="0"/>
                </a:rPr>
                <a:t>     </a:t>
              </a:r>
              <a:r>
                <a:rPr kumimoji="1" lang="en-US" altLang="zh-CN" sz="3200" i="1" dirty="0">
                  <a:solidFill>
                    <a:srgbClr val="006600"/>
                  </a:solidFill>
                  <a:latin typeface="Times New Roman" panose="02020603050405020304" pitchFamily="18" charset="0"/>
                </a:rPr>
                <a:t>e</a:t>
              </a:r>
              <a:r>
                <a:rPr kumimoji="1" lang="en-US" altLang="zh-CN" sz="3200" baseline="-25000" dirty="0">
                  <a:solidFill>
                    <a:srgbClr val="006600"/>
                  </a:solidFill>
                  <a:latin typeface="Times New Roman" panose="02020603050405020304" pitchFamily="18" charset="0"/>
                </a:rPr>
                <a:t>2</a:t>
              </a:r>
              <a:r>
                <a:rPr kumimoji="1" lang="en-US" altLang="zh-CN" sz="3200" dirty="0">
                  <a:solidFill>
                    <a:srgbClr val="006600"/>
                  </a:solidFill>
                  <a:latin typeface="Times New Roman" panose="02020603050405020304" pitchFamily="18" charset="0"/>
                </a:rPr>
                <a:t>     </a:t>
              </a:r>
              <a:r>
                <a:rPr kumimoji="1" lang="en-US" altLang="zh-CN" sz="3200" i="1" dirty="0">
                  <a:solidFill>
                    <a:srgbClr val="006600"/>
                  </a:solidFill>
                  <a:latin typeface="Times New Roman" panose="02020603050405020304" pitchFamily="18" charset="0"/>
                </a:rPr>
                <a:t>e</a:t>
              </a:r>
              <a:r>
                <a:rPr kumimoji="1" lang="en-US" altLang="zh-CN" sz="3200" baseline="-25000" dirty="0">
                  <a:solidFill>
                    <a:srgbClr val="006600"/>
                  </a:solidFill>
                  <a:latin typeface="Times New Roman" panose="02020603050405020304" pitchFamily="18" charset="0"/>
                </a:rPr>
                <a:t>3</a:t>
              </a:r>
              <a:r>
                <a:rPr kumimoji="1" lang="en-US" altLang="zh-CN" sz="3200" dirty="0">
                  <a:solidFill>
                    <a:srgbClr val="006600"/>
                  </a:solidFill>
                  <a:latin typeface="Times New Roman" panose="02020603050405020304" pitchFamily="18" charset="0"/>
                </a:rPr>
                <a:t>      ……      </a:t>
              </a:r>
              <a:r>
                <a:rPr kumimoji="1" lang="en-US" altLang="zh-CN" sz="3200" i="1" dirty="0" err="1">
                  <a:solidFill>
                    <a:srgbClr val="006600"/>
                  </a:solidFill>
                  <a:latin typeface="Times New Roman" panose="02020603050405020304" pitchFamily="18" charset="0"/>
                </a:rPr>
                <a:t>e</a:t>
              </a:r>
              <a:r>
                <a:rPr kumimoji="1" lang="en-US" altLang="zh-CN" sz="3200" i="1" baseline="-25000" dirty="0" err="1">
                  <a:solidFill>
                    <a:srgbClr val="006600"/>
                  </a:solidFill>
                  <a:latin typeface="Times New Roman" panose="02020603050405020304" pitchFamily="18" charset="0"/>
                </a:rPr>
                <a:t>i</a:t>
              </a:r>
              <a:r>
                <a:rPr kumimoji="1" lang="en-US" altLang="zh-CN" sz="3200" i="1" dirty="0">
                  <a:solidFill>
                    <a:srgbClr val="006600"/>
                  </a:solidFill>
                  <a:latin typeface="Times New Roman" panose="02020603050405020304" pitchFamily="18" charset="0"/>
                </a:rPr>
                <a:t> </a:t>
              </a:r>
              <a:r>
                <a:rPr kumimoji="1" lang="en-US" altLang="zh-CN" sz="3200" dirty="0">
                  <a:solidFill>
                    <a:srgbClr val="006600"/>
                  </a:solidFill>
                  <a:latin typeface="Times New Roman" panose="02020603050405020304" pitchFamily="18" charset="0"/>
                </a:rPr>
                <a:t>     ……       </a:t>
              </a:r>
              <a:r>
                <a:rPr kumimoji="1" lang="en-US" altLang="zh-CN" sz="3200" i="1" dirty="0" err="1">
                  <a:solidFill>
                    <a:srgbClr val="006600"/>
                  </a:solidFill>
                  <a:latin typeface="Times New Roman" panose="02020603050405020304" pitchFamily="18" charset="0"/>
                </a:rPr>
                <a:t>e</a:t>
              </a:r>
              <a:r>
                <a:rPr kumimoji="1" lang="en-US" altLang="zh-CN" sz="3200" i="1" baseline="-25000" dirty="0" err="1">
                  <a:solidFill>
                    <a:srgbClr val="006600"/>
                  </a:solidFill>
                  <a:latin typeface="Times New Roman" panose="02020603050405020304" pitchFamily="18" charset="0"/>
                </a:rPr>
                <a:t>m</a:t>
              </a:r>
              <a:endParaRPr kumimoji="1" lang="en-US" altLang="zh-CN" sz="3200" b="0" dirty="0">
                <a:solidFill>
                  <a:srgbClr val="006600"/>
                </a:solidFill>
                <a:latin typeface="Times New Roman" panose="02020603050405020304" pitchFamily="18" charset="0"/>
              </a:endParaRPr>
            </a:p>
          </p:txBody>
        </p:sp>
        <p:sp>
          <p:nvSpPr>
            <p:cNvPr id="8" name="Text Box 13">
              <a:extLst>
                <a:ext uri="{FF2B5EF4-FFF2-40B4-BE49-F238E27FC236}">
                  <a16:creationId xmlns:a16="http://schemas.microsoft.com/office/drawing/2014/main" id="{CC40AB23-155A-4A55-BF3D-778ADD83EA53}"/>
                </a:ext>
              </a:extLst>
            </p:cNvPr>
            <p:cNvSpPr txBox="1">
              <a:spLocks noChangeArrowheads="1"/>
            </p:cNvSpPr>
            <p:nvPr/>
          </p:nvSpPr>
          <p:spPr bwMode="auto">
            <a:xfrm>
              <a:off x="725" y="3192"/>
              <a:ext cx="491" cy="6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50000"/>
                </a:lnSpc>
              </a:pPr>
              <a:r>
                <a:rPr kumimoji="1" lang="en-US" altLang="zh-CN" sz="3200" b="1" dirty="0" err="1">
                  <a:solidFill>
                    <a:srgbClr val="CC0000"/>
                  </a:solidFill>
                  <a:latin typeface="Times New Roman" panose="02020603050405020304" pitchFamily="18" charset="0"/>
                </a:rPr>
                <a:t>coef</a:t>
              </a:r>
              <a:endParaRPr kumimoji="1" lang="en-US" altLang="zh-CN" sz="3200" b="1" dirty="0">
                <a:solidFill>
                  <a:srgbClr val="CC0000"/>
                </a:solidFill>
                <a:latin typeface="Times New Roman" panose="02020603050405020304" pitchFamily="18" charset="0"/>
              </a:endParaRPr>
            </a:p>
            <a:p>
              <a:pPr>
                <a:lnSpc>
                  <a:spcPct val="150000"/>
                </a:lnSpc>
              </a:pPr>
              <a:r>
                <a:rPr kumimoji="1" lang="en-US" altLang="zh-CN" sz="3200" b="1" dirty="0">
                  <a:solidFill>
                    <a:srgbClr val="CC0000"/>
                  </a:solidFill>
                  <a:latin typeface="Times New Roman" panose="02020603050405020304" pitchFamily="18" charset="0"/>
                </a:rPr>
                <a:t>exp</a:t>
              </a:r>
              <a:endParaRPr kumimoji="1" lang="en-US" altLang="zh-CN" sz="3200" b="1" dirty="0">
                <a:latin typeface="Times New Roman" panose="02020603050405020304" pitchFamily="18" charset="0"/>
              </a:endParaRPr>
            </a:p>
          </p:txBody>
        </p:sp>
        <p:sp>
          <p:nvSpPr>
            <p:cNvPr id="9" name="Text Box 14">
              <a:extLst>
                <a:ext uri="{FF2B5EF4-FFF2-40B4-BE49-F238E27FC236}">
                  <a16:creationId xmlns:a16="http://schemas.microsoft.com/office/drawing/2014/main" id="{325C9216-5C1E-473B-AEB2-5D0DE7411395}"/>
                </a:ext>
              </a:extLst>
            </p:cNvPr>
            <p:cNvSpPr txBox="1">
              <a:spLocks noChangeArrowheads="1"/>
            </p:cNvSpPr>
            <p:nvPr/>
          </p:nvSpPr>
          <p:spPr bwMode="auto">
            <a:xfrm>
              <a:off x="1408" y="2929"/>
              <a:ext cx="3925"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50000"/>
                </a:lnSpc>
              </a:pPr>
              <a:r>
                <a:rPr kumimoji="1" lang="en-US" altLang="zh-CN" sz="3200" b="0" dirty="0">
                  <a:solidFill>
                    <a:srgbClr val="0000FF"/>
                  </a:solidFill>
                  <a:latin typeface="Times New Roman" panose="02020603050405020304" pitchFamily="18" charset="0"/>
                </a:rPr>
                <a:t>0     1       2                    </a:t>
              </a:r>
              <a:r>
                <a:rPr kumimoji="1" lang="en-US" altLang="zh-CN" sz="3200" i="1" dirty="0">
                  <a:solidFill>
                    <a:srgbClr val="0000FF"/>
                  </a:solidFill>
                  <a:latin typeface="Times New Roman" panose="02020603050405020304" pitchFamily="18" charset="0"/>
                </a:rPr>
                <a:t>i</a:t>
              </a:r>
              <a:r>
                <a:rPr kumimoji="1" lang="en-US" altLang="zh-CN" sz="3200" dirty="0">
                  <a:solidFill>
                    <a:srgbClr val="0000FF"/>
                  </a:solidFill>
                  <a:latin typeface="Times New Roman" panose="02020603050405020304" pitchFamily="18" charset="0"/>
                </a:rPr>
                <a:t>-1                   </a:t>
              </a:r>
              <a:r>
                <a:rPr kumimoji="1" lang="en-US" altLang="zh-CN" sz="3200" i="1" dirty="0">
                  <a:solidFill>
                    <a:srgbClr val="0000FF"/>
                  </a:solidFill>
                  <a:latin typeface="Times New Roman" panose="02020603050405020304" pitchFamily="18" charset="0"/>
                </a:rPr>
                <a:t>m</a:t>
              </a:r>
              <a:r>
                <a:rPr kumimoji="1" lang="en-US" altLang="zh-CN" sz="3200" dirty="0">
                  <a:solidFill>
                    <a:srgbClr val="0000FF"/>
                  </a:solidFill>
                  <a:latin typeface="Times New Roman" panose="02020603050405020304" pitchFamily="18" charset="0"/>
                </a:rPr>
                <a:t>-1</a:t>
              </a:r>
              <a:endParaRPr kumimoji="1" lang="en-US" altLang="zh-CN" sz="3200" b="0" dirty="0">
                <a:solidFill>
                  <a:srgbClr val="0000FF"/>
                </a:solidFill>
                <a:latin typeface="Times New Roman" panose="02020603050405020304" pitchFamily="18" charset="0"/>
              </a:endParaRPr>
            </a:p>
          </p:txBody>
        </p:sp>
      </p:grpSp>
    </p:spTree>
    <p:extLst>
      <p:ext uri="{BB962C8B-B14F-4D97-AF65-F5344CB8AC3E}">
        <p14:creationId xmlns:p14="http://schemas.microsoft.com/office/powerpoint/2010/main" val="19614908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48FCBE-E678-459A-A238-08C1E4BE0862}"/>
              </a:ext>
            </a:extLst>
          </p:cNvPr>
          <p:cNvSpPr>
            <a:spLocks noGrp="1"/>
          </p:cNvSpPr>
          <p:nvPr>
            <p:ph type="title"/>
          </p:nvPr>
        </p:nvSpPr>
        <p:spPr/>
        <p:txBody>
          <a:bodyPr/>
          <a:lstStyle/>
          <a:p>
            <a:r>
              <a:rPr lang="zh-CN" altLang="en-US" dirty="0"/>
              <a:t>多项式的顺序存储表示</a:t>
            </a:r>
          </a:p>
        </p:txBody>
      </p:sp>
      <p:sp>
        <p:nvSpPr>
          <p:cNvPr id="4" name="Rectangle 15">
            <a:extLst>
              <a:ext uri="{FF2B5EF4-FFF2-40B4-BE49-F238E27FC236}">
                <a16:creationId xmlns:a16="http://schemas.microsoft.com/office/drawing/2014/main" id="{D4A810CD-92EC-4F19-9E0E-96FBC6A1DA07}"/>
              </a:ext>
            </a:extLst>
          </p:cNvPr>
          <p:cNvSpPr txBox="1">
            <a:spLocks noChangeArrowheads="1"/>
          </p:cNvSpPr>
          <p:nvPr/>
        </p:nvSpPr>
        <p:spPr>
          <a:xfrm>
            <a:off x="191654" y="908719"/>
            <a:ext cx="8760692" cy="5717475"/>
          </a:xfrm>
          <a:prstGeom prst="rect">
            <a:avLst/>
          </a:prstGeom>
          <a:noFill/>
          <a:ln w="9525">
            <a:noFill/>
          </a:ln>
        </p:spPr>
        <p:txBody>
          <a:bodyPr/>
          <a:lstStyle>
            <a:lvl1pPr marL="0" indent="0" algn="l" rtl="0" eaLnBrk="0" fontAlgn="base" hangingPunct="0">
              <a:lnSpc>
                <a:spcPct val="150000"/>
              </a:lnSpc>
              <a:spcBef>
                <a:spcPct val="0"/>
              </a:spcBef>
              <a:spcAft>
                <a:spcPct val="0"/>
              </a:spcAft>
              <a:buFont typeface="Arial" panose="020B0604020202020204" pitchFamily="34" charset="0"/>
              <a:buNone/>
              <a:defRPr sz="2800">
                <a:solidFill>
                  <a:schemeClr val="tx1"/>
                </a:solidFill>
                <a:latin typeface="+mn-lt"/>
                <a:ea typeface="微软雅黑" panose="020B0503020204020204" pitchFamily="34" charset="-122"/>
                <a:cs typeface="+mn-cs"/>
              </a:defRPr>
            </a:lvl1pPr>
            <a:lvl2pPr marL="457200" indent="0" algn="l" rtl="0" eaLnBrk="0" fontAlgn="base" hangingPunct="0">
              <a:lnSpc>
                <a:spcPct val="150000"/>
              </a:lnSpc>
              <a:spcBef>
                <a:spcPct val="20000"/>
              </a:spcBef>
              <a:spcAft>
                <a:spcPct val="0"/>
              </a:spcAft>
              <a:buNone/>
              <a:defRPr sz="240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har char="•"/>
              <a:defRPr sz="240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har char="»"/>
              <a:defRPr sz="2000">
                <a:solidFill>
                  <a:schemeClr val="tx1"/>
                </a:solidFill>
                <a:latin typeface="+mn-lt"/>
                <a:ea typeface="微软雅黑" panose="020B0503020204020204" pitchFamily="34" charset="-122"/>
              </a:defRPr>
            </a:lvl5pPr>
            <a:lvl6pPr marL="2514600" indent="-228600" algn="l" rtl="0" eaLnBrk="0" fontAlgn="base" hangingPunct="0">
              <a:spcBef>
                <a:spcPct val="20000"/>
              </a:spcBef>
              <a:spcAft>
                <a:spcPct val="0"/>
              </a:spcAft>
              <a:buChar char="»"/>
              <a:defRPr kumimoji="1" sz="2000">
                <a:solidFill>
                  <a:schemeClr val="tx1"/>
                </a:solidFill>
                <a:latin typeface="+mn-lt"/>
                <a:ea typeface="+mn-ea"/>
              </a:defRPr>
            </a:lvl6pPr>
            <a:lvl7pPr marL="2971800" indent="-228600" algn="l" rtl="0" eaLnBrk="0" fontAlgn="base" hangingPunct="0">
              <a:spcBef>
                <a:spcPct val="20000"/>
              </a:spcBef>
              <a:spcAft>
                <a:spcPct val="0"/>
              </a:spcAft>
              <a:buChar char="»"/>
              <a:defRPr kumimoji="1" sz="2000">
                <a:solidFill>
                  <a:schemeClr val="tx1"/>
                </a:solidFill>
                <a:latin typeface="+mn-lt"/>
                <a:ea typeface="+mn-ea"/>
              </a:defRPr>
            </a:lvl7pPr>
            <a:lvl8pPr marL="3429000" indent="-228600" algn="l" rtl="0" eaLnBrk="0" fontAlgn="base" hangingPunct="0">
              <a:spcBef>
                <a:spcPct val="20000"/>
              </a:spcBef>
              <a:spcAft>
                <a:spcPct val="0"/>
              </a:spcAft>
              <a:buChar char="»"/>
              <a:defRPr kumimoji="1" sz="2000">
                <a:solidFill>
                  <a:schemeClr val="tx1"/>
                </a:solidFill>
                <a:latin typeface="+mn-lt"/>
                <a:ea typeface="+mn-ea"/>
              </a:defRPr>
            </a:lvl8pPr>
            <a:lvl9pPr marL="3886200" indent="-228600" algn="l" rtl="0" eaLnBrk="0" fontAlgn="base" hangingPunct="0">
              <a:spcBef>
                <a:spcPct val="20000"/>
              </a:spcBef>
              <a:spcAft>
                <a:spcPct val="0"/>
              </a:spcAft>
              <a:buChar char="»"/>
              <a:defRPr kumimoji="1" sz="2000">
                <a:solidFill>
                  <a:schemeClr val="tx1"/>
                </a:solidFill>
                <a:latin typeface="+mn-lt"/>
                <a:ea typeface="+mn-ea"/>
              </a:defRPr>
            </a:lvl9pPr>
          </a:lstStyle>
          <a:p>
            <a:pPr>
              <a:spcBef>
                <a:spcPts val="0"/>
              </a:spcBef>
            </a:pPr>
            <a:r>
              <a:rPr lang="en-US" altLang="zh-CN" sz="2400" kern="0" dirty="0">
                <a:solidFill>
                  <a:srgbClr val="00B050"/>
                </a:solidFill>
                <a:latin typeface="+mn-ea"/>
                <a:ea typeface="+mn-ea"/>
              </a:rPr>
              <a:t>	</a:t>
            </a:r>
            <a:r>
              <a:rPr lang="en-US" altLang="zh-CN" sz="2400" kern="0" dirty="0">
                <a:latin typeface="+mn-ea"/>
                <a:ea typeface="+mn-ea"/>
              </a:rPr>
              <a:t>#define </a:t>
            </a:r>
            <a:r>
              <a:rPr lang="en-US" altLang="zh-CN" sz="2400" kern="0" dirty="0" err="1">
                <a:latin typeface="+mn-ea"/>
                <a:ea typeface="+mn-ea"/>
              </a:rPr>
              <a:t>DefaultSize</a:t>
            </a:r>
            <a:r>
              <a:rPr lang="en-US" altLang="zh-CN" sz="2400" kern="0" dirty="0">
                <a:latin typeface="+mn-ea"/>
                <a:ea typeface="+mn-ea"/>
              </a:rPr>
              <a:t> 20;   </a:t>
            </a:r>
            <a:r>
              <a:rPr kumimoji="1" lang="en-US" altLang="zh-CN" sz="2400" kern="0" dirty="0">
                <a:solidFill>
                  <a:srgbClr val="00B050"/>
                </a:solidFill>
                <a:latin typeface="+mn-ea"/>
                <a:ea typeface="+mn-ea"/>
              </a:rPr>
              <a:t>// </a:t>
            </a:r>
            <a:r>
              <a:rPr kumimoji="1" lang="zh-CN" altLang="en-US" sz="2400" kern="0" dirty="0">
                <a:solidFill>
                  <a:srgbClr val="00B050"/>
                </a:solidFill>
                <a:latin typeface="+mn-ea"/>
                <a:ea typeface="+mn-ea"/>
              </a:rPr>
              <a:t>默认数组大小</a:t>
            </a:r>
            <a:endParaRPr kumimoji="1" lang="en-US" altLang="zh-CN" sz="2400" kern="0" dirty="0">
              <a:solidFill>
                <a:srgbClr val="00B050"/>
              </a:solidFill>
              <a:latin typeface="+mn-ea"/>
              <a:ea typeface="+mn-ea"/>
            </a:endParaRPr>
          </a:p>
          <a:p>
            <a:pPr>
              <a:spcBef>
                <a:spcPts val="0"/>
              </a:spcBef>
              <a:buFont typeface="Wingdings" panose="05000000000000000000" pitchFamily="2" charset="2"/>
              <a:buNone/>
            </a:pPr>
            <a:r>
              <a:rPr lang="en-US" altLang="zh-CN" sz="2400" kern="0" dirty="0">
                <a:solidFill>
                  <a:srgbClr val="00B050"/>
                </a:solidFill>
                <a:latin typeface="+mn-ea"/>
                <a:ea typeface="+mn-ea"/>
              </a:rPr>
              <a:t>	</a:t>
            </a:r>
            <a:r>
              <a:rPr lang="en-US" altLang="zh-CN" sz="2400" kern="0" dirty="0">
                <a:latin typeface="+mn-ea"/>
                <a:ea typeface="+mn-ea"/>
              </a:rPr>
              <a:t>typedef </a:t>
            </a:r>
            <a:r>
              <a:rPr kumimoji="1" lang="en-US" altLang="zh-CN" sz="2400" kern="0" dirty="0">
                <a:latin typeface="+mn-ea"/>
                <a:ea typeface="+mn-ea"/>
              </a:rPr>
              <a:t>struct {      </a:t>
            </a:r>
            <a:r>
              <a:rPr kumimoji="1" lang="en-US" altLang="zh-CN" sz="2400" kern="0" dirty="0">
                <a:solidFill>
                  <a:srgbClr val="00B050"/>
                </a:solidFill>
                <a:latin typeface="+mn-ea"/>
                <a:ea typeface="+mn-ea"/>
              </a:rPr>
              <a:t>// </a:t>
            </a:r>
            <a:r>
              <a:rPr kumimoji="1" lang="zh-CN" altLang="en-US" sz="2400" kern="0" dirty="0">
                <a:solidFill>
                  <a:srgbClr val="00B050"/>
                </a:solidFill>
                <a:latin typeface="+mn-ea"/>
                <a:ea typeface="+mn-ea"/>
              </a:rPr>
              <a:t>多项式的项定义	</a:t>
            </a:r>
          </a:p>
          <a:p>
            <a:pPr>
              <a:spcBef>
                <a:spcPts val="0"/>
              </a:spcBef>
              <a:buFont typeface="Wingdings" panose="05000000000000000000" pitchFamily="2" charset="2"/>
              <a:buNone/>
            </a:pPr>
            <a:r>
              <a:rPr kumimoji="1" lang="zh-CN" altLang="en-US" sz="2400" kern="0" dirty="0">
                <a:solidFill>
                  <a:srgbClr val="00B050"/>
                </a:solidFill>
                <a:latin typeface="+mn-ea"/>
                <a:ea typeface="+mn-ea"/>
              </a:rPr>
              <a:t>	</a:t>
            </a:r>
            <a:r>
              <a:rPr kumimoji="1" lang="zh-CN" altLang="en-US" sz="2400" kern="0" dirty="0">
                <a:latin typeface="+mn-ea"/>
                <a:ea typeface="+mn-ea"/>
              </a:rPr>
              <a:t>    </a:t>
            </a:r>
            <a:r>
              <a:rPr kumimoji="1" lang="en-US" altLang="zh-CN" sz="2400" kern="0" dirty="0">
                <a:latin typeface="+mn-ea"/>
                <a:ea typeface="+mn-ea"/>
              </a:rPr>
              <a:t>float </a:t>
            </a:r>
            <a:r>
              <a:rPr kumimoji="1" lang="en-US" altLang="zh-CN" sz="2400" kern="0" dirty="0" err="1">
                <a:latin typeface="+mn-ea"/>
                <a:ea typeface="+mn-ea"/>
              </a:rPr>
              <a:t>coef</a:t>
            </a:r>
            <a:r>
              <a:rPr kumimoji="1" lang="en-US" altLang="zh-CN" sz="2400" kern="0" dirty="0">
                <a:latin typeface="+mn-ea"/>
                <a:ea typeface="+mn-ea"/>
              </a:rPr>
              <a:t>;         </a:t>
            </a:r>
            <a:r>
              <a:rPr kumimoji="1" lang="en-US" altLang="zh-CN" sz="2400" kern="0" dirty="0">
                <a:solidFill>
                  <a:srgbClr val="00B050"/>
                </a:solidFill>
                <a:latin typeface="+mn-ea"/>
                <a:ea typeface="+mn-ea"/>
              </a:rPr>
              <a:t>	// </a:t>
            </a:r>
            <a:r>
              <a:rPr kumimoji="1" lang="zh-CN" altLang="en-US" sz="2400" kern="0" dirty="0">
                <a:solidFill>
                  <a:srgbClr val="00B050"/>
                </a:solidFill>
                <a:latin typeface="+mn-ea"/>
                <a:ea typeface="+mn-ea"/>
              </a:rPr>
              <a:t>系数			</a:t>
            </a:r>
          </a:p>
          <a:p>
            <a:pPr>
              <a:spcBef>
                <a:spcPts val="0"/>
              </a:spcBef>
              <a:buFont typeface="Wingdings" panose="05000000000000000000" pitchFamily="2" charset="2"/>
              <a:buNone/>
            </a:pPr>
            <a:r>
              <a:rPr kumimoji="1" lang="zh-CN" altLang="en-US" sz="2400" kern="0" dirty="0">
                <a:solidFill>
                  <a:srgbClr val="00B050"/>
                </a:solidFill>
                <a:latin typeface="+mn-ea"/>
                <a:ea typeface="+mn-ea"/>
              </a:rPr>
              <a:t>	</a:t>
            </a:r>
            <a:r>
              <a:rPr kumimoji="1" lang="zh-CN" altLang="en-US" sz="2400" kern="0" dirty="0">
                <a:latin typeface="+mn-ea"/>
                <a:ea typeface="+mn-ea"/>
              </a:rPr>
              <a:t>    </a:t>
            </a:r>
            <a:r>
              <a:rPr kumimoji="1" lang="en-US" altLang="zh-CN" sz="2400" kern="0" dirty="0">
                <a:latin typeface="+mn-ea"/>
                <a:ea typeface="+mn-ea"/>
              </a:rPr>
              <a:t>int exp;	</a:t>
            </a:r>
            <a:r>
              <a:rPr kumimoji="1" lang="en-US" altLang="zh-CN" sz="2400" kern="0" dirty="0">
                <a:solidFill>
                  <a:srgbClr val="00B050"/>
                </a:solidFill>
                <a:latin typeface="+mn-ea"/>
                <a:ea typeface="+mn-ea"/>
              </a:rPr>
              <a:t>	// </a:t>
            </a:r>
            <a:r>
              <a:rPr kumimoji="1" lang="zh-CN" altLang="en-US" sz="2400" kern="0" dirty="0">
                <a:solidFill>
                  <a:srgbClr val="00B050"/>
                </a:solidFill>
                <a:latin typeface="+mn-ea"/>
                <a:ea typeface="+mn-ea"/>
              </a:rPr>
              <a:t>指数			</a:t>
            </a:r>
          </a:p>
          <a:p>
            <a:pPr>
              <a:spcBef>
                <a:spcPts val="0"/>
              </a:spcBef>
              <a:buFont typeface="Wingdings" panose="05000000000000000000" pitchFamily="2" charset="2"/>
              <a:buNone/>
            </a:pPr>
            <a:r>
              <a:rPr kumimoji="1" lang="zh-CN" altLang="en-US" sz="2400" kern="0" dirty="0">
                <a:solidFill>
                  <a:srgbClr val="00B050"/>
                </a:solidFill>
                <a:latin typeface="+mn-ea"/>
                <a:ea typeface="+mn-ea"/>
              </a:rPr>
              <a:t>	</a:t>
            </a:r>
            <a:r>
              <a:rPr kumimoji="1" lang="en-US" altLang="zh-CN" sz="2400" kern="0" dirty="0">
                <a:latin typeface="+mn-ea"/>
                <a:ea typeface="+mn-ea"/>
              </a:rPr>
              <a:t>} </a:t>
            </a:r>
            <a:r>
              <a:rPr kumimoji="1" lang="en-US" altLang="zh-CN" sz="2400" kern="0" dirty="0">
                <a:solidFill>
                  <a:srgbClr val="0000FF"/>
                </a:solidFill>
                <a:latin typeface="+mn-ea"/>
                <a:ea typeface="+mn-ea"/>
              </a:rPr>
              <a:t>data</a:t>
            </a:r>
            <a:r>
              <a:rPr kumimoji="1" lang="en-US" altLang="zh-CN" sz="2400" kern="0" dirty="0">
                <a:latin typeface="+mn-ea"/>
                <a:ea typeface="+mn-ea"/>
              </a:rPr>
              <a:t>;</a:t>
            </a:r>
          </a:p>
          <a:p>
            <a:pPr>
              <a:spcBef>
                <a:spcPts val="0"/>
              </a:spcBef>
              <a:buFont typeface="Wingdings" panose="05000000000000000000" pitchFamily="2" charset="2"/>
              <a:buNone/>
            </a:pPr>
            <a:r>
              <a:rPr lang="en-US" altLang="zh-CN" sz="2400" kern="0" dirty="0">
                <a:solidFill>
                  <a:srgbClr val="00B050"/>
                </a:solidFill>
                <a:latin typeface="+mn-ea"/>
                <a:ea typeface="+mn-ea"/>
              </a:rPr>
              <a:t>	</a:t>
            </a:r>
            <a:r>
              <a:rPr lang="en-US" altLang="zh-CN" sz="2400" kern="0" dirty="0">
                <a:latin typeface="+mn-ea"/>
                <a:ea typeface="+mn-ea"/>
              </a:rPr>
              <a:t>typedef struct {</a:t>
            </a:r>
            <a:r>
              <a:rPr lang="en-US" altLang="zh-CN" sz="2400" kern="0" dirty="0">
                <a:solidFill>
                  <a:srgbClr val="00B050"/>
                </a:solidFill>
                <a:latin typeface="+mn-ea"/>
                <a:ea typeface="+mn-ea"/>
              </a:rPr>
              <a:t>	</a:t>
            </a:r>
            <a:r>
              <a:rPr kumimoji="1" lang="en-US" altLang="zh-CN" sz="2400" kern="0" dirty="0">
                <a:solidFill>
                  <a:srgbClr val="00B050"/>
                </a:solidFill>
                <a:latin typeface="+mn-ea"/>
                <a:ea typeface="+mn-ea"/>
              </a:rPr>
              <a:t>// </a:t>
            </a:r>
            <a:r>
              <a:rPr kumimoji="1" lang="zh-CN" altLang="en-US" sz="2400" kern="0" dirty="0">
                <a:solidFill>
                  <a:srgbClr val="00B050"/>
                </a:solidFill>
                <a:latin typeface="+mn-ea"/>
                <a:ea typeface="+mn-ea"/>
              </a:rPr>
              <a:t>多项式结构定义</a:t>
            </a:r>
          </a:p>
          <a:p>
            <a:pPr>
              <a:spcBef>
                <a:spcPts val="0"/>
              </a:spcBef>
              <a:buFont typeface="Wingdings" panose="05000000000000000000" pitchFamily="2" charset="2"/>
              <a:buNone/>
            </a:pPr>
            <a:r>
              <a:rPr lang="en-US" altLang="zh-CN" sz="2400" kern="0" dirty="0">
                <a:solidFill>
                  <a:srgbClr val="00B050"/>
                </a:solidFill>
                <a:latin typeface="+mn-ea"/>
                <a:ea typeface="+mn-ea"/>
              </a:rPr>
              <a:t>	</a:t>
            </a:r>
            <a:r>
              <a:rPr lang="en-US" altLang="zh-CN" sz="2400" kern="0" dirty="0">
                <a:latin typeface="+mn-ea"/>
                <a:ea typeface="+mn-ea"/>
              </a:rPr>
              <a:t>    int </a:t>
            </a:r>
            <a:r>
              <a:rPr lang="en-US" altLang="zh-CN" sz="2400" kern="0" dirty="0" err="1">
                <a:latin typeface="+mn-ea"/>
                <a:ea typeface="+mn-ea"/>
              </a:rPr>
              <a:t>maxSize</a:t>
            </a:r>
            <a:r>
              <a:rPr lang="en-US" altLang="zh-CN" sz="2400" kern="0" dirty="0">
                <a:latin typeface="+mn-ea"/>
                <a:ea typeface="+mn-ea"/>
              </a:rPr>
              <a:t>;	</a:t>
            </a:r>
            <a:r>
              <a:rPr kumimoji="1" lang="en-US" altLang="zh-CN" sz="2400" kern="0" dirty="0">
                <a:solidFill>
                  <a:srgbClr val="00B050"/>
                </a:solidFill>
                <a:latin typeface="+mn-ea"/>
                <a:ea typeface="+mn-ea"/>
              </a:rPr>
              <a:t>// </a:t>
            </a:r>
            <a:r>
              <a:rPr kumimoji="1" lang="zh-CN" altLang="en-US" sz="2400" kern="0" dirty="0">
                <a:solidFill>
                  <a:srgbClr val="00B050"/>
                </a:solidFill>
                <a:latin typeface="+mn-ea"/>
                <a:ea typeface="+mn-ea"/>
              </a:rPr>
              <a:t>数组最大保存项数</a:t>
            </a:r>
            <a:endParaRPr kumimoji="1" lang="en-US" altLang="zh-CN" sz="2400" kern="0" dirty="0">
              <a:solidFill>
                <a:srgbClr val="00B050"/>
              </a:solidFill>
              <a:latin typeface="+mn-ea"/>
              <a:ea typeface="+mn-ea"/>
            </a:endParaRPr>
          </a:p>
          <a:p>
            <a:pPr>
              <a:spcBef>
                <a:spcPts val="0"/>
              </a:spcBef>
              <a:buFont typeface="Wingdings" panose="05000000000000000000" pitchFamily="2" charset="2"/>
              <a:buNone/>
            </a:pPr>
            <a:r>
              <a:rPr lang="en-US" altLang="zh-CN" sz="2400" kern="0" dirty="0">
                <a:solidFill>
                  <a:srgbClr val="00B050"/>
                </a:solidFill>
                <a:latin typeface="+mn-ea"/>
                <a:ea typeface="+mn-ea"/>
              </a:rPr>
              <a:t>	</a:t>
            </a:r>
            <a:r>
              <a:rPr lang="en-US" altLang="zh-CN" sz="2400" kern="0" dirty="0">
                <a:latin typeface="+mn-ea"/>
                <a:ea typeface="+mn-ea"/>
              </a:rPr>
              <a:t>    int n;</a:t>
            </a:r>
            <a:r>
              <a:rPr lang="en-US" altLang="zh-CN" sz="2400" kern="0" dirty="0">
                <a:solidFill>
                  <a:srgbClr val="00B050"/>
                </a:solidFill>
                <a:latin typeface="+mn-ea"/>
                <a:ea typeface="+mn-ea"/>
              </a:rPr>
              <a:t>		</a:t>
            </a:r>
            <a:r>
              <a:rPr kumimoji="1" lang="en-US" altLang="zh-CN" sz="2400" kern="0" dirty="0">
                <a:solidFill>
                  <a:srgbClr val="00B050"/>
                </a:solidFill>
                <a:latin typeface="+mn-ea"/>
                <a:ea typeface="+mn-ea"/>
              </a:rPr>
              <a:t>// </a:t>
            </a:r>
            <a:r>
              <a:rPr kumimoji="1" lang="zh-CN" altLang="en-US" sz="2400" kern="0" dirty="0">
                <a:solidFill>
                  <a:srgbClr val="00B050"/>
                </a:solidFill>
                <a:latin typeface="+mn-ea"/>
                <a:ea typeface="+mn-ea"/>
              </a:rPr>
              <a:t>实际项数</a:t>
            </a:r>
            <a:endParaRPr kumimoji="1" lang="en-US" altLang="zh-CN" sz="2400" kern="0" dirty="0">
              <a:solidFill>
                <a:srgbClr val="00B050"/>
              </a:solidFill>
              <a:latin typeface="+mn-ea"/>
              <a:ea typeface="+mn-ea"/>
            </a:endParaRPr>
          </a:p>
          <a:p>
            <a:pPr>
              <a:spcBef>
                <a:spcPts val="0"/>
              </a:spcBef>
              <a:buFont typeface="Wingdings" panose="05000000000000000000" pitchFamily="2" charset="2"/>
              <a:buNone/>
            </a:pPr>
            <a:r>
              <a:rPr lang="en-US" altLang="zh-CN" sz="2400" kern="0" dirty="0">
                <a:solidFill>
                  <a:srgbClr val="00B050"/>
                </a:solidFill>
                <a:latin typeface="+mn-ea"/>
                <a:ea typeface="+mn-ea"/>
              </a:rPr>
              <a:t>	</a:t>
            </a:r>
            <a:r>
              <a:rPr lang="en-US" altLang="zh-CN" sz="2400" kern="0" dirty="0">
                <a:latin typeface="+mn-ea"/>
                <a:ea typeface="+mn-ea"/>
              </a:rPr>
              <a:t>    </a:t>
            </a:r>
            <a:r>
              <a:rPr lang="en-US" altLang="zh-CN" sz="2400" kern="0" dirty="0">
                <a:solidFill>
                  <a:srgbClr val="0000FF"/>
                </a:solidFill>
                <a:latin typeface="+mn-ea"/>
                <a:ea typeface="+mn-ea"/>
              </a:rPr>
              <a:t>data *</a:t>
            </a:r>
            <a:r>
              <a:rPr lang="en-US" altLang="zh-CN" sz="2400" kern="0" dirty="0">
                <a:latin typeface="+mn-ea"/>
                <a:ea typeface="+mn-ea"/>
              </a:rPr>
              <a:t>Term;   </a:t>
            </a:r>
            <a:r>
              <a:rPr lang="en-US" altLang="zh-CN" sz="2400" kern="0" dirty="0">
                <a:solidFill>
                  <a:srgbClr val="00B050"/>
                </a:solidFill>
                <a:latin typeface="+mn-ea"/>
                <a:ea typeface="+mn-ea"/>
              </a:rPr>
              <a:t>	</a:t>
            </a:r>
            <a:r>
              <a:rPr kumimoji="1" lang="en-US" altLang="zh-CN" sz="2400" kern="0" dirty="0">
                <a:solidFill>
                  <a:srgbClr val="00B050"/>
                </a:solidFill>
                <a:latin typeface="+mn-ea"/>
                <a:ea typeface="+mn-ea"/>
              </a:rPr>
              <a:t>// </a:t>
            </a:r>
            <a:r>
              <a:rPr kumimoji="1" lang="zh-CN" altLang="en-US" sz="2400" kern="0" dirty="0">
                <a:solidFill>
                  <a:srgbClr val="00B050"/>
                </a:solidFill>
                <a:latin typeface="+mn-ea"/>
                <a:ea typeface="+mn-ea"/>
              </a:rPr>
              <a:t>项的数组</a:t>
            </a:r>
            <a:endParaRPr kumimoji="1" lang="en-US" altLang="zh-CN" sz="2400" kern="0" dirty="0">
              <a:solidFill>
                <a:srgbClr val="00B050"/>
              </a:solidFill>
              <a:latin typeface="+mn-ea"/>
              <a:ea typeface="+mn-ea"/>
            </a:endParaRPr>
          </a:p>
          <a:p>
            <a:pPr>
              <a:spcBef>
                <a:spcPts val="0"/>
              </a:spcBef>
              <a:buFont typeface="Wingdings" panose="05000000000000000000" pitchFamily="2" charset="2"/>
              <a:buNone/>
            </a:pPr>
            <a:r>
              <a:rPr lang="en-US" altLang="zh-CN" sz="2400" kern="0" dirty="0">
                <a:solidFill>
                  <a:srgbClr val="00B050"/>
                </a:solidFill>
                <a:latin typeface="+mn-ea"/>
                <a:ea typeface="+mn-ea"/>
              </a:rPr>
              <a:t>	</a:t>
            </a:r>
            <a:r>
              <a:rPr lang="en-US" altLang="zh-CN" sz="2400" kern="0" dirty="0">
                <a:latin typeface="+mn-ea"/>
                <a:ea typeface="+mn-ea"/>
              </a:rPr>
              <a:t>} </a:t>
            </a:r>
            <a:r>
              <a:rPr lang="en-US" altLang="zh-CN" sz="2400" kern="0" dirty="0">
                <a:solidFill>
                  <a:srgbClr val="0000FF"/>
                </a:solidFill>
                <a:latin typeface="+mn-ea"/>
                <a:ea typeface="+mn-ea"/>
              </a:rPr>
              <a:t>Polynomial</a:t>
            </a:r>
            <a:r>
              <a:rPr lang="zh-CN" altLang="en-US" sz="2400" kern="0" dirty="0">
                <a:latin typeface="+mn-ea"/>
                <a:ea typeface="+mn-ea"/>
              </a:rPr>
              <a:t>；</a:t>
            </a:r>
            <a:endParaRPr lang="en-US" altLang="zh-CN" sz="2400" kern="0" dirty="0">
              <a:latin typeface="+mn-ea"/>
              <a:ea typeface="+mn-ea"/>
            </a:endParaRPr>
          </a:p>
        </p:txBody>
      </p:sp>
    </p:spTree>
    <p:extLst>
      <p:ext uri="{BB962C8B-B14F-4D97-AF65-F5344CB8AC3E}">
        <p14:creationId xmlns:p14="http://schemas.microsoft.com/office/powerpoint/2010/main" val="17851459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E5604C-AC3D-4E49-9E40-82D9C6D1FE75}"/>
              </a:ext>
            </a:extLst>
          </p:cNvPr>
          <p:cNvSpPr>
            <a:spLocks noGrp="1"/>
          </p:cNvSpPr>
          <p:nvPr>
            <p:ph type="title"/>
          </p:nvPr>
        </p:nvSpPr>
        <p:spPr/>
        <p:txBody>
          <a:bodyPr/>
          <a:lstStyle/>
          <a:p>
            <a:r>
              <a:rPr lang="zh-CN" altLang="en-US" dirty="0"/>
              <a:t>多项式的链式存储表示</a:t>
            </a:r>
          </a:p>
        </p:txBody>
      </p:sp>
      <p:sp>
        <p:nvSpPr>
          <p:cNvPr id="3" name="内容占位符 2">
            <a:extLst>
              <a:ext uri="{FF2B5EF4-FFF2-40B4-BE49-F238E27FC236}">
                <a16:creationId xmlns:a16="http://schemas.microsoft.com/office/drawing/2014/main" id="{DC4CF8A1-371B-4C51-91AE-DA8B07866CBE}"/>
              </a:ext>
            </a:extLst>
          </p:cNvPr>
          <p:cNvSpPr>
            <a:spLocks noGrp="1"/>
          </p:cNvSpPr>
          <p:nvPr>
            <p:ph idx="1"/>
          </p:nvPr>
        </p:nvSpPr>
        <p:spPr/>
        <p:txBody>
          <a:bodyPr/>
          <a:lstStyle/>
          <a:p>
            <a:r>
              <a:rPr lang="zh-CN" altLang="en-US" dirty="0"/>
              <a:t>多项式</a:t>
            </a:r>
            <a:r>
              <a:rPr lang="zh-CN" altLang="en-US" dirty="0">
                <a:solidFill>
                  <a:srgbClr val="0000FF"/>
                </a:solidFill>
              </a:rPr>
              <a:t>顺序存储表示</a:t>
            </a:r>
            <a:r>
              <a:rPr lang="zh-CN" altLang="en-US" dirty="0"/>
              <a:t>的缺点：</a:t>
            </a:r>
          </a:p>
          <a:p>
            <a:pPr marL="457200" indent="-457200">
              <a:buFont typeface="Arial" panose="020B0604020202020204" pitchFamily="34" charset="0"/>
              <a:buChar char="•"/>
            </a:pPr>
            <a:r>
              <a:rPr lang="zh-CN" altLang="en-US" dirty="0"/>
              <a:t>插入和删除时项数可能有较大变化，因此要移动大量数据</a:t>
            </a:r>
          </a:p>
          <a:p>
            <a:pPr marL="457200" indent="-457200">
              <a:buFont typeface="Arial" panose="020B0604020202020204" pitchFamily="34" charset="0"/>
              <a:buChar char="•"/>
            </a:pPr>
            <a:r>
              <a:rPr lang="zh-CN" altLang="en-US" dirty="0"/>
              <a:t>不利于多个多项式的同时处理</a:t>
            </a:r>
          </a:p>
          <a:p>
            <a:r>
              <a:rPr lang="zh-CN" altLang="en-US" dirty="0"/>
              <a:t>采用多项式的</a:t>
            </a:r>
            <a:r>
              <a:rPr lang="zh-CN" altLang="en-US" dirty="0">
                <a:solidFill>
                  <a:srgbClr val="0000FF"/>
                </a:solidFill>
              </a:rPr>
              <a:t>链表表示</a:t>
            </a:r>
            <a:r>
              <a:rPr lang="zh-CN" altLang="en-US" dirty="0"/>
              <a:t>可以克服这类困难：</a:t>
            </a:r>
          </a:p>
          <a:p>
            <a:pPr marL="457200" indent="-457200">
              <a:buFont typeface="Arial" panose="020B0604020202020204" pitchFamily="34" charset="0"/>
              <a:buChar char="•"/>
            </a:pPr>
            <a:r>
              <a:rPr lang="zh-CN" altLang="en-US" dirty="0"/>
              <a:t>多项式的项数可以动态地增长，不存在存储溢出问题。</a:t>
            </a:r>
          </a:p>
          <a:p>
            <a:pPr marL="457200" indent="-457200">
              <a:buFont typeface="Arial" panose="020B0604020202020204" pitchFamily="34" charset="0"/>
              <a:buChar char="•"/>
            </a:pPr>
            <a:r>
              <a:rPr lang="zh-CN" altLang="en-US" dirty="0"/>
              <a:t>插入、删除方便，不移动元素。</a:t>
            </a:r>
          </a:p>
        </p:txBody>
      </p:sp>
    </p:spTree>
    <p:extLst>
      <p:ext uri="{BB962C8B-B14F-4D97-AF65-F5344CB8AC3E}">
        <p14:creationId xmlns:p14="http://schemas.microsoft.com/office/powerpoint/2010/main" val="12399664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B22A56-3DDD-49DA-9C8B-4EFF89B15461}"/>
              </a:ext>
            </a:extLst>
          </p:cNvPr>
          <p:cNvSpPr>
            <a:spLocks noGrp="1"/>
          </p:cNvSpPr>
          <p:nvPr>
            <p:ph type="title"/>
          </p:nvPr>
        </p:nvSpPr>
        <p:spPr/>
        <p:txBody>
          <a:bodyPr/>
          <a:lstStyle/>
          <a:p>
            <a:r>
              <a:rPr lang="zh-CN" altLang="en-US" dirty="0"/>
              <a:t>多项式的链表表示</a:t>
            </a:r>
          </a:p>
        </p:txBody>
      </p:sp>
      <p:sp>
        <p:nvSpPr>
          <p:cNvPr id="4" name="Rectangle 2">
            <a:extLst>
              <a:ext uri="{FF2B5EF4-FFF2-40B4-BE49-F238E27FC236}">
                <a16:creationId xmlns:a16="http://schemas.microsoft.com/office/drawing/2014/main" id="{E1D5D18B-CB08-41AE-AAE6-F8F04B0F64BF}"/>
              </a:ext>
            </a:extLst>
          </p:cNvPr>
          <p:cNvSpPr>
            <a:spLocks noGrp="1" noChangeArrowheads="1"/>
          </p:cNvSpPr>
          <p:nvPr>
            <p:ph idx="1"/>
          </p:nvPr>
        </p:nvSpPr>
        <p:spPr>
          <a:xfrm>
            <a:off x="342900" y="879475"/>
            <a:ext cx="8458200" cy="5741988"/>
          </a:xfrm>
        </p:spPr>
        <p:txBody>
          <a:bodyPr/>
          <a:lstStyle/>
          <a:p>
            <a:pPr marL="533400" indent="-533400">
              <a:buFont typeface="Wingdings" panose="05000000000000000000" pitchFamily="2" charset="2"/>
              <a:buNone/>
            </a:pPr>
            <a:r>
              <a:rPr kumimoji="1" lang="en-US" altLang="zh-CN" dirty="0">
                <a:solidFill>
                  <a:srgbClr val="CC3300"/>
                </a:solidFill>
                <a:latin typeface="+mn-ea"/>
                <a:ea typeface="+mn-ea"/>
              </a:rPr>
              <a:t>	</a:t>
            </a:r>
            <a:r>
              <a:rPr kumimoji="1" lang="en-US" altLang="zh-CN" dirty="0">
                <a:latin typeface="+mn-ea"/>
                <a:ea typeface="+mn-ea"/>
              </a:rPr>
              <a:t>typedef struct</a:t>
            </a:r>
            <a:r>
              <a:rPr kumimoji="1" lang="en-US" altLang="zh-CN" b="0" dirty="0">
                <a:latin typeface="+mn-ea"/>
                <a:ea typeface="+mn-ea"/>
              </a:rPr>
              <a:t> </a:t>
            </a:r>
            <a:r>
              <a:rPr kumimoji="1" lang="en-US" altLang="zh-CN" dirty="0">
                <a:latin typeface="+mn-ea"/>
                <a:ea typeface="+mn-ea"/>
              </a:rPr>
              <a:t>{      </a:t>
            </a:r>
            <a:r>
              <a:rPr kumimoji="1" lang="en-US" altLang="zh-CN" dirty="0">
                <a:solidFill>
                  <a:srgbClr val="00B050"/>
                </a:solidFill>
                <a:latin typeface="+mn-ea"/>
                <a:ea typeface="+mn-ea"/>
              </a:rPr>
              <a:t>// </a:t>
            </a:r>
            <a:r>
              <a:rPr kumimoji="1" lang="zh-CN" altLang="en-US" dirty="0">
                <a:solidFill>
                  <a:srgbClr val="00B050"/>
                </a:solidFill>
                <a:latin typeface="+mn-ea"/>
                <a:ea typeface="+mn-ea"/>
              </a:rPr>
              <a:t>多项式数据定义</a:t>
            </a:r>
            <a:r>
              <a:rPr kumimoji="1" lang="zh-CN" altLang="en-US" b="0" dirty="0">
                <a:solidFill>
                  <a:schemeClr val="hlink"/>
                </a:solidFill>
                <a:latin typeface="+mn-ea"/>
                <a:ea typeface="+mn-ea"/>
              </a:rPr>
              <a:t>	</a:t>
            </a:r>
          </a:p>
          <a:p>
            <a:pPr marL="533400" indent="-533400">
              <a:buFont typeface="Wingdings" panose="05000000000000000000" pitchFamily="2" charset="2"/>
              <a:buNone/>
            </a:pPr>
            <a:r>
              <a:rPr kumimoji="1" lang="zh-CN" altLang="en-US" b="0" dirty="0">
                <a:solidFill>
                  <a:schemeClr val="hlink"/>
                </a:solidFill>
                <a:latin typeface="+mn-ea"/>
                <a:ea typeface="+mn-ea"/>
              </a:rPr>
              <a:t>   </a:t>
            </a:r>
            <a:r>
              <a:rPr kumimoji="1" lang="zh-CN" altLang="en-US" dirty="0">
                <a:solidFill>
                  <a:schemeClr val="hlink"/>
                </a:solidFill>
                <a:latin typeface="+mn-ea"/>
                <a:ea typeface="+mn-ea"/>
              </a:rPr>
              <a:t>      </a:t>
            </a:r>
            <a:r>
              <a:rPr kumimoji="1" lang="en-US" altLang="zh-CN" dirty="0">
                <a:latin typeface="+mn-ea"/>
                <a:ea typeface="+mn-ea"/>
              </a:rPr>
              <a:t>float </a:t>
            </a:r>
            <a:r>
              <a:rPr kumimoji="1" lang="en-US" altLang="zh-CN" b="0" dirty="0" err="1">
                <a:latin typeface="+mn-ea"/>
                <a:ea typeface="+mn-ea"/>
              </a:rPr>
              <a:t>coef</a:t>
            </a:r>
            <a:r>
              <a:rPr kumimoji="1" lang="en-US" altLang="zh-CN" dirty="0">
                <a:latin typeface="+mn-ea"/>
                <a:ea typeface="+mn-ea"/>
              </a:rPr>
              <a:t>;	</a:t>
            </a:r>
            <a:r>
              <a:rPr kumimoji="1" lang="en-US" altLang="zh-CN" dirty="0">
                <a:solidFill>
                  <a:schemeClr val="hlink"/>
                </a:solidFill>
                <a:latin typeface="+mn-ea"/>
                <a:ea typeface="+mn-ea"/>
              </a:rPr>
              <a:t>         </a:t>
            </a:r>
            <a:r>
              <a:rPr kumimoji="1" lang="en-US" altLang="zh-CN" dirty="0">
                <a:solidFill>
                  <a:srgbClr val="00B050"/>
                </a:solidFill>
                <a:latin typeface="+mn-ea"/>
                <a:ea typeface="+mn-ea"/>
              </a:rPr>
              <a:t>// </a:t>
            </a:r>
            <a:r>
              <a:rPr kumimoji="1" lang="zh-CN" altLang="en-US" dirty="0">
                <a:solidFill>
                  <a:srgbClr val="00B050"/>
                </a:solidFill>
                <a:latin typeface="+mn-ea"/>
                <a:ea typeface="+mn-ea"/>
              </a:rPr>
              <a:t>系数</a:t>
            </a:r>
            <a:r>
              <a:rPr kumimoji="1" lang="zh-CN" altLang="en-US" dirty="0">
                <a:solidFill>
                  <a:schemeClr val="hlink"/>
                </a:solidFill>
                <a:latin typeface="+mn-ea"/>
                <a:ea typeface="+mn-ea"/>
              </a:rPr>
              <a:t>		</a:t>
            </a:r>
            <a:endParaRPr kumimoji="1" lang="zh-CN" altLang="en-US" b="0" dirty="0">
              <a:solidFill>
                <a:schemeClr val="hlink"/>
              </a:solidFill>
              <a:latin typeface="+mn-ea"/>
              <a:ea typeface="+mn-ea"/>
            </a:endParaRPr>
          </a:p>
          <a:p>
            <a:pPr marL="533400" indent="-533400">
              <a:buFont typeface="Wingdings" panose="05000000000000000000" pitchFamily="2" charset="2"/>
              <a:buNone/>
            </a:pPr>
            <a:r>
              <a:rPr kumimoji="1" lang="zh-CN" altLang="en-US" b="0" dirty="0">
                <a:solidFill>
                  <a:schemeClr val="hlink"/>
                </a:solidFill>
                <a:latin typeface="+mn-ea"/>
                <a:ea typeface="+mn-ea"/>
              </a:rPr>
              <a:t>    	</a:t>
            </a:r>
            <a:r>
              <a:rPr kumimoji="1" lang="zh-CN" altLang="en-US" dirty="0">
                <a:solidFill>
                  <a:schemeClr val="hlink"/>
                </a:solidFill>
                <a:latin typeface="+mn-ea"/>
                <a:ea typeface="+mn-ea"/>
              </a:rPr>
              <a:t>    </a:t>
            </a:r>
            <a:r>
              <a:rPr kumimoji="1" lang="en-US" altLang="zh-CN" dirty="0">
                <a:latin typeface="+mn-ea"/>
                <a:ea typeface="+mn-ea"/>
              </a:rPr>
              <a:t>int </a:t>
            </a:r>
            <a:r>
              <a:rPr kumimoji="1" lang="en-US" altLang="zh-CN" b="0" dirty="0">
                <a:latin typeface="+mn-ea"/>
                <a:ea typeface="+mn-ea"/>
              </a:rPr>
              <a:t>exp</a:t>
            </a:r>
            <a:r>
              <a:rPr kumimoji="1" lang="en-US" altLang="zh-CN" dirty="0">
                <a:latin typeface="+mn-ea"/>
                <a:ea typeface="+mn-ea"/>
              </a:rPr>
              <a:t>;</a:t>
            </a:r>
            <a:r>
              <a:rPr kumimoji="1" lang="en-US" altLang="zh-CN" dirty="0">
                <a:solidFill>
                  <a:schemeClr val="hlink"/>
                </a:solidFill>
                <a:latin typeface="+mn-ea"/>
                <a:ea typeface="+mn-ea"/>
              </a:rPr>
              <a:t>		</a:t>
            </a:r>
            <a:r>
              <a:rPr kumimoji="1" lang="en-US" altLang="zh-CN" dirty="0">
                <a:solidFill>
                  <a:srgbClr val="00B050"/>
                </a:solidFill>
                <a:latin typeface="+mn-ea"/>
                <a:ea typeface="+mn-ea"/>
              </a:rPr>
              <a:t>// </a:t>
            </a:r>
            <a:r>
              <a:rPr kumimoji="1" lang="zh-CN" altLang="en-US" dirty="0">
                <a:solidFill>
                  <a:srgbClr val="00B050"/>
                </a:solidFill>
                <a:latin typeface="+mn-ea"/>
                <a:ea typeface="+mn-ea"/>
              </a:rPr>
              <a:t>指数</a:t>
            </a:r>
          </a:p>
          <a:p>
            <a:pPr marL="533400" indent="-533400">
              <a:buFont typeface="Wingdings" panose="05000000000000000000" pitchFamily="2" charset="2"/>
              <a:buNone/>
            </a:pPr>
            <a:r>
              <a:rPr kumimoji="1" lang="en-US" altLang="zh-CN" dirty="0">
                <a:solidFill>
                  <a:srgbClr val="FF0000"/>
                </a:solidFill>
                <a:latin typeface="+mn-ea"/>
                <a:ea typeface="+mn-ea"/>
              </a:rPr>
              <a:t>         </a:t>
            </a:r>
            <a:r>
              <a:rPr kumimoji="1" lang="en-US" altLang="zh-CN" dirty="0">
                <a:latin typeface="+mn-ea"/>
                <a:ea typeface="+mn-ea"/>
              </a:rPr>
              <a:t>struct </a:t>
            </a:r>
            <a:r>
              <a:rPr kumimoji="1" lang="en-US" altLang="zh-CN" b="0" dirty="0">
                <a:latin typeface="+mn-ea"/>
                <a:ea typeface="+mn-ea"/>
              </a:rPr>
              <a:t>Term * link</a:t>
            </a:r>
            <a:r>
              <a:rPr kumimoji="1" lang="en-US" altLang="zh-CN" dirty="0">
                <a:latin typeface="+mn-ea"/>
                <a:ea typeface="+mn-ea"/>
              </a:rPr>
              <a:t>;  </a:t>
            </a:r>
            <a:r>
              <a:rPr kumimoji="1" lang="en-US" altLang="zh-CN" dirty="0">
                <a:solidFill>
                  <a:srgbClr val="00B050"/>
                </a:solidFill>
                <a:latin typeface="+mn-ea"/>
                <a:ea typeface="+mn-ea"/>
              </a:rPr>
              <a:t>// </a:t>
            </a:r>
            <a:r>
              <a:rPr kumimoji="1" lang="zh-CN" altLang="en-US" dirty="0">
                <a:solidFill>
                  <a:srgbClr val="00B050"/>
                </a:solidFill>
                <a:latin typeface="+mn-ea"/>
                <a:ea typeface="+mn-ea"/>
              </a:rPr>
              <a:t>链接指针</a:t>
            </a:r>
          </a:p>
          <a:p>
            <a:pPr marL="533400" indent="-533400">
              <a:buFont typeface="Wingdings" panose="05000000000000000000" pitchFamily="2" charset="2"/>
              <a:buNone/>
            </a:pPr>
            <a:r>
              <a:rPr kumimoji="1" lang="en-US" altLang="zh-CN" b="0" dirty="0">
                <a:solidFill>
                  <a:srgbClr val="CC0000"/>
                </a:solidFill>
                <a:latin typeface="+mn-ea"/>
                <a:ea typeface="+mn-ea"/>
              </a:rPr>
              <a:t>	</a:t>
            </a:r>
            <a:r>
              <a:rPr kumimoji="1" lang="en-US" altLang="zh-CN" dirty="0">
                <a:latin typeface="+mn-ea"/>
                <a:ea typeface="+mn-ea"/>
              </a:rPr>
              <a:t>} </a:t>
            </a:r>
            <a:r>
              <a:rPr kumimoji="1" lang="en-US" altLang="zh-CN" b="0" dirty="0">
                <a:latin typeface="+mn-ea"/>
                <a:ea typeface="+mn-ea"/>
              </a:rPr>
              <a:t>Term</a:t>
            </a:r>
            <a:r>
              <a:rPr kumimoji="1" lang="en-US" altLang="zh-CN" dirty="0">
                <a:latin typeface="+mn-ea"/>
                <a:ea typeface="+mn-ea"/>
              </a:rPr>
              <a:t>;</a:t>
            </a:r>
          </a:p>
          <a:p>
            <a:pPr marL="533400" indent="-533400">
              <a:buFont typeface="Arial" panose="020B0604020202020204" pitchFamily="34" charset="0"/>
              <a:buChar char="•"/>
            </a:pPr>
            <a:r>
              <a:rPr kumimoji="1" lang="zh-CN" altLang="en-US" sz="2400" dirty="0">
                <a:latin typeface="+mn-ea"/>
                <a:ea typeface="+mn-ea"/>
              </a:rPr>
              <a:t>通过链接指针，可以将多项式</a:t>
            </a:r>
            <a:r>
              <a:rPr kumimoji="1" lang="zh-CN" altLang="en-US" sz="2400" dirty="0">
                <a:solidFill>
                  <a:srgbClr val="0000FF"/>
                </a:solidFill>
                <a:latin typeface="+mn-ea"/>
                <a:ea typeface="+mn-ea"/>
              </a:rPr>
              <a:t>各项按</a:t>
            </a:r>
            <a:r>
              <a:rPr kumimoji="1" lang="zh-CN" altLang="en-US" sz="2400" dirty="0">
                <a:solidFill>
                  <a:srgbClr val="FF0000"/>
                </a:solidFill>
                <a:latin typeface="+mn-ea"/>
                <a:ea typeface="+mn-ea"/>
              </a:rPr>
              <a:t>指数递增</a:t>
            </a:r>
            <a:r>
              <a:rPr kumimoji="1" lang="zh-CN" altLang="en-US" sz="2400" dirty="0">
                <a:solidFill>
                  <a:srgbClr val="0000FF"/>
                </a:solidFill>
                <a:latin typeface="+mn-ea"/>
                <a:ea typeface="+mn-ea"/>
              </a:rPr>
              <a:t>的顺序链接</a:t>
            </a:r>
            <a:r>
              <a:rPr kumimoji="1" lang="zh-CN" altLang="en-US" sz="2400" dirty="0">
                <a:latin typeface="+mn-ea"/>
                <a:ea typeface="+mn-ea"/>
              </a:rPr>
              <a:t>成一个单链表。</a:t>
            </a:r>
          </a:p>
          <a:p>
            <a:pPr marL="533400" indent="-533400">
              <a:buFont typeface="Arial" panose="020B0604020202020204" pitchFamily="34" charset="0"/>
              <a:buChar char="•"/>
            </a:pPr>
            <a:r>
              <a:rPr kumimoji="1" lang="zh-CN" altLang="en-US" sz="2400" dirty="0">
                <a:latin typeface="+mn-ea"/>
                <a:ea typeface="+mn-ea"/>
              </a:rPr>
              <a:t>在此结构上，新项的加入和废项的删除，执行简单的链表插入和删除操作即可解决。</a:t>
            </a:r>
          </a:p>
        </p:txBody>
      </p:sp>
      <p:sp>
        <p:nvSpPr>
          <p:cNvPr id="7" name="右大括号 6">
            <a:extLst>
              <a:ext uri="{FF2B5EF4-FFF2-40B4-BE49-F238E27FC236}">
                <a16:creationId xmlns:a16="http://schemas.microsoft.com/office/drawing/2014/main" id="{982DBD3C-40C5-4B25-966D-38AB4941CB42}"/>
              </a:ext>
            </a:extLst>
          </p:cNvPr>
          <p:cNvSpPr/>
          <p:nvPr/>
        </p:nvSpPr>
        <p:spPr bwMode="auto">
          <a:xfrm>
            <a:off x="5508104" y="1700808"/>
            <a:ext cx="288032" cy="1008112"/>
          </a:xfrm>
          <a:prstGeom prst="rightBrace">
            <a:avLst/>
          </a:prstGeom>
          <a:noFill/>
          <a:ln w="19050" cap="flat" cmpd="sng" algn="ctr">
            <a:solidFill>
              <a:srgbClr val="FFC000"/>
            </a:solidFill>
            <a:prstDash val="solid"/>
            <a:round/>
            <a:headEnd type="none" w="med" len="med"/>
            <a:tailEnd type="none" w="med" len="med"/>
          </a:ln>
        </p:spPr>
        <p:txBody>
          <a:bodyPr vert="horz" wrap="square" lIns="91440" tIns="45720" rIns="91440" bIns="45720" numCol="1" rtlCol="0" anchor="t" anchorCtr="0" compatLnSpc="1"/>
          <a:lstStyle/>
          <a:p>
            <a:pPr marL="342900" marR="0" indent="-342900" algn="l" defTabSz="914400" rtl="0" eaLnBrk="0" fontAlgn="base" latinLnBrk="0" hangingPunct="0">
              <a:lnSpc>
                <a:spcPct val="100000"/>
              </a:lnSpc>
              <a:spcBef>
                <a:spcPct val="20000"/>
              </a:spcBef>
              <a:spcAft>
                <a:spcPct val="0"/>
              </a:spcAft>
              <a:buClrTx/>
              <a:buSzTx/>
              <a:buFontTx/>
              <a:buNone/>
            </a:pPr>
            <a:endParaRPr kumimoji="1" lang="zh-CN" altLang="en-US" sz="2800" b="0" i="0" u="none" strike="noStrike" cap="none" normalizeH="0" baseline="0">
              <a:ln>
                <a:noFill/>
              </a:ln>
              <a:solidFill>
                <a:schemeClr val="tx1"/>
              </a:solidFill>
              <a:effectLst/>
              <a:latin typeface="Times New Roman" panose="02020603050405020304" pitchFamily="18" charset="0"/>
              <a:ea typeface="仿宋_GB2312" pitchFamily="49" charset="-122"/>
            </a:endParaRPr>
          </a:p>
        </p:txBody>
      </p:sp>
      <p:sp>
        <p:nvSpPr>
          <p:cNvPr id="9" name="文本框 8">
            <a:extLst>
              <a:ext uri="{FF2B5EF4-FFF2-40B4-BE49-F238E27FC236}">
                <a16:creationId xmlns:a16="http://schemas.microsoft.com/office/drawing/2014/main" id="{2CAC5EE5-DA84-49BE-BE40-9245218DD638}"/>
              </a:ext>
            </a:extLst>
          </p:cNvPr>
          <p:cNvSpPr txBox="1"/>
          <p:nvPr/>
        </p:nvSpPr>
        <p:spPr>
          <a:xfrm>
            <a:off x="5796136" y="1916832"/>
            <a:ext cx="1261884" cy="523220"/>
          </a:xfrm>
          <a:prstGeom prst="rect">
            <a:avLst/>
          </a:prstGeom>
          <a:noFill/>
        </p:spPr>
        <p:txBody>
          <a:bodyPr wrap="none" rtlCol="0">
            <a:spAutoFit/>
          </a:bodyPr>
          <a:lstStyle/>
          <a:p>
            <a:r>
              <a:rPr lang="zh-CN" altLang="en-US" dirty="0">
                <a:solidFill>
                  <a:srgbClr val="7030A0"/>
                </a:solidFill>
                <a:latin typeface="华文新魏" panose="02010800040101010101" pitchFamily="2" charset="-122"/>
                <a:ea typeface="华文新魏" panose="02010800040101010101" pitchFamily="2" charset="-122"/>
              </a:rPr>
              <a:t>数据域</a:t>
            </a:r>
          </a:p>
        </p:txBody>
      </p:sp>
    </p:spTree>
    <p:extLst>
      <p:ext uri="{BB962C8B-B14F-4D97-AF65-F5344CB8AC3E}">
        <p14:creationId xmlns:p14="http://schemas.microsoft.com/office/powerpoint/2010/main" val="166600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1000"/>
                                        <p:tgtEl>
                                          <p:spTgt spid="9"/>
                                        </p:tgtEl>
                                      </p:cBhvr>
                                    </p:animEffect>
                                    <p:anim calcmode="lin" valueType="num">
                                      <p:cBhvr>
                                        <p:cTn id="12" dur="1000" fill="hold"/>
                                        <p:tgtEl>
                                          <p:spTgt spid="9"/>
                                        </p:tgtEl>
                                        <p:attrNameLst>
                                          <p:attrName>ppt_x</p:attrName>
                                        </p:attrNameLst>
                                      </p:cBhvr>
                                      <p:tavLst>
                                        <p:tav tm="0">
                                          <p:val>
                                            <p:strVal val="#ppt_x"/>
                                          </p:val>
                                        </p:tav>
                                        <p:tav tm="100000">
                                          <p:val>
                                            <p:strVal val="#ppt_x"/>
                                          </p:val>
                                        </p:tav>
                                      </p:tavLst>
                                    </p:anim>
                                    <p:anim calcmode="lin" valueType="num">
                                      <p:cBhvr>
                                        <p:cTn id="1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363760-A473-4668-8AFE-EC3819325240}"/>
              </a:ext>
            </a:extLst>
          </p:cNvPr>
          <p:cNvSpPr>
            <a:spLocks noGrp="1"/>
          </p:cNvSpPr>
          <p:nvPr>
            <p:ph type="title"/>
          </p:nvPr>
        </p:nvSpPr>
        <p:spPr/>
        <p:txBody>
          <a:bodyPr/>
          <a:lstStyle/>
          <a:p>
            <a:r>
              <a:rPr lang="zh-CN" altLang="en-US" dirty="0"/>
              <a:t>多项式求值算法</a:t>
            </a:r>
          </a:p>
        </p:txBody>
      </p:sp>
      <p:sp>
        <p:nvSpPr>
          <p:cNvPr id="5" name="Rectangle 3">
            <a:extLst>
              <a:ext uri="{FF2B5EF4-FFF2-40B4-BE49-F238E27FC236}">
                <a16:creationId xmlns:a16="http://schemas.microsoft.com/office/drawing/2014/main" id="{E564008B-05F7-48FB-81F2-4EAC818F9FE2}"/>
              </a:ext>
            </a:extLst>
          </p:cNvPr>
          <p:cNvSpPr txBox="1">
            <a:spLocks noChangeArrowheads="1"/>
          </p:cNvSpPr>
          <p:nvPr/>
        </p:nvSpPr>
        <p:spPr bwMode="auto">
          <a:xfrm>
            <a:off x="251520" y="764704"/>
            <a:ext cx="8640960" cy="6001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50000"/>
              </a:lnSpc>
              <a:spcBef>
                <a:spcPts val="0"/>
              </a:spcBef>
              <a:buClr>
                <a:srgbClr val="800080"/>
              </a:buClr>
              <a:buSzPct val="55000"/>
            </a:pPr>
            <a:r>
              <a:rPr kumimoji="0" lang="zh-CN" altLang="en-US" sz="2400" i="0" u="none" strike="noStrike" kern="1200" cap="none" spc="0" normalizeH="0" baseline="0" noProof="0" dirty="0">
                <a:ln>
                  <a:noFill/>
                </a:ln>
                <a:effectLst/>
                <a:uLnTx/>
                <a:uFillTx/>
                <a:latin typeface="+mn-ea"/>
                <a:cs typeface="+mn-cs"/>
              </a:rPr>
              <a:t>如果不是稀疏多项式，可以用如下方式求值：</a:t>
            </a:r>
          </a:p>
          <a:p>
            <a:pPr marL="0" marR="0" lvl="0" indent="0" algn="l" defTabSz="914400" rtl="0" eaLnBrk="1" fontAlgn="base" latinLnBrk="0" hangingPunct="1">
              <a:lnSpc>
                <a:spcPct val="150000"/>
              </a:lnSpc>
              <a:spcBef>
                <a:spcPts val="0"/>
              </a:spcBef>
              <a:spcAft>
                <a:spcPct val="0"/>
              </a:spcAft>
              <a:buClr>
                <a:srgbClr val="0000CC"/>
              </a:buClr>
              <a:buSzPct val="75000"/>
              <a:buFont typeface="Wingdings" panose="05000000000000000000" pitchFamily="2" charset="2"/>
              <a:buNone/>
              <a:tabLst/>
              <a:defRPr/>
            </a:pPr>
            <a:r>
              <a:rPr lang="zh-CN" altLang="en-US" sz="2400" i="1" dirty="0">
                <a:solidFill>
                  <a:srgbClr val="CC0000"/>
                </a:solidFill>
                <a:latin typeface="+mn-ea"/>
              </a:rPr>
              <a:t>      </a:t>
            </a:r>
            <a:r>
              <a:rPr kumimoji="0" lang="zh-CN" altLang="en-US" sz="2400" i="1" u="none" strike="noStrike" kern="1200" cap="none" spc="0" normalizeH="0" baseline="0" noProof="0" dirty="0">
                <a:ln>
                  <a:noFill/>
                </a:ln>
                <a:solidFill>
                  <a:srgbClr val="CC0000"/>
                </a:solidFill>
                <a:effectLst/>
                <a:uLnTx/>
                <a:uFillTx/>
                <a:latin typeface="+mn-ea"/>
                <a:cs typeface="+mn-cs"/>
              </a:rPr>
              <a:t> </a:t>
            </a:r>
            <a:r>
              <a:rPr kumimoji="0" lang="en-US" altLang="zh-CN" sz="2400" i="1" u="none" strike="noStrike" kern="1200" cap="none" spc="0" normalizeH="0" baseline="0" noProof="0" dirty="0" err="1">
                <a:ln>
                  <a:noFill/>
                </a:ln>
                <a:solidFill>
                  <a:srgbClr val="FF0000"/>
                </a:solidFill>
                <a:effectLst/>
                <a:uLnTx/>
                <a:uFillTx/>
                <a:latin typeface="+mn-ea"/>
                <a:cs typeface="+mn-cs"/>
              </a:rPr>
              <a:t>P</a:t>
            </a:r>
            <a:r>
              <a:rPr kumimoji="0" lang="en-US" altLang="zh-CN" sz="2400" i="1" u="none" strike="noStrike" kern="1200" cap="none" spc="0" normalizeH="0" baseline="-25000" noProof="0" dirty="0" err="1">
                <a:ln>
                  <a:noFill/>
                </a:ln>
                <a:solidFill>
                  <a:srgbClr val="FF0000"/>
                </a:solidFill>
                <a:effectLst/>
                <a:uLnTx/>
                <a:uFillTx/>
                <a:latin typeface="+mn-ea"/>
                <a:cs typeface="+mn-cs"/>
              </a:rPr>
              <a:t>n</a:t>
            </a:r>
            <a:r>
              <a:rPr kumimoji="0" lang="en-US" altLang="zh-CN" sz="2400" i="0" u="none" strike="noStrike" kern="1200" cap="none" spc="0" normalizeH="0" baseline="0" noProof="0" dirty="0">
                <a:ln>
                  <a:noFill/>
                </a:ln>
                <a:solidFill>
                  <a:srgbClr val="FF0000"/>
                </a:solidFill>
                <a:effectLst/>
                <a:uLnTx/>
                <a:uFillTx/>
                <a:latin typeface="+mn-ea"/>
                <a:cs typeface="+mn-cs"/>
              </a:rPr>
              <a:t>(</a:t>
            </a:r>
            <a:r>
              <a:rPr kumimoji="0" lang="en-US" altLang="zh-CN" sz="2400" i="1" u="none" strike="noStrike" kern="1200" cap="none" spc="0" normalizeH="0" baseline="0" noProof="0" dirty="0">
                <a:ln>
                  <a:noFill/>
                </a:ln>
                <a:solidFill>
                  <a:srgbClr val="FF0000"/>
                </a:solidFill>
                <a:effectLst/>
                <a:uLnTx/>
                <a:uFillTx/>
                <a:latin typeface="+mn-ea"/>
                <a:cs typeface="+mn-cs"/>
              </a:rPr>
              <a:t>x</a:t>
            </a:r>
            <a:r>
              <a:rPr kumimoji="0" lang="en-US" altLang="zh-CN" sz="2400" i="0" u="none" strike="noStrike" kern="1200" cap="none" spc="0" normalizeH="0" baseline="0" noProof="0" dirty="0">
                <a:ln>
                  <a:noFill/>
                </a:ln>
                <a:solidFill>
                  <a:srgbClr val="FF0000"/>
                </a:solidFill>
                <a:effectLst/>
                <a:uLnTx/>
                <a:uFillTx/>
                <a:latin typeface="+mn-ea"/>
                <a:cs typeface="+mn-cs"/>
              </a:rPr>
              <a:t>) = </a:t>
            </a:r>
            <a:r>
              <a:rPr kumimoji="0" lang="en-US" altLang="zh-CN" sz="2400" i="1" u="none" strike="noStrike" kern="1200" cap="none" spc="0" normalizeH="0" baseline="0" noProof="0" dirty="0" err="1">
                <a:ln>
                  <a:noFill/>
                </a:ln>
                <a:solidFill>
                  <a:srgbClr val="FF0000"/>
                </a:solidFill>
                <a:effectLst/>
                <a:uLnTx/>
                <a:uFillTx/>
                <a:latin typeface="+mn-ea"/>
                <a:cs typeface="+mn-cs"/>
              </a:rPr>
              <a:t>c</a:t>
            </a:r>
            <a:r>
              <a:rPr kumimoji="0" lang="en-US" altLang="zh-CN" sz="2400" i="1" u="none" strike="noStrike" kern="1200" cap="none" spc="0" normalizeH="0" baseline="-25000" noProof="0" dirty="0" err="1">
                <a:ln>
                  <a:noFill/>
                </a:ln>
                <a:solidFill>
                  <a:srgbClr val="FF0000"/>
                </a:solidFill>
                <a:effectLst/>
                <a:uLnTx/>
                <a:uFillTx/>
                <a:latin typeface="+mn-ea"/>
                <a:cs typeface="+mn-cs"/>
              </a:rPr>
              <a:t>n</a:t>
            </a:r>
            <a:r>
              <a:rPr kumimoji="0" lang="en-US" altLang="zh-CN" sz="2400" i="1" u="none" strike="noStrike" kern="1200" cap="none" spc="0" normalizeH="0" baseline="0" noProof="0" dirty="0" err="1">
                <a:ln>
                  <a:noFill/>
                </a:ln>
                <a:solidFill>
                  <a:srgbClr val="FF0000"/>
                </a:solidFill>
                <a:effectLst/>
                <a:uLnTx/>
                <a:uFillTx/>
                <a:latin typeface="+mn-ea"/>
                <a:cs typeface="+mn-cs"/>
              </a:rPr>
              <a:t>x</a:t>
            </a:r>
            <a:r>
              <a:rPr kumimoji="0" lang="en-US" altLang="zh-CN" sz="2400" i="1" u="none" strike="noStrike" kern="1200" cap="none" spc="0" normalizeH="0" baseline="30000" noProof="0" dirty="0" err="1">
                <a:ln>
                  <a:noFill/>
                </a:ln>
                <a:solidFill>
                  <a:srgbClr val="FF0000"/>
                </a:solidFill>
                <a:effectLst/>
                <a:uLnTx/>
                <a:uFillTx/>
                <a:latin typeface="+mn-ea"/>
                <a:cs typeface="+mn-cs"/>
              </a:rPr>
              <a:t>n</a:t>
            </a:r>
            <a:r>
              <a:rPr kumimoji="0" lang="en-US" altLang="zh-CN" sz="2400" i="1" u="none" strike="noStrike" kern="1200" cap="none" spc="0" normalizeH="0" baseline="30000" noProof="0" dirty="0">
                <a:ln>
                  <a:noFill/>
                </a:ln>
                <a:solidFill>
                  <a:srgbClr val="FF0000"/>
                </a:solidFill>
                <a:effectLst/>
                <a:uLnTx/>
                <a:uFillTx/>
                <a:latin typeface="+mn-ea"/>
                <a:cs typeface="+mn-cs"/>
              </a:rPr>
              <a:t> </a:t>
            </a:r>
            <a:r>
              <a:rPr kumimoji="0" lang="en-US" altLang="zh-CN" sz="2400" i="0" u="none" strike="noStrike" kern="1200" cap="none" spc="0" normalizeH="0" baseline="0" noProof="0" dirty="0">
                <a:ln>
                  <a:noFill/>
                </a:ln>
                <a:solidFill>
                  <a:srgbClr val="FF0000"/>
                </a:solidFill>
                <a:effectLst/>
                <a:uLnTx/>
                <a:uFillTx/>
                <a:latin typeface="+mn-ea"/>
                <a:cs typeface="+mn-cs"/>
              </a:rPr>
              <a:t>+ </a:t>
            </a:r>
            <a:r>
              <a:rPr kumimoji="0" lang="en-US" altLang="zh-CN" sz="2400" i="1" u="none" strike="noStrike" kern="1200" cap="none" spc="0" normalizeH="0" baseline="0" noProof="0" dirty="0">
                <a:ln>
                  <a:noFill/>
                </a:ln>
                <a:solidFill>
                  <a:srgbClr val="FF0000"/>
                </a:solidFill>
                <a:effectLst/>
                <a:uLnTx/>
                <a:uFillTx/>
                <a:latin typeface="+mn-ea"/>
                <a:cs typeface="+mn-cs"/>
              </a:rPr>
              <a:t>c</a:t>
            </a:r>
            <a:r>
              <a:rPr kumimoji="0" lang="en-US" altLang="zh-CN" sz="2400" i="1" u="none" strike="noStrike" kern="1200" cap="none" spc="0" normalizeH="0" baseline="-25000" noProof="0" dirty="0">
                <a:ln>
                  <a:noFill/>
                </a:ln>
                <a:solidFill>
                  <a:srgbClr val="FF0000"/>
                </a:solidFill>
                <a:effectLst/>
                <a:uLnTx/>
                <a:uFillTx/>
                <a:latin typeface="+mn-ea"/>
                <a:cs typeface="+mn-cs"/>
              </a:rPr>
              <a:t>n</a:t>
            </a:r>
            <a:r>
              <a:rPr kumimoji="0" lang="en-US" altLang="zh-CN" sz="2400" i="0" u="none" strike="noStrike" kern="1200" cap="none" spc="0" normalizeH="0" baseline="-25000" noProof="0" dirty="0">
                <a:ln>
                  <a:noFill/>
                </a:ln>
                <a:solidFill>
                  <a:srgbClr val="FF0000"/>
                </a:solidFill>
                <a:effectLst/>
                <a:uLnTx/>
                <a:uFillTx/>
                <a:latin typeface="+mn-ea"/>
                <a:cs typeface="+mn-cs"/>
              </a:rPr>
              <a:t>-1</a:t>
            </a:r>
            <a:r>
              <a:rPr kumimoji="0" lang="en-US" altLang="zh-CN" sz="2400" i="1" u="none" strike="noStrike" kern="1200" cap="none" spc="0" normalizeH="0" baseline="0" noProof="0" dirty="0">
                <a:ln>
                  <a:noFill/>
                </a:ln>
                <a:solidFill>
                  <a:srgbClr val="FF0000"/>
                </a:solidFill>
                <a:effectLst/>
                <a:uLnTx/>
                <a:uFillTx/>
                <a:latin typeface="+mn-ea"/>
                <a:cs typeface="+mn-cs"/>
              </a:rPr>
              <a:t>x</a:t>
            </a:r>
            <a:r>
              <a:rPr kumimoji="0" lang="en-US" altLang="zh-CN" sz="2400" i="1" u="none" strike="noStrike" kern="1200" cap="none" spc="0" normalizeH="0" baseline="30000" noProof="0" dirty="0">
                <a:ln>
                  <a:noFill/>
                </a:ln>
                <a:solidFill>
                  <a:srgbClr val="FF0000"/>
                </a:solidFill>
                <a:effectLst/>
                <a:uLnTx/>
                <a:uFillTx/>
                <a:latin typeface="+mn-ea"/>
                <a:cs typeface="+mn-cs"/>
              </a:rPr>
              <a:t>n-</a:t>
            </a:r>
            <a:r>
              <a:rPr kumimoji="0" lang="en-US" altLang="zh-CN" sz="2400" i="0" u="none" strike="noStrike" kern="1200" cap="none" spc="0" normalizeH="0" baseline="30000" noProof="0" dirty="0">
                <a:ln>
                  <a:noFill/>
                </a:ln>
                <a:solidFill>
                  <a:srgbClr val="FF0000"/>
                </a:solidFill>
                <a:effectLst/>
                <a:uLnTx/>
                <a:uFillTx/>
                <a:latin typeface="+mn-ea"/>
                <a:cs typeface="+mn-cs"/>
              </a:rPr>
              <a:t>1 </a:t>
            </a:r>
            <a:r>
              <a:rPr kumimoji="0" lang="en-US" altLang="zh-CN" sz="2400" i="0" u="none" strike="noStrike" kern="1200" cap="none" spc="0" normalizeH="0" baseline="0" noProof="0" dirty="0">
                <a:ln>
                  <a:noFill/>
                </a:ln>
                <a:solidFill>
                  <a:srgbClr val="FF0000"/>
                </a:solidFill>
                <a:effectLst/>
                <a:uLnTx/>
                <a:uFillTx/>
                <a:latin typeface="+mn-ea"/>
                <a:cs typeface="+mn-cs"/>
              </a:rPr>
              <a:t>+ … + </a:t>
            </a:r>
            <a:r>
              <a:rPr kumimoji="0" lang="en-US" altLang="zh-CN" sz="2400" i="1" u="none" strike="noStrike" kern="1200" cap="none" spc="0" normalizeH="0" baseline="0" noProof="0" dirty="0">
                <a:ln>
                  <a:noFill/>
                </a:ln>
                <a:solidFill>
                  <a:srgbClr val="FF0000"/>
                </a:solidFill>
                <a:effectLst/>
                <a:uLnTx/>
                <a:uFillTx/>
                <a:latin typeface="+mn-ea"/>
                <a:cs typeface="+mn-cs"/>
              </a:rPr>
              <a:t>c</a:t>
            </a:r>
            <a:r>
              <a:rPr kumimoji="0" lang="en-US" altLang="zh-CN" sz="2400" i="0" u="none" strike="noStrike" kern="1200" cap="none" spc="0" normalizeH="0" baseline="-25000" noProof="0" dirty="0">
                <a:ln>
                  <a:noFill/>
                </a:ln>
                <a:solidFill>
                  <a:srgbClr val="FF0000"/>
                </a:solidFill>
                <a:effectLst/>
                <a:uLnTx/>
                <a:uFillTx/>
                <a:latin typeface="+mn-ea"/>
                <a:cs typeface="+mn-cs"/>
              </a:rPr>
              <a:t>1</a:t>
            </a:r>
            <a:r>
              <a:rPr kumimoji="0" lang="en-US" altLang="zh-CN" sz="2400" i="1" u="none" strike="noStrike" kern="1200" cap="none" spc="0" normalizeH="0" baseline="0" noProof="0" dirty="0">
                <a:ln>
                  <a:noFill/>
                </a:ln>
                <a:solidFill>
                  <a:srgbClr val="FF0000"/>
                </a:solidFill>
                <a:effectLst/>
                <a:uLnTx/>
                <a:uFillTx/>
                <a:latin typeface="+mn-ea"/>
                <a:cs typeface="+mn-cs"/>
              </a:rPr>
              <a:t>x </a:t>
            </a:r>
            <a:r>
              <a:rPr kumimoji="0" lang="en-US" altLang="zh-CN" sz="2400" i="0" u="none" strike="noStrike" kern="1200" cap="none" spc="0" normalizeH="0" baseline="0" noProof="0" dirty="0">
                <a:ln>
                  <a:noFill/>
                </a:ln>
                <a:solidFill>
                  <a:srgbClr val="FF0000"/>
                </a:solidFill>
                <a:effectLst/>
                <a:uLnTx/>
                <a:uFillTx/>
                <a:latin typeface="+mn-ea"/>
                <a:cs typeface="+mn-cs"/>
              </a:rPr>
              <a:t>+ </a:t>
            </a:r>
            <a:r>
              <a:rPr kumimoji="0" lang="en-US" altLang="zh-CN" sz="2400" i="1" u="none" strike="noStrike" kern="1200" cap="none" spc="0" normalizeH="0" baseline="0" noProof="0" dirty="0">
                <a:ln>
                  <a:noFill/>
                </a:ln>
                <a:solidFill>
                  <a:srgbClr val="FF0000"/>
                </a:solidFill>
                <a:effectLst/>
                <a:uLnTx/>
                <a:uFillTx/>
                <a:latin typeface="+mn-ea"/>
                <a:cs typeface="+mn-cs"/>
              </a:rPr>
              <a:t>c</a:t>
            </a:r>
            <a:r>
              <a:rPr kumimoji="0" lang="en-US" altLang="zh-CN" sz="2400" i="0" u="none" strike="noStrike" kern="1200" cap="none" spc="0" normalizeH="0" baseline="-25000" noProof="0" dirty="0">
                <a:ln>
                  <a:noFill/>
                </a:ln>
                <a:solidFill>
                  <a:srgbClr val="FF0000"/>
                </a:solidFill>
                <a:effectLst/>
                <a:uLnTx/>
                <a:uFillTx/>
                <a:latin typeface="+mn-ea"/>
                <a:cs typeface="+mn-cs"/>
              </a:rPr>
              <a:t>0</a:t>
            </a:r>
          </a:p>
          <a:p>
            <a:pPr marL="0" marR="0" lvl="0" indent="0" algn="l" defTabSz="914400" rtl="0" eaLnBrk="1" fontAlgn="base" latinLnBrk="0" hangingPunct="1">
              <a:lnSpc>
                <a:spcPct val="150000"/>
              </a:lnSpc>
              <a:spcBef>
                <a:spcPts val="0"/>
              </a:spcBef>
              <a:spcAft>
                <a:spcPct val="0"/>
              </a:spcAft>
              <a:buClr>
                <a:srgbClr val="0000CC"/>
              </a:buClr>
              <a:buSzPct val="75000"/>
              <a:buFont typeface="Wingdings" panose="05000000000000000000" pitchFamily="2" charset="2"/>
              <a:buNone/>
              <a:tabLst/>
              <a:defRPr/>
            </a:pPr>
            <a:r>
              <a:rPr kumimoji="0" lang="en-US" altLang="zh-CN" sz="2400" i="0" u="none" strike="noStrike" kern="1200" cap="none" spc="0" normalizeH="0" baseline="0" noProof="0" dirty="0">
                <a:ln>
                  <a:noFill/>
                </a:ln>
                <a:solidFill>
                  <a:srgbClr val="FF0000"/>
                </a:solidFill>
                <a:effectLst/>
                <a:uLnTx/>
                <a:uFillTx/>
                <a:latin typeface="+mn-ea"/>
                <a:cs typeface="+mn-cs"/>
              </a:rPr>
              <a:t>               = ((…((</a:t>
            </a:r>
            <a:r>
              <a:rPr kumimoji="0" lang="en-US" altLang="zh-CN" sz="2400" i="1" u="none" strike="noStrike" kern="1200" cap="none" spc="0" normalizeH="0" baseline="0" noProof="0" dirty="0" err="1">
                <a:ln>
                  <a:noFill/>
                </a:ln>
                <a:solidFill>
                  <a:srgbClr val="FF0000"/>
                </a:solidFill>
                <a:effectLst/>
                <a:uLnTx/>
                <a:uFillTx/>
                <a:latin typeface="+mn-ea"/>
                <a:cs typeface="+mn-cs"/>
              </a:rPr>
              <a:t>c</a:t>
            </a:r>
            <a:r>
              <a:rPr kumimoji="0" lang="en-US" altLang="zh-CN" sz="2400" i="1" u="none" strike="noStrike" kern="1200" cap="none" spc="0" normalizeH="0" baseline="-25000" noProof="0" dirty="0" err="1">
                <a:ln>
                  <a:noFill/>
                </a:ln>
                <a:solidFill>
                  <a:srgbClr val="FF0000"/>
                </a:solidFill>
                <a:effectLst/>
                <a:uLnTx/>
                <a:uFillTx/>
                <a:latin typeface="+mn-ea"/>
                <a:cs typeface="+mn-cs"/>
              </a:rPr>
              <a:t>n</a:t>
            </a:r>
            <a:r>
              <a:rPr kumimoji="0" lang="en-US" altLang="zh-CN" sz="2400" i="1" u="none" strike="noStrike" kern="1200" cap="none" spc="0" normalizeH="0" baseline="0" noProof="0" dirty="0" err="1">
                <a:ln>
                  <a:noFill/>
                </a:ln>
                <a:solidFill>
                  <a:srgbClr val="FF0000"/>
                </a:solidFill>
                <a:effectLst/>
                <a:uLnTx/>
                <a:uFillTx/>
                <a:latin typeface="+mn-ea"/>
                <a:cs typeface="+mn-cs"/>
              </a:rPr>
              <a:t>x</a:t>
            </a:r>
            <a:r>
              <a:rPr kumimoji="0" lang="en-US" altLang="zh-CN" sz="2400" i="1" u="none" strike="noStrike" kern="1200" cap="none" spc="0" normalizeH="0" baseline="0" noProof="0" dirty="0">
                <a:ln>
                  <a:noFill/>
                </a:ln>
                <a:solidFill>
                  <a:srgbClr val="FF0000"/>
                </a:solidFill>
                <a:effectLst/>
                <a:uLnTx/>
                <a:uFillTx/>
                <a:latin typeface="+mn-ea"/>
                <a:cs typeface="+mn-cs"/>
              </a:rPr>
              <a:t> </a:t>
            </a:r>
            <a:r>
              <a:rPr kumimoji="0" lang="en-US" altLang="zh-CN" sz="2400" i="0" u="none" strike="noStrike" kern="1200" cap="none" spc="0" normalizeH="0" baseline="0" noProof="0" dirty="0">
                <a:ln>
                  <a:noFill/>
                </a:ln>
                <a:solidFill>
                  <a:srgbClr val="FF0000"/>
                </a:solidFill>
                <a:effectLst/>
                <a:uLnTx/>
                <a:uFillTx/>
                <a:latin typeface="+mn-ea"/>
                <a:cs typeface="+mn-cs"/>
              </a:rPr>
              <a:t>+ </a:t>
            </a:r>
            <a:r>
              <a:rPr kumimoji="0" lang="en-US" altLang="zh-CN" sz="2400" i="1" u="none" strike="noStrike" kern="1200" cap="none" spc="0" normalizeH="0" baseline="0" noProof="0" dirty="0">
                <a:ln>
                  <a:noFill/>
                </a:ln>
                <a:solidFill>
                  <a:srgbClr val="FF0000"/>
                </a:solidFill>
                <a:effectLst/>
                <a:uLnTx/>
                <a:uFillTx/>
                <a:latin typeface="+mn-ea"/>
                <a:cs typeface="+mn-cs"/>
              </a:rPr>
              <a:t>c</a:t>
            </a:r>
            <a:r>
              <a:rPr kumimoji="0" lang="en-US" altLang="zh-CN" sz="2400" i="1" u="none" strike="noStrike" kern="1200" cap="none" spc="0" normalizeH="0" baseline="-25000" noProof="0" dirty="0">
                <a:ln>
                  <a:noFill/>
                </a:ln>
                <a:solidFill>
                  <a:srgbClr val="FF0000"/>
                </a:solidFill>
                <a:effectLst/>
                <a:uLnTx/>
                <a:uFillTx/>
                <a:latin typeface="+mn-ea"/>
                <a:cs typeface="+mn-cs"/>
              </a:rPr>
              <a:t>n</a:t>
            </a:r>
            <a:r>
              <a:rPr kumimoji="0" lang="en-US" altLang="zh-CN" sz="2400" i="0" u="none" strike="noStrike" kern="1200" cap="none" spc="0" normalizeH="0" baseline="-25000" noProof="0" dirty="0">
                <a:ln>
                  <a:noFill/>
                </a:ln>
                <a:solidFill>
                  <a:srgbClr val="FF0000"/>
                </a:solidFill>
                <a:effectLst/>
                <a:uLnTx/>
                <a:uFillTx/>
                <a:latin typeface="+mn-ea"/>
                <a:cs typeface="+mn-cs"/>
              </a:rPr>
              <a:t>-1</a:t>
            </a:r>
            <a:r>
              <a:rPr kumimoji="0" lang="en-US" altLang="zh-CN" sz="2400" i="0" u="none" strike="noStrike" kern="1200" cap="none" spc="0" normalizeH="0" baseline="0" noProof="0" dirty="0">
                <a:ln>
                  <a:noFill/>
                </a:ln>
                <a:solidFill>
                  <a:srgbClr val="FF0000"/>
                </a:solidFill>
                <a:effectLst/>
                <a:uLnTx/>
                <a:uFillTx/>
                <a:latin typeface="+mn-ea"/>
                <a:cs typeface="+mn-cs"/>
              </a:rPr>
              <a:t>) </a:t>
            </a:r>
            <a:r>
              <a:rPr kumimoji="0" lang="en-US" altLang="zh-CN" sz="2400" i="1" u="none" strike="noStrike" kern="1200" cap="none" spc="0" normalizeH="0" baseline="0" noProof="0" dirty="0">
                <a:ln>
                  <a:noFill/>
                </a:ln>
                <a:solidFill>
                  <a:srgbClr val="FF0000"/>
                </a:solidFill>
                <a:effectLst/>
                <a:uLnTx/>
                <a:uFillTx/>
                <a:latin typeface="+mn-ea"/>
                <a:cs typeface="+mn-cs"/>
              </a:rPr>
              <a:t>x </a:t>
            </a:r>
            <a:r>
              <a:rPr kumimoji="0" lang="en-US" altLang="zh-CN" sz="2400" i="0" u="none" strike="noStrike" kern="1200" cap="none" spc="0" normalizeH="0" baseline="0" noProof="0" dirty="0">
                <a:ln>
                  <a:noFill/>
                </a:ln>
                <a:solidFill>
                  <a:srgbClr val="FF0000"/>
                </a:solidFill>
                <a:effectLst/>
                <a:uLnTx/>
                <a:uFillTx/>
                <a:latin typeface="+mn-ea"/>
                <a:cs typeface="+mn-cs"/>
              </a:rPr>
              <a:t>+ </a:t>
            </a:r>
            <a:r>
              <a:rPr kumimoji="0" lang="en-US" altLang="zh-CN" sz="2400" i="1" u="none" strike="noStrike" kern="1200" cap="none" spc="0" normalizeH="0" baseline="0" noProof="0" dirty="0">
                <a:ln>
                  <a:noFill/>
                </a:ln>
                <a:solidFill>
                  <a:srgbClr val="FF0000"/>
                </a:solidFill>
                <a:effectLst/>
                <a:uLnTx/>
                <a:uFillTx/>
                <a:latin typeface="+mn-ea"/>
                <a:cs typeface="+mn-cs"/>
              </a:rPr>
              <a:t>c</a:t>
            </a:r>
            <a:r>
              <a:rPr kumimoji="0" lang="en-US" altLang="zh-CN" sz="2400" i="1" u="none" strike="noStrike" kern="1200" cap="none" spc="0" normalizeH="0" baseline="-25000" noProof="0" dirty="0">
                <a:ln>
                  <a:noFill/>
                </a:ln>
                <a:solidFill>
                  <a:srgbClr val="FF0000"/>
                </a:solidFill>
                <a:effectLst/>
                <a:uLnTx/>
                <a:uFillTx/>
                <a:latin typeface="+mn-ea"/>
                <a:cs typeface="+mn-cs"/>
              </a:rPr>
              <a:t>n</a:t>
            </a:r>
            <a:r>
              <a:rPr kumimoji="0" lang="en-US" altLang="zh-CN" sz="2400" i="0" u="none" strike="noStrike" kern="1200" cap="none" spc="0" normalizeH="0" baseline="-25000" noProof="0" dirty="0">
                <a:ln>
                  <a:noFill/>
                </a:ln>
                <a:solidFill>
                  <a:srgbClr val="FF0000"/>
                </a:solidFill>
                <a:effectLst/>
                <a:uLnTx/>
                <a:uFillTx/>
                <a:latin typeface="+mn-ea"/>
                <a:cs typeface="+mn-cs"/>
              </a:rPr>
              <a:t>-2</a:t>
            </a:r>
            <a:r>
              <a:rPr kumimoji="0" lang="en-US" altLang="zh-CN" sz="2400" i="0" u="none" strike="noStrike" kern="1200" cap="none" spc="0" normalizeH="0" baseline="0" noProof="0" dirty="0">
                <a:ln>
                  <a:noFill/>
                </a:ln>
                <a:solidFill>
                  <a:srgbClr val="FF0000"/>
                </a:solidFill>
                <a:effectLst/>
                <a:uLnTx/>
                <a:uFillTx/>
                <a:latin typeface="+mn-ea"/>
                <a:cs typeface="+mn-cs"/>
              </a:rPr>
              <a:t>) </a:t>
            </a:r>
            <a:r>
              <a:rPr kumimoji="0" lang="en-US" altLang="zh-CN" sz="2400" i="1" u="none" strike="noStrike" kern="1200" cap="none" spc="0" normalizeH="0" baseline="0" noProof="0" dirty="0">
                <a:ln>
                  <a:noFill/>
                </a:ln>
                <a:solidFill>
                  <a:srgbClr val="FF0000"/>
                </a:solidFill>
                <a:effectLst/>
                <a:uLnTx/>
                <a:uFillTx/>
                <a:latin typeface="+mn-ea"/>
                <a:cs typeface="+mn-cs"/>
              </a:rPr>
              <a:t>x </a:t>
            </a:r>
            <a:r>
              <a:rPr kumimoji="0" lang="en-US" altLang="zh-CN" sz="2400" i="0" u="none" strike="noStrike" kern="1200" cap="none" spc="0" normalizeH="0" baseline="0" noProof="0" dirty="0">
                <a:ln>
                  <a:noFill/>
                </a:ln>
                <a:solidFill>
                  <a:srgbClr val="FF0000"/>
                </a:solidFill>
                <a:effectLst/>
                <a:uLnTx/>
                <a:uFillTx/>
                <a:latin typeface="+mn-ea"/>
                <a:cs typeface="+mn-cs"/>
              </a:rPr>
              <a:t>+ …) </a:t>
            </a:r>
            <a:r>
              <a:rPr kumimoji="0" lang="en-US" altLang="zh-CN" sz="2400" i="1" u="none" strike="noStrike" kern="1200" cap="none" spc="0" normalizeH="0" baseline="0" noProof="0" dirty="0">
                <a:ln>
                  <a:noFill/>
                </a:ln>
                <a:solidFill>
                  <a:srgbClr val="FF0000"/>
                </a:solidFill>
                <a:effectLst/>
                <a:uLnTx/>
                <a:uFillTx/>
                <a:latin typeface="+mn-ea"/>
                <a:cs typeface="+mn-cs"/>
              </a:rPr>
              <a:t>x </a:t>
            </a:r>
            <a:r>
              <a:rPr kumimoji="0" lang="en-US" altLang="zh-CN" sz="2400" i="0" u="none" strike="noStrike" kern="1200" cap="none" spc="0" normalizeH="0" baseline="0" noProof="0" dirty="0">
                <a:ln>
                  <a:noFill/>
                </a:ln>
                <a:solidFill>
                  <a:srgbClr val="FF0000"/>
                </a:solidFill>
                <a:effectLst/>
                <a:uLnTx/>
                <a:uFillTx/>
                <a:latin typeface="+mn-ea"/>
                <a:cs typeface="+mn-cs"/>
              </a:rPr>
              <a:t>+ </a:t>
            </a:r>
            <a:r>
              <a:rPr kumimoji="0" lang="en-US" altLang="zh-CN" sz="2400" i="1" u="none" strike="noStrike" kern="1200" cap="none" spc="0" normalizeH="0" baseline="0" noProof="0" dirty="0">
                <a:ln>
                  <a:noFill/>
                </a:ln>
                <a:solidFill>
                  <a:srgbClr val="FF0000"/>
                </a:solidFill>
                <a:effectLst/>
                <a:uLnTx/>
                <a:uFillTx/>
                <a:latin typeface="+mn-ea"/>
                <a:cs typeface="+mn-cs"/>
              </a:rPr>
              <a:t>c</a:t>
            </a:r>
            <a:r>
              <a:rPr kumimoji="0" lang="en-US" altLang="zh-CN" sz="2400" i="0" u="none" strike="noStrike" kern="1200" cap="none" spc="0" normalizeH="0" baseline="-25000" noProof="0" dirty="0">
                <a:ln>
                  <a:noFill/>
                </a:ln>
                <a:solidFill>
                  <a:srgbClr val="FF0000"/>
                </a:solidFill>
                <a:effectLst/>
                <a:uLnTx/>
                <a:uFillTx/>
                <a:latin typeface="+mn-ea"/>
                <a:cs typeface="+mn-cs"/>
              </a:rPr>
              <a:t>1</a:t>
            </a:r>
            <a:r>
              <a:rPr kumimoji="0" lang="en-US" altLang="zh-CN" sz="2400" i="0" u="none" strike="noStrike" kern="1200" cap="none" spc="0" normalizeH="0" baseline="0" noProof="0" dirty="0">
                <a:ln>
                  <a:noFill/>
                </a:ln>
                <a:solidFill>
                  <a:srgbClr val="FF0000"/>
                </a:solidFill>
                <a:effectLst/>
                <a:uLnTx/>
                <a:uFillTx/>
                <a:latin typeface="+mn-ea"/>
                <a:cs typeface="+mn-cs"/>
              </a:rPr>
              <a:t>) </a:t>
            </a:r>
            <a:r>
              <a:rPr kumimoji="0" lang="en-US" altLang="zh-CN" sz="2400" i="1" u="none" strike="noStrike" kern="1200" cap="none" spc="0" normalizeH="0" baseline="0" noProof="0" dirty="0">
                <a:ln>
                  <a:noFill/>
                </a:ln>
                <a:solidFill>
                  <a:srgbClr val="FF0000"/>
                </a:solidFill>
                <a:effectLst/>
                <a:uLnTx/>
                <a:uFillTx/>
                <a:latin typeface="+mn-ea"/>
                <a:cs typeface="+mn-cs"/>
              </a:rPr>
              <a:t>x </a:t>
            </a:r>
            <a:r>
              <a:rPr kumimoji="0" lang="en-US" altLang="zh-CN" sz="2400" i="0" u="none" strike="noStrike" kern="1200" cap="none" spc="0" normalizeH="0" baseline="0" noProof="0" dirty="0">
                <a:ln>
                  <a:noFill/>
                </a:ln>
                <a:solidFill>
                  <a:srgbClr val="FF0000"/>
                </a:solidFill>
                <a:effectLst/>
                <a:uLnTx/>
                <a:uFillTx/>
                <a:latin typeface="+mn-ea"/>
                <a:cs typeface="+mn-cs"/>
              </a:rPr>
              <a:t>+ </a:t>
            </a:r>
            <a:r>
              <a:rPr kumimoji="0" lang="en-US" altLang="zh-CN" sz="2400" i="1" u="none" strike="noStrike" kern="1200" cap="none" spc="0" normalizeH="0" baseline="0" noProof="0" dirty="0">
                <a:ln>
                  <a:noFill/>
                </a:ln>
                <a:solidFill>
                  <a:srgbClr val="FF0000"/>
                </a:solidFill>
                <a:effectLst/>
                <a:uLnTx/>
                <a:uFillTx/>
                <a:latin typeface="+mn-ea"/>
                <a:cs typeface="+mn-cs"/>
              </a:rPr>
              <a:t>c</a:t>
            </a:r>
            <a:r>
              <a:rPr kumimoji="0" lang="en-US" altLang="zh-CN" sz="2400" i="0" u="none" strike="noStrike" kern="1200" cap="none" spc="0" normalizeH="0" baseline="-25000" noProof="0" dirty="0">
                <a:ln>
                  <a:noFill/>
                </a:ln>
                <a:solidFill>
                  <a:srgbClr val="FF0000"/>
                </a:solidFill>
                <a:effectLst/>
                <a:uLnTx/>
                <a:uFillTx/>
                <a:latin typeface="+mn-ea"/>
                <a:cs typeface="+mn-cs"/>
              </a:rPr>
              <a:t>0</a:t>
            </a:r>
          </a:p>
          <a:p>
            <a:pPr marL="0" marR="0" lvl="0" indent="0" algn="l" defTabSz="914400" rtl="0" eaLnBrk="1" fontAlgn="base" latinLnBrk="0" hangingPunct="1">
              <a:lnSpc>
                <a:spcPct val="150000"/>
              </a:lnSpc>
              <a:spcBef>
                <a:spcPts val="0"/>
              </a:spcBef>
              <a:spcAft>
                <a:spcPct val="0"/>
              </a:spcAft>
              <a:buClr>
                <a:srgbClr val="0000CC"/>
              </a:buClr>
              <a:buSzPct val="75000"/>
              <a:buFont typeface="Wingdings" panose="05000000000000000000" pitchFamily="2" charset="2"/>
              <a:buNone/>
              <a:tabLst/>
              <a:defRPr/>
            </a:pPr>
            <a:r>
              <a:rPr kumimoji="0" lang="en-US" altLang="zh-CN" sz="2400" i="0" u="none" strike="noStrike" kern="1200" cap="none" spc="0" normalizeH="0" baseline="-25000" noProof="0" dirty="0">
                <a:ln>
                  <a:noFill/>
                </a:ln>
                <a:effectLst/>
                <a:uLnTx/>
                <a:uFillTx/>
                <a:latin typeface="+mn-ea"/>
                <a:cs typeface="+mn-cs"/>
              </a:rPr>
              <a:t>      </a:t>
            </a:r>
            <a:r>
              <a:rPr kumimoji="0" lang="zh-CN" altLang="en-US" sz="2400" i="0" u="none" strike="noStrike" kern="1200" cap="none" spc="0" normalizeH="0" baseline="0" noProof="0" dirty="0">
                <a:ln>
                  <a:noFill/>
                </a:ln>
                <a:effectLst/>
                <a:uLnTx/>
                <a:uFillTx/>
                <a:latin typeface="+mn-ea"/>
                <a:cs typeface="+mn-cs"/>
              </a:rPr>
              <a:t>从最内层括号开始，逐层向外计算。</a:t>
            </a:r>
          </a:p>
          <a:p>
            <a:pPr eaLnBrk="1" hangingPunct="1">
              <a:lnSpc>
                <a:spcPct val="150000"/>
              </a:lnSpc>
              <a:spcBef>
                <a:spcPts val="0"/>
              </a:spcBef>
              <a:buClr>
                <a:srgbClr val="800080"/>
              </a:buClr>
              <a:buSzPct val="55000"/>
            </a:pPr>
            <a:r>
              <a:rPr kumimoji="0" lang="zh-CN" altLang="en-US" sz="2400" i="0" u="none" strike="noStrike" kern="1200" cap="none" spc="0" normalizeH="0" baseline="0" noProof="0" dirty="0">
                <a:ln>
                  <a:noFill/>
                </a:ln>
                <a:effectLst/>
                <a:uLnTx/>
                <a:uFillTx/>
                <a:latin typeface="+mn-ea"/>
                <a:cs typeface="+mn-cs"/>
              </a:rPr>
              <a:t>多项式 </a:t>
            </a:r>
            <a:r>
              <a:rPr kumimoji="0" lang="en-US" altLang="zh-CN" sz="2400" u="none" strike="noStrike" kern="1200" cap="none" spc="0" normalizeH="0" baseline="0" noProof="0" dirty="0">
                <a:ln>
                  <a:noFill/>
                </a:ln>
                <a:effectLst/>
                <a:uLnTx/>
                <a:uFillTx/>
                <a:latin typeface="+mn-ea"/>
                <a:cs typeface="+mn-cs"/>
              </a:rPr>
              <a:t>pl </a:t>
            </a:r>
            <a:r>
              <a:rPr kumimoji="0" lang="zh-CN" altLang="en-US" sz="2400" i="0" u="none" strike="noStrike" kern="1200" cap="none" spc="0" normalizeH="0" baseline="0" noProof="0" dirty="0">
                <a:ln>
                  <a:noFill/>
                </a:ln>
                <a:effectLst/>
                <a:uLnTx/>
                <a:uFillTx/>
                <a:latin typeface="+mn-ea"/>
                <a:cs typeface="+mn-cs"/>
              </a:rPr>
              <a:t>求值的描述为：</a:t>
            </a:r>
          </a:p>
          <a:p>
            <a:pPr marL="0" marR="0" lvl="0" indent="0" algn="l" defTabSz="914400" rtl="0" eaLnBrk="1" fontAlgn="base" latinLnBrk="0" hangingPunct="1">
              <a:lnSpc>
                <a:spcPct val="150000"/>
              </a:lnSpc>
              <a:spcBef>
                <a:spcPts val="0"/>
              </a:spcBef>
              <a:spcAft>
                <a:spcPct val="0"/>
              </a:spcAft>
              <a:buClr>
                <a:srgbClr val="800080"/>
              </a:buClr>
              <a:buSzPct val="55000"/>
              <a:buFont typeface="Wingdings" panose="05000000000000000000" pitchFamily="2" charset="2"/>
              <a:buNone/>
              <a:tabLst/>
              <a:defRPr/>
            </a:pPr>
            <a:r>
              <a:rPr kumimoji="0" lang="zh-CN" altLang="en-US" sz="2400" i="0" u="none" strike="noStrike" kern="1200" cap="none" spc="0" normalizeH="0" baseline="0" noProof="0" dirty="0">
                <a:ln>
                  <a:noFill/>
                </a:ln>
                <a:solidFill>
                  <a:srgbClr val="003366"/>
                </a:solidFill>
                <a:effectLst/>
                <a:uLnTx/>
                <a:uFillTx/>
                <a:latin typeface="+mn-ea"/>
                <a:cs typeface="+mn-cs"/>
              </a:rPr>
              <a:t>	</a:t>
            </a:r>
            <a:r>
              <a:rPr kumimoji="0" lang="en-US" altLang="zh-CN" sz="2400" i="0" u="none" strike="noStrike" kern="1200" cap="none" spc="0" normalizeH="0" baseline="0" noProof="0" dirty="0">
                <a:ln>
                  <a:noFill/>
                </a:ln>
                <a:solidFill>
                  <a:srgbClr val="FF0000"/>
                </a:solidFill>
                <a:effectLst/>
                <a:uLnTx/>
                <a:uFillTx/>
                <a:latin typeface="+mn-ea"/>
                <a:cs typeface="+mn-cs"/>
              </a:rPr>
              <a:t>Term* p = pl-&gt;link;  float res = p-&gt;</a:t>
            </a:r>
            <a:r>
              <a:rPr kumimoji="0" lang="en-US" altLang="zh-CN" sz="2400" i="0" u="none" strike="noStrike" kern="1200" cap="none" spc="0" normalizeH="0" baseline="0" noProof="0" dirty="0" err="1">
                <a:ln>
                  <a:noFill/>
                </a:ln>
                <a:solidFill>
                  <a:srgbClr val="FF0000"/>
                </a:solidFill>
                <a:effectLst/>
                <a:uLnTx/>
                <a:uFillTx/>
                <a:latin typeface="+mn-ea"/>
                <a:cs typeface="+mn-cs"/>
              </a:rPr>
              <a:t>coef</a:t>
            </a:r>
            <a:r>
              <a:rPr kumimoji="0" lang="en-US" altLang="zh-CN" sz="2400" i="0" u="none" strike="noStrike" kern="1200" cap="none" spc="0" normalizeH="0" baseline="0" noProof="0" dirty="0">
                <a:ln>
                  <a:noFill/>
                </a:ln>
                <a:solidFill>
                  <a:srgbClr val="FF0000"/>
                </a:solidFill>
                <a:effectLst/>
                <a:uLnTx/>
                <a:uFillTx/>
                <a:latin typeface="+mn-ea"/>
                <a:cs typeface="+mn-cs"/>
              </a:rPr>
              <a:t>;     </a:t>
            </a:r>
            <a:r>
              <a:rPr kumimoji="0" lang="en-US" altLang="zh-CN" sz="2400" i="0" u="none" strike="noStrike" kern="1200" cap="none" spc="0" normalizeH="0" baseline="0" noProof="0" dirty="0">
                <a:ln>
                  <a:noFill/>
                </a:ln>
                <a:solidFill>
                  <a:srgbClr val="00B050"/>
                </a:solidFill>
                <a:effectLst/>
                <a:uLnTx/>
                <a:uFillTx/>
                <a:latin typeface="+mn-ea"/>
                <a:cs typeface="+mn-cs"/>
              </a:rPr>
              <a:t>//</a:t>
            </a:r>
            <a:r>
              <a:rPr kumimoji="0" lang="en-US" altLang="zh-CN" sz="2400" i="1" u="none" strike="noStrike" kern="1200" cap="none" spc="0" normalizeH="0" baseline="0" noProof="0" dirty="0" err="1">
                <a:ln>
                  <a:noFill/>
                </a:ln>
                <a:solidFill>
                  <a:srgbClr val="00B050"/>
                </a:solidFill>
                <a:effectLst/>
                <a:uLnTx/>
                <a:uFillTx/>
                <a:latin typeface="+mn-ea"/>
                <a:cs typeface="+mn-cs"/>
              </a:rPr>
              <a:t>c</a:t>
            </a:r>
            <a:r>
              <a:rPr kumimoji="0" lang="en-US" altLang="zh-CN" sz="2400" i="1" u="none" strike="noStrike" kern="1200" cap="none" spc="0" normalizeH="0" baseline="-25000" noProof="0" dirty="0" err="1">
                <a:ln>
                  <a:noFill/>
                </a:ln>
                <a:solidFill>
                  <a:srgbClr val="00B050"/>
                </a:solidFill>
                <a:effectLst/>
                <a:uLnTx/>
                <a:uFillTx/>
                <a:latin typeface="+mn-ea"/>
                <a:cs typeface="+mn-cs"/>
              </a:rPr>
              <a:t>n</a:t>
            </a:r>
            <a:r>
              <a:rPr kumimoji="0" lang="en-US" altLang="zh-CN" sz="2400" i="0" u="none" strike="noStrike" kern="1200" cap="none" spc="0" normalizeH="0" baseline="0" noProof="0" dirty="0">
                <a:ln>
                  <a:noFill/>
                </a:ln>
                <a:solidFill>
                  <a:srgbClr val="00B050"/>
                </a:solidFill>
                <a:effectLst/>
                <a:uLnTx/>
                <a:uFillTx/>
                <a:latin typeface="+mn-ea"/>
                <a:cs typeface="+mn-cs"/>
              </a:rPr>
              <a:t>  </a:t>
            </a:r>
          </a:p>
          <a:p>
            <a:pPr marL="0" marR="0" lvl="0" indent="0" algn="l" defTabSz="914400" rtl="0" eaLnBrk="1" fontAlgn="base" latinLnBrk="0" hangingPunct="1">
              <a:lnSpc>
                <a:spcPct val="150000"/>
              </a:lnSpc>
              <a:spcBef>
                <a:spcPts val="0"/>
              </a:spcBef>
              <a:spcAft>
                <a:spcPct val="0"/>
              </a:spcAft>
              <a:buClr>
                <a:srgbClr val="800080"/>
              </a:buClr>
              <a:buSzPct val="55000"/>
              <a:buFont typeface="Wingdings" panose="05000000000000000000" pitchFamily="2" charset="2"/>
              <a:buNone/>
              <a:tabLst/>
              <a:defRPr/>
            </a:pPr>
            <a:r>
              <a:rPr kumimoji="0" lang="en-US" altLang="zh-CN" sz="2400" i="0" u="none" strike="noStrike" kern="1200" cap="none" spc="0" normalizeH="0" baseline="0" noProof="0" dirty="0">
                <a:ln>
                  <a:noFill/>
                </a:ln>
                <a:solidFill>
                  <a:srgbClr val="CC0000"/>
                </a:solidFill>
                <a:effectLst/>
                <a:uLnTx/>
                <a:uFillTx/>
                <a:latin typeface="+mn-ea"/>
                <a:cs typeface="+mn-cs"/>
              </a:rPr>
              <a:t>	</a:t>
            </a:r>
            <a:r>
              <a:rPr kumimoji="0" lang="en-US" altLang="zh-CN" sz="2400" i="0" u="none" strike="noStrike" kern="1200" cap="none" spc="0" normalizeH="0" baseline="0" noProof="0" dirty="0">
                <a:ln>
                  <a:noFill/>
                </a:ln>
                <a:solidFill>
                  <a:srgbClr val="FF0000"/>
                </a:solidFill>
                <a:effectLst/>
                <a:uLnTx/>
                <a:uFillTx/>
                <a:latin typeface="+mn-ea"/>
                <a:cs typeface="+mn-cs"/>
              </a:rPr>
              <a:t>while ( p-&gt;link != NULL ) {   </a:t>
            </a:r>
            <a:r>
              <a:rPr kumimoji="0" lang="en-US" altLang="zh-CN" sz="2400" i="0" u="none" strike="noStrike" kern="1200" cap="none" spc="0" normalizeH="0" baseline="0" noProof="0" dirty="0">
                <a:ln>
                  <a:noFill/>
                </a:ln>
                <a:solidFill>
                  <a:srgbClr val="00B050"/>
                </a:solidFill>
                <a:effectLst/>
                <a:uLnTx/>
                <a:uFillTx/>
                <a:latin typeface="+mn-ea"/>
                <a:cs typeface="+mn-cs"/>
              </a:rPr>
              <a:t> //</a:t>
            </a:r>
            <a:r>
              <a:rPr kumimoji="0" lang="en-US" altLang="zh-CN" sz="2400" i="1" u="none" strike="noStrike" kern="1200" cap="none" spc="0" normalizeH="0" baseline="0" noProof="0" dirty="0">
                <a:ln>
                  <a:noFill/>
                </a:ln>
                <a:solidFill>
                  <a:srgbClr val="00B050"/>
                </a:solidFill>
                <a:effectLst/>
                <a:uLnTx/>
                <a:uFillTx/>
                <a:latin typeface="+mn-ea"/>
                <a:cs typeface="+mn-cs"/>
              </a:rPr>
              <a:t>c</a:t>
            </a:r>
            <a:r>
              <a:rPr kumimoji="0" lang="en-US" altLang="zh-CN" sz="2400" i="1" u="none" strike="noStrike" kern="1200" cap="none" spc="0" normalizeH="0" baseline="-25000" noProof="0" dirty="0">
                <a:ln>
                  <a:noFill/>
                </a:ln>
                <a:solidFill>
                  <a:srgbClr val="00B050"/>
                </a:solidFill>
                <a:effectLst/>
                <a:uLnTx/>
                <a:uFillTx/>
                <a:latin typeface="+mn-ea"/>
                <a:cs typeface="+mn-cs"/>
              </a:rPr>
              <a:t>i</a:t>
            </a:r>
            <a:r>
              <a:rPr kumimoji="0" lang="en-US" altLang="zh-CN" sz="2400" i="1" u="none" strike="noStrike" kern="1200" cap="none" spc="0" normalizeH="0" baseline="0" noProof="0" dirty="0">
                <a:ln>
                  <a:noFill/>
                </a:ln>
                <a:solidFill>
                  <a:srgbClr val="00B050"/>
                </a:solidFill>
                <a:effectLst/>
                <a:uLnTx/>
                <a:uFillTx/>
                <a:latin typeface="+mn-ea"/>
                <a:cs typeface="+mn-cs"/>
              </a:rPr>
              <a:t>*x</a:t>
            </a:r>
            <a:r>
              <a:rPr kumimoji="0" lang="en-US" altLang="zh-CN" sz="2400" i="0" u="none" strike="noStrike" kern="1200" cap="none" spc="0" normalizeH="0" baseline="0" noProof="0" dirty="0">
                <a:ln>
                  <a:noFill/>
                </a:ln>
                <a:solidFill>
                  <a:srgbClr val="00B050"/>
                </a:solidFill>
                <a:effectLst/>
                <a:uLnTx/>
                <a:uFillTx/>
                <a:latin typeface="+mn-ea"/>
                <a:cs typeface="+mn-cs"/>
              </a:rPr>
              <a:t>+</a:t>
            </a:r>
            <a:r>
              <a:rPr kumimoji="0" lang="en-US" altLang="zh-CN" sz="2400" i="1" u="none" strike="noStrike" kern="1200" cap="none" spc="0" normalizeH="0" baseline="0" noProof="0" dirty="0">
                <a:ln>
                  <a:noFill/>
                </a:ln>
                <a:solidFill>
                  <a:srgbClr val="00B050"/>
                </a:solidFill>
                <a:effectLst/>
                <a:uLnTx/>
                <a:uFillTx/>
                <a:latin typeface="+mn-ea"/>
                <a:cs typeface="+mn-cs"/>
              </a:rPr>
              <a:t>c</a:t>
            </a:r>
            <a:r>
              <a:rPr kumimoji="0" lang="en-US" altLang="zh-CN" sz="2400" i="1" u="none" strike="noStrike" kern="1200" cap="none" spc="0" normalizeH="0" baseline="-25000" noProof="0" dirty="0">
                <a:ln>
                  <a:noFill/>
                </a:ln>
                <a:solidFill>
                  <a:srgbClr val="00B050"/>
                </a:solidFill>
                <a:effectLst/>
                <a:uLnTx/>
                <a:uFillTx/>
                <a:latin typeface="+mn-ea"/>
                <a:cs typeface="+mn-cs"/>
              </a:rPr>
              <a:t>i</a:t>
            </a:r>
            <a:r>
              <a:rPr kumimoji="0" lang="en-US" altLang="zh-CN" sz="2400" i="0" u="none" strike="noStrike" kern="1200" cap="none" spc="0" normalizeH="0" baseline="-25000" noProof="0" dirty="0">
                <a:ln>
                  <a:noFill/>
                </a:ln>
                <a:solidFill>
                  <a:srgbClr val="00B050"/>
                </a:solidFill>
                <a:effectLst/>
                <a:uLnTx/>
                <a:uFillTx/>
                <a:latin typeface="+mn-ea"/>
                <a:cs typeface="+mn-cs"/>
              </a:rPr>
              <a:t>-1</a:t>
            </a:r>
            <a:r>
              <a:rPr kumimoji="0" lang="en-US" altLang="zh-CN" sz="2400" i="0" u="none" strike="noStrike" kern="1200" cap="none" spc="0" normalizeH="0" baseline="0" noProof="0" dirty="0">
                <a:ln>
                  <a:noFill/>
                </a:ln>
                <a:solidFill>
                  <a:srgbClr val="00B050"/>
                </a:solidFill>
                <a:effectLst/>
                <a:uLnTx/>
                <a:uFillTx/>
                <a:latin typeface="+mn-ea"/>
                <a:cs typeface="+mn-cs"/>
              </a:rPr>
              <a:t>,  </a:t>
            </a:r>
            <a:r>
              <a:rPr kumimoji="0" lang="en-US" altLang="zh-CN" sz="2400" i="1" u="none" strike="noStrike" kern="1200" cap="none" spc="0" normalizeH="0" baseline="0" noProof="0" dirty="0" err="1">
                <a:ln>
                  <a:noFill/>
                </a:ln>
                <a:solidFill>
                  <a:srgbClr val="00B050"/>
                </a:solidFill>
                <a:effectLst/>
                <a:uLnTx/>
                <a:uFillTx/>
                <a:latin typeface="+mn-ea"/>
                <a:cs typeface="+mn-cs"/>
              </a:rPr>
              <a:t>i</a:t>
            </a:r>
            <a:r>
              <a:rPr kumimoji="0" lang="en-US" altLang="zh-CN" sz="2400" i="1" u="none" strike="noStrike" kern="1200" cap="none" spc="0" normalizeH="0" baseline="0" noProof="0" dirty="0">
                <a:ln>
                  <a:noFill/>
                </a:ln>
                <a:solidFill>
                  <a:srgbClr val="00B050"/>
                </a:solidFill>
                <a:effectLst/>
                <a:uLnTx/>
                <a:uFillTx/>
                <a:latin typeface="+mn-ea"/>
                <a:cs typeface="+mn-cs"/>
              </a:rPr>
              <a:t> </a:t>
            </a:r>
            <a:r>
              <a:rPr kumimoji="0" lang="en-US" altLang="zh-CN" sz="2400" i="0" u="none" strike="noStrike" kern="1200" cap="none" spc="0" normalizeH="0" baseline="0" noProof="0" dirty="0">
                <a:ln>
                  <a:noFill/>
                </a:ln>
                <a:solidFill>
                  <a:srgbClr val="00B050"/>
                </a:solidFill>
                <a:effectLst/>
                <a:uLnTx/>
                <a:uFillTx/>
                <a:latin typeface="+mn-ea"/>
                <a:cs typeface="+mn-cs"/>
              </a:rPr>
              <a:t>= </a:t>
            </a:r>
            <a:r>
              <a:rPr kumimoji="0" lang="en-US" altLang="zh-CN" sz="2400" i="1" u="none" strike="noStrike" kern="1200" cap="none" spc="0" normalizeH="0" baseline="0" noProof="0" dirty="0">
                <a:ln>
                  <a:noFill/>
                </a:ln>
                <a:solidFill>
                  <a:srgbClr val="00B050"/>
                </a:solidFill>
                <a:effectLst/>
                <a:uLnTx/>
                <a:uFillTx/>
                <a:latin typeface="+mn-ea"/>
                <a:cs typeface="+mn-cs"/>
              </a:rPr>
              <a:t>n</a:t>
            </a:r>
            <a:r>
              <a:rPr kumimoji="0" lang="en-US" altLang="zh-CN" sz="2400" i="0" u="none" strike="noStrike" kern="1200" cap="none" spc="0" normalizeH="0" baseline="0" noProof="0" dirty="0">
                <a:ln>
                  <a:noFill/>
                </a:ln>
                <a:solidFill>
                  <a:srgbClr val="00B050"/>
                </a:solidFill>
                <a:effectLst/>
                <a:uLnTx/>
                <a:uFillTx/>
                <a:latin typeface="+mn-ea"/>
                <a:cs typeface="+mn-cs"/>
              </a:rPr>
              <a:t>,…, 1</a:t>
            </a:r>
          </a:p>
          <a:p>
            <a:pPr marL="0" marR="0" lvl="0" indent="0" algn="l" defTabSz="914400" rtl="0" eaLnBrk="1" fontAlgn="base" latinLnBrk="0" hangingPunct="1">
              <a:lnSpc>
                <a:spcPct val="150000"/>
              </a:lnSpc>
              <a:spcBef>
                <a:spcPts val="0"/>
              </a:spcBef>
              <a:spcAft>
                <a:spcPct val="0"/>
              </a:spcAft>
              <a:buClr>
                <a:srgbClr val="800080"/>
              </a:buClr>
              <a:buSzPct val="55000"/>
              <a:buFont typeface="Wingdings" panose="05000000000000000000" pitchFamily="2" charset="2"/>
              <a:buNone/>
              <a:tabLst/>
              <a:defRPr/>
            </a:pPr>
            <a:r>
              <a:rPr kumimoji="0" lang="en-US" altLang="zh-CN" sz="2400" i="0" u="none" strike="noStrike" kern="1200" cap="none" spc="0" normalizeH="0" baseline="0" noProof="0" dirty="0">
                <a:ln>
                  <a:noFill/>
                </a:ln>
                <a:solidFill>
                  <a:srgbClr val="FF0000"/>
                </a:solidFill>
                <a:effectLst/>
                <a:uLnTx/>
                <a:uFillTx/>
                <a:latin typeface="+mn-ea"/>
                <a:cs typeface="+mn-cs"/>
              </a:rPr>
              <a:t>	    p = p-&gt;link;</a:t>
            </a:r>
          </a:p>
          <a:p>
            <a:pPr marL="0" marR="0" lvl="0" indent="0" algn="l" defTabSz="914400" rtl="0" eaLnBrk="1" fontAlgn="base" latinLnBrk="0" hangingPunct="1">
              <a:lnSpc>
                <a:spcPct val="150000"/>
              </a:lnSpc>
              <a:spcBef>
                <a:spcPts val="0"/>
              </a:spcBef>
              <a:spcAft>
                <a:spcPct val="0"/>
              </a:spcAft>
              <a:buClr>
                <a:srgbClr val="800080"/>
              </a:buClr>
              <a:buSzPct val="55000"/>
              <a:buFont typeface="Wingdings" panose="05000000000000000000" pitchFamily="2" charset="2"/>
              <a:buNone/>
              <a:tabLst/>
              <a:defRPr/>
            </a:pPr>
            <a:r>
              <a:rPr lang="en-US" altLang="zh-CN" sz="2400" dirty="0">
                <a:solidFill>
                  <a:srgbClr val="FF0000"/>
                </a:solidFill>
                <a:latin typeface="+mn-ea"/>
              </a:rPr>
              <a:t>            </a:t>
            </a:r>
            <a:r>
              <a:rPr kumimoji="0" lang="en-US" altLang="zh-CN" sz="2400" i="0" u="none" strike="noStrike" kern="1200" cap="none" spc="0" normalizeH="0" baseline="0" noProof="0" dirty="0">
                <a:ln>
                  <a:noFill/>
                </a:ln>
                <a:solidFill>
                  <a:srgbClr val="FF0000"/>
                </a:solidFill>
                <a:effectLst/>
                <a:uLnTx/>
                <a:uFillTx/>
                <a:latin typeface="+mn-ea"/>
                <a:cs typeface="+mn-cs"/>
              </a:rPr>
              <a:t>  res = res*x + p-&gt;</a:t>
            </a:r>
            <a:r>
              <a:rPr kumimoji="0" lang="en-US" altLang="zh-CN" sz="2400" i="0" u="none" strike="noStrike" kern="1200" cap="none" spc="0" normalizeH="0" baseline="0" noProof="0" dirty="0" err="1">
                <a:ln>
                  <a:noFill/>
                </a:ln>
                <a:solidFill>
                  <a:srgbClr val="FF0000"/>
                </a:solidFill>
                <a:effectLst/>
                <a:uLnTx/>
                <a:uFillTx/>
                <a:latin typeface="+mn-ea"/>
                <a:cs typeface="+mn-cs"/>
              </a:rPr>
              <a:t>coef</a:t>
            </a:r>
            <a:r>
              <a:rPr kumimoji="0" lang="en-US" altLang="zh-CN" sz="2400" i="0" u="none" strike="noStrike" kern="1200" cap="none" spc="0" normalizeH="0" baseline="0" noProof="0" dirty="0">
                <a:ln>
                  <a:noFill/>
                </a:ln>
                <a:solidFill>
                  <a:srgbClr val="FF0000"/>
                </a:solidFill>
                <a:effectLst/>
                <a:uLnTx/>
                <a:uFillTx/>
                <a:latin typeface="+mn-ea"/>
                <a:cs typeface="+mn-cs"/>
              </a:rPr>
              <a:t>;  }</a:t>
            </a:r>
          </a:p>
          <a:p>
            <a:pPr marL="0" marR="0" lvl="0" indent="0" algn="l" defTabSz="914400" rtl="0" eaLnBrk="1" fontAlgn="base" latinLnBrk="0" hangingPunct="1">
              <a:lnSpc>
                <a:spcPct val="150000"/>
              </a:lnSpc>
              <a:spcBef>
                <a:spcPts val="0"/>
              </a:spcBef>
              <a:spcAft>
                <a:spcPct val="0"/>
              </a:spcAft>
              <a:buClr>
                <a:srgbClr val="800080"/>
              </a:buClr>
              <a:buSzPct val="55000"/>
              <a:buFont typeface="Wingdings" panose="05000000000000000000" pitchFamily="2" charset="2"/>
              <a:buNone/>
              <a:tabLst/>
              <a:defRPr/>
            </a:pPr>
            <a:r>
              <a:rPr kumimoji="0" lang="en-US" altLang="zh-CN" sz="2400" i="0" u="none" strike="noStrike" kern="1200" cap="none" spc="0" normalizeH="0" baseline="0" noProof="0" dirty="0">
                <a:ln>
                  <a:noFill/>
                </a:ln>
                <a:solidFill>
                  <a:srgbClr val="FF0000"/>
                </a:solidFill>
                <a:effectLst/>
                <a:uLnTx/>
                <a:uFillTx/>
                <a:latin typeface="+mn-ea"/>
                <a:cs typeface="+mn-cs"/>
              </a:rPr>
              <a:t>	return res;</a:t>
            </a:r>
          </a:p>
          <a:p>
            <a:pPr eaLnBrk="1" hangingPunct="1">
              <a:lnSpc>
                <a:spcPct val="150000"/>
              </a:lnSpc>
              <a:spcBef>
                <a:spcPts val="0"/>
              </a:spcBef>
              <a:buClr>
                <a:srgbClr val="800080"/>
              </a:buClr>
              <a:buSzPct val="55000"/>
            </a:pPr>
            <a:r>
              <a:rPr kumimoji="0" lang="zh-CN" altLang="en-US" sz="2400" i="0" u="none" strike="noStrike" kern="1200" cap="none" spc="0" normalizeH="0" baseline="0" noProof="0" dirty="0">
                <a:ln>
                  <a:noFill/>
                </a:ln>
                <a:solidFill>
                  <a:srgbClr val="0000FF"/>
                </a:solidFill>
                <a:effectLst/>
                <a:uLnTx/>
                <a:uFillTx/>
                <a:latin typeface="+mn-ea"/>
                <a:cs typeface="+mn-cs"/>
              </a:rPr>
              <a:t>如果是稀疏多项式，不能如此来做。    </a:t>
            </a:r>
          </a:p>
        </p:txBody>
      </p:sp>
    </p:spTree>
    <p:extLst>
      <p:ext uri="{BB962C8B-B14F-4D97-AF65-F5344CB8AC3E}">
        <p14:creationId xmlns:p14="http://schemas.microsoft.com/office/powerpoint/2010/main" val="41599603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443" name="Rectangle 3">
            <a:extLst>
              <a:ext uri="{FF2B5EF4-FFF2-40B4-BE49-F238E27FC236}">
                <a16:creationId xmlns:a16="http://schemas.microsoft.com/office/drawing/2014/main" id="{ABBC7B0C-5F45-4F13-813E-5B81D26CAF90}"/>
              </a:ext>
            </a:extLst>
          </p:cNvPr>
          <p:cNvSpPr>
            <a:spLocks noGrp="1" noChangeArrowheads="1"/>
          </p:cNvSpPr>
          <p:nvPr>
            <p:ph type="body" sz="half" idx="1"/>
          </p:nvPr>
        </p:nvSpPr>
        <p:spPr>
          <a:xfrm>
            <a:off x="268585" y="836399"/>
            <a:ext cx="8712967" cy="5893705"/>
          </a:xfrm>
        </p:spPr>
        <p:txBody>
          <a:bodyPr/>
          <a:lstStyle/>
          <a:p>
            <a:pPr indent="0">
              <a:lnSpc>
                <a:spcPct val="150000"/>
              </a:lnSpc>
              <a:spcBef>
                <a:spcPts val="0"/>
              </a:spcBef>
              <a:buClr>
                <a:srgbClr val="800080"/>
              </a:buClr>
              <a:buSzPct val="55000"/>
            </a:pPr>
            <a:r>
              <a:rPr lang="zh-CN" altLang="en-US" sz="2600" dirty="0">
                <a:latin typeface="+mn-ea"/>
                <a:ea typeface="+mn-ea"/>
              </a:rPr>
              <a:t>采用</a:t>
            </a:r>
            <a:r>
              <a:rPr lang="zh-CN" altLang="en-US" sz="2600" dirty="0">
                <a:solidFill>
                  <a:srgbClr val="0000FF"/>
                </a:solidFill>
                <a:latin typeface="+mn-ea"/>
                <a:ea typeface="+mn-ea"/>
              </a:rPr>
              <a:t>升幂</a:t>
            </a:r>
            <a:r>
              <a:rPr lang="zh-CN" altLang="en-US" sz="2600" dirty="0">
                <a:latin typeface="+mn-ea"/>
                <a:ea typeface="+mn-ea"/>
              </a:rPr>
              <a:t>形式的多项式链表作为其存储表示。</a:t>
            </a:r>
          </a:p>
          <a:p>
            <a:pPr indent="0">
              <a:lnSpc>
                <a:spcPct val="150000"/>
              </a:lnSpc>
              <a:spcBef>
                <a:spcPts val="0"/>
              </a:spcBef>
              <a:buClr>
                <a:srgbClr val="800080"/>
              </a:buClr>
              <a:buSzPct val="55000"/>
            </a:pPr>
            <a:endParaRPr lang="zh-CN" altLang="en-US" sz="2600" dirty="0">
              <a:latin typeface="+mn-ea"/>
              <a:ea typeface="+mn-ea"/>
            </a:endParaRPr>
          </a:p>
          <a:p>
            <a:pPr indent="0">
              <a:lnSpc>
                <a:spcPct val="150000"/>
              </a:lnSpc>
              <a:spcBef>
                <a:spcPts val="0"/>
              </a:spcBef>
              <a:buClr>
                <a:srgbClr val="800080"/>
              </a:buClr>
              <a:buSzPct val="55000"/>
            </a:pPr>
            <a:r>
              <a:rPr lang="zh-CN" altLang="en-US" sz="2600" dirty="0">
                <a:latin typeface="+mn-ea"/>
                <a:ea typeface="+mn-ea"/>
              </a:rPr>
              <a:t>求值通常使用如下方式：</a:t>
            </a:r>
          </a:p>
          <a:p>
            <a:pPr indent="0">
              <a:lnSpc>
                <a:spcPct val="150000"/>
              </a:lnSpc>
              <a:spcBef>
                <a:spcPts val="0"/>
              </a:spcBef>
              <a:buClr>
                <a:srgbClr val="800080"/>
              </a:buClr>
              <a:buSzPct val="55000"/>
            </a:pPr>
            <a:endParaRPr lang="zh-CN" altLang="en-US" sz="2600" dirty="0">
              <a:latin typeface="+mn-ea"/>
              <a:ea typeface="+mn-ea"/>
            </a:endParaRPr>
          </a:p>
          <a:p>
            <a:pPr indent="0">
              <a:lnSpc>
                <a:spcPct val="150000"/>
              </a:lnSpc>
              <a:spcBef>
                <a:spcPts val="0"/>
              </a:spcBef>
              <a:buClr>
                <a:srgbClr val="800080"/>
              </a:buClr>
              <a:buSzPct val="55000"/>
            </a:pPr>
            <a:endParaRPr lang="zh-CN" altLang="en-US" sz="2600" dirty="0">
              <a:latin typeface="+mn-ea"/>
              <a:ea typeface="+mn-ea"/>
            </a:endParaRPr>
          </a:p>
          <a:p>
            <a:pPr indent="0">
              <a:lnSpc>
                <a:spcPct val="150000"/>
              </a:lnSpc>
              <a:spcBef>
                <a:spcPts val="0"/>
              </a:spcBef>
              <a:buClr>
                <a:srgbClr val="800080"/>
              </a:buClr>
              <a:buSzPct val="55000"/>
            </a:pPr>
            <a:r>
              <a:rPr lang="zh-CN" altLang="en-US" sz="2600" dirty="0">
                <a:latin typeface="+mn-ea"/>
                <a:ea typeface="+mn-ea"/>
              </a:rPr>
              <a:t>只要求出              ，可以利用此结果继续计算：</a:t>
            </a:r>
          </a:p>
          <a:p>
            <a:pPr indent="0">
              <a:lnSpc>
                <a:spcPct val="150000"/>
              </a:lnSpc>
              <a:spcBef>
                <a:spcPts val="0"/>
              </a:spcBef>
              <a:buClr>
                <a:srgbClr val="800080"/>
              </a:buClr>
              <a:buSzPct val="55000"/>
              <a:buFont typeface="Wingdings" panose="05000000000000000000" pitchFamily="2" charset="2"/>
              <a:buNone/>
            </a:pPr>
            <a:r>
              <a:rPr lang="zh-CN" altLang="en-US" sz="2600" i="1" dirty="0">
                <a:latin typeface="+mn-ea"/>
                <a:ea typeface="+mn-ea"/>
              </a:rPr>
              <a:t>						      </a:t>
            </a:r>
            <a:r>
              <a:rPr lang="en-US" altLang="zh-CN" i="1" dirty="0" err="1">
                <a:solidFill>
                  <a:srgbClr val="C00000"/>
                </a:solidFill>
                <a:latin typeface="+mn-ea"/>
                <a:ea typeface="+mn-ea"/>
              </a:rPr>
              <a:t>i</a:t>
            </a:r>
            <a:r>
              <a:rPr lang="en-US" altLang="zh-CN" i="1" dirty="0">
                <a:solidFill>
                  <a:srgbClr val="C00000"/>
                </a:solidFill>
                <a:latin typeface="+mn-ea"/>
                <a:ea typeface="+mn-ea"/>
              </a:rPr>
              <a:t> = 1, 2, …, m-1</a:t>
            </a:r>
          </a:p>
          <a:p>
            <a:pPr indent="0">
              <a:lnSpc>
                <a:spcPct val="150000"/>
              </a:lnSpc>
              <a:spcBef>
                <a:spcPts val="0"/>
              </a:spcBef>
              <a:buClr>
                <a:srgbClr val="800080"/>
              </a:buClr>
              <a:buSzPct val="55000"/>
            </a:pPr>
            <a:r>
              <a:rPr lang="zh-CN" altLang="en-US" sz="2600" dirty="0">
                <a:latin typeface="+mn-ea"/>
                <a:ea typeface="+mn-ea"/>
              </a:rPr>
              <a:t>减少求幂的计算次数。为此，在算法中要设置两个工作单元 </a:t>
            </a:r>
            <a:r>
              <a:rPr lang="en-US" altLang="zh-CN" sz="2600" i="1" dirty="0">
                <a:solidFill>
                  <a:srgbClr val="C00000"/>
                </a:solidFill>
                <a:latin typeface="+mn-ea"/>
                <a:ea typeface="+mn-ea"/>
              </a:rPr>
              <a:t>pow</a:t>
            </a:r>
            <a:r>
              <a:rPr lang="zh-CN" altLang="en-US" sz="2600" dirty="0">
                <a:latin typeface="+mn-ea"/>
                <a:ea typeface="+mn-ea"/>
              </a:rPr>
              <a:t>、</a:t>
            </a:r>
            <a:r>
              <a:rPr lang="en-US" altLang="zh-CN" sz="2600" i="1" dirty="0" err="1">
                <a:solidFill>
                  <a:srgbClr val="C00000"/>
                </a:solidFill>
                <a:latin typeface="+mn-ea"/>
                <a:ea typeface="+mn-ea"/>
              </a:rPr>
              <a:t>oe</a:t>
            </a:r>
            <a:r>
              <a:rPr lang="zh-CN" altLang="en-US" sz="2600" dirty="0">
                <a:latin typeface="+mn-ea"/>
                <a:ea typeface="+mn-ea"/>
              </a:rPr>
              <a:t>，记住上次计算的结果和上次的 </a:t>
            </a:r>
            <a:r>
              <a:rPr lang="en-US" altLang="zh-CN" sz="2600" i="1" dirty="0" err="1">
                <a:solidFill>
                  <a:srgbClr val="C00000"/>
                </a:solidFill>
                <a:latin typeface="+mn-ea"/>
                <a:ea typeface="+mn-ea"/>
              </a:rPr>
              <a:t>e</a:t>
            </a:r>
            <a:r>
              <a:rPr lang="en-US" altLang="zh-CN" sz="2600" i="1" baseline="-25000" dirty="0" err="1">
                <a:solidFill>
                  <a:srgbClr val="C00000"/>
                </a:solidFill>
                <a:latin typeface="+mn-ea"/>
                <a:ea typeface="+mn-ea"/>
              </a:rPr>
              <a:t>i</a:t>
            </a:r>
            <a:r>
              <a:rPr lang="en-US" altLang="zh-CN" sz="2600" i="1" dirty="0">
                <a:solidFill>
                  <a:srgbClr val="C00000"/>
                </a:solidFill>
                <a:latin typeface="+mn-ea"/>
                <a:ea typeface="+mn-ea"/>
              </a:rPr>
              <a:t> </a:t>
            </a:r>
            <a:r>
              <a:rPr lang="zh-CN" altLang="en-US" sz="2600" dirty="0">
                <a:latin typeface="+mn-ea"/>
                <a:ea typeface="+mn-ea"/>
              </a:rPr>
              <a:t>值。</a:t>
            </a:r>
          </a:p>
        </p:txBody>
      </p:sp>
      <p:graphicFrame>
        <p:nvGraphicFramePr>
          <p:cNvPr id="445444" name="Object 4">
            <a:extLst>
              <a:ext uri="{FF2B5EF4-FFF2-40B4-BE49-F238E27FC236}">
                <a16:creationId xmlns:a16="http://schemas.microsoft.com/office/drawing/2014/main" id="{A947B445-2C92-45AA-B235-D630C0F02F20}"/>
              </a:ext>
            </a:extLst>
          </p:cNvPr>
          <p:cNvGraphicFramePr>
            <a:graphicFrameLocks noGrp="1" noChangeAspect="1"/>
          </p:cNvGraphicFramePr>
          <p:nvPr>
            <p:ph sz="quarter" idx="2"/>
            <p:extLst>
              <p:ext uri="{D42A27DB-BD31-4B8C-83A1-F6EECF244321}">
                <p14:modId xmlns:p14="http://schemas.microsoft.com/office/powerpoint/2010/main" val="2583785727"/>
              </p:ext>
            </p:extLst>
          </p:nvPr>
        </p:nvGraphicFramePr>
        <p:xfrm>
          <a:off x="541400" y="2695399"/>
          <a:ext cx="8192836" cy="1147267"/>
        </p:xfrm>
        <a:graphic>
          <a:graphicData uri="http://schemas.openxmlformats.org/presentationml/2006/ole">
            <mc:AlternateContent xmlns:mc="http://schemas.openxmlformats.org/markup-compatibility/2006">
              <mc:Choice xmlns:v="urn:schemas-microsoft-com:vml" Requires="v">
                <p:oleObj spid="_x0000_s28764" name="公式" r:id="rId3" imgW="3695400" imgH="482400" progId="Equation.3">
                  <p:embed/>
                </p:oleObj>
              </mc:Choice>
              <mc:Fallback>
                <p:oleObj name="公式" r:id="rId3" imgW="3695400" imgH="482400" progId="Equation.3">
                  <p:embed/>
                  <p:pic>
                    <p:nvPicPr>
                      <p:cNvPr id="445444" name="Object 4">
                        <a:extLst>
                          <a:ext uri="{FF2B5EF4-FFF2-40B4-BE49-F238E27FC236}">
                            <a16:creationId xmlns:a16="http://schemas.microsoft.com/office/drawing/2014/main" id="{A947B445-2C92-45AA-B235-D630C0F02F2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400" y="2695399"/>
                        <a:ext cx="8192836" cy="1147267"/>
                      </a:xfrm>
                      <a:prstGeom prst="rect">
                        <a:avLst/>
                      </a:prstGeom>
                      <a:noFill/>
                      <a:ln>
                        <a:noFill/>
                      </a:ln>
                      <a:effectLst/>
                    </p:spPr>
                  </p:pic>
                </p:oleObj>
              </mc:Fallback>
            </mc:AlternateContent>
          </a:graphicData>
        </a:graphic>
      </p:graphicFrame>
      <p:grpSp>
        <p:nvGrpSpPr>
          <p:cNvPr id="445472" name="Group 32">
            <a:extLst>
              <a:ext uri="{FF2B5EF4-FFF2-40B4-BE49-F238E27FC236}">
                <a16:creationId xmlns:a16="http://schemas.microsoft.com/office/drawing/2014/main" id="{670062CA-5943-4657-9D4E-733BBA5BB1FD}"/>
              </a:ext>
            </a:extLst>
          </p:cNvPr>
          <p:cNvGrpSpPr>
            <a:grpSpLocks/>
          </p:cNvGrpSpPr>
          <p:nvPr/>
        </p:nvGrpSpPr>
        <p:grpSpPr bwMode="auto">
          <a:xfrm>
            <a:off x="1200150" y="1518470"/>
            <a:ext cx="7185099" cy="687325"/>
            <a:chOff x="854" y="1136"/>
            <a:chExt cx="4372" cy="334"/>
          </a:xfrm>
        </p:grpSpPr>
        <p:grpSp>
          <p:nvGrpSpPr>
            <p:cNvPr id="445446" name="Group 6">
              <a:extLst>
                <a:ext uri="{FF2B5EF4-FFF2-40B4-BE49-F238E27FC236}">
                  <a16:creationId xmlns:a16="http://schemas.microsoft.com/office/drawing/2014/main" id="{8431BAA2-3573-4124-88B4-E3074E97AF8F}"/>
                </a:ext>
              </a:extLst>
            </p:cNvPr>
            <p:cNvGrpSpPr>
              <a:grpSpLocks/>
            </p:cNvGrpSpPr>
            <p:nvPr/>
          </p:nvGrpSpPr>
          <p:grpSpPr bwMode="auto">
            <a:xfrm>
              <a:off x="2668" y="1177"/>
              <a:ext cx="981" cy="293"/>
              <a:chOff x="711" y="1290"/>
              <a:chExt cx="981" cy="293"/>
            </a:xfrm>
          </p:grpSpPr>
          <p:grpSp>
            <p:nvGrpSpPr>
              <p:cNvPr id="445447" name="Group 7">
                <a:extLst>
                  <a:ext uri="{FF2B5EF4-FFF2-40B4-BE49-F238E27FC236}">
                    <a16:creationId xmlns:a16="http://schemas.microsoft.com/office/drawing/2014/main" id="{83355A1F-8B79-4AA6-9738-115DFCE262A2}"/>
                  </a:ext>
                </a:extLst>
              </p:cNvPr>
              <p:cNvGrpSpPr>
                <a:grpSpLocks/>
              </p:cNvGrpSpPr>
              <p:nvPr/>
            </p:nvGrpSpPr>
            <p:grpSpPr bwMode="auto">
              <a:xfrm>
                <a:off x="711" y="1290"/>
                <a:ext cx="754" cy="260"/>
                <a:chOff x="711" y="1290"/>
                <a:chExt cx="754" cy="260"/>
              </a:xfrm>
            </p:grpSpPr>
            <p:sp>
              <p:nvSpPr>
                <p:cNvPr id="445448" name="Rectangle 8">
                  <a:extLst>
                    <a:ext uri="{FF2B5EF4-FFF2-40B4-BE49-F238E27FC236}">
                      <a16:creationId xmlns:a16="http://schemas.microsoft.com/office/drawing/2014/main" id="{B0FC692E-6509-41FB-8713-1AB0FEF28500}"/>
                    </a:ext>
                  </a:extLst>
                </p:cNvPr>
                <p:cNvSpPr>
                  <a:spLocks noChangeArrowheads="1"/>
                </p:cNvSpPr>
                <p:nvPr/>
              </p:nvSpPr>
              <p:spPr bwMode="auto">
                <a:xfrm>
                  <a:off x="711" y="1293"/>
                  <a:ext cx="754" cy="257"/>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5449" name="Line 9">
                  <a:extLst>
                    <a:ext uri="{FF2B5EF4-FFF2-40B4-BE49-F238E27FC236}">
                      <a16:creationId xmlns:a16="http://schemas.microsoft.com/office/drawing/2014/main" id="{48B081DB-0A8D-40BA-B067-FE844A6B0613}"/>
                    </a:ext>
                  </a:extLst>
                </p:cNvPr>
                <p:cNvSpPr>
                  <a:spLocks noChangeShapeType="1"/>
                </p:cNvSpPr>
                <p:nvPr/>
              </p:nvSpPr>
              <p:spPr bwMode="auto">
                <a:xfrm>
                  <a:off x="981" y="1291"/>
                  <a:ext cx="2" cy="25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5450" name="Line 10">
                  <a:extLst>
                    <a:ext uri="{FF2B5EF4-FFF2-40B4-BE49-F238E27FC236}">
                      <a16:creationId xmlns:a16="http://schemas.microsoft.com/office/drawing/2014/main" id="{CBF6FE1D-C4D7-4883-93EE-D8F0A42A687A}"/>
                    </a:ext>
                  </a:extLst>
                </p:cNvPr>
                <p:cNvSpPr>
                  <a:spLocks noChangeShapeType="1"/>
                </p:cNvSpPr>
                <p:nvPr/>
              </p:nvSpPr>
              <p:spPr bwMode="auto">
                <a:xfrm>
                  <a:off x="1226" y="1290"/>
                  <a:ext cx="2" cy="25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45451" name="Text Box 11">
                <a:extLst>
                  <a:ext uri="{FF2B5EF4-FFF2-40B4-BE49-F238E27FC236}">
                    <a16:creationId xmlns:a16="http://schemas.microsoft.com/office/drawing/2014/main" id="{F3D43DE5-33D7-4995-883A-66BBDBA86594}"/>
                  </a:ext>
                </a:extLst>
              </p:cNvPr>
              <p:cNvSpPr txBox="1">
                <a:spLocks noChangeArrowheads="1"/>
              </p:cNvSpPr>
              <p:nvPr/>
            </p:nvSpPr>
            <p:spPr bwMode="auto">
              <a:xfrm>
                <a:off x="731" y="1295"/>
                <a:ext cx="51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i="1">
                    <a:latin typeface="Times New Roman" panose="02020603050405020304" pitchFamily="18" charset="0"/>
                    <a:ea typeface="幼圆" panose="02010509060101010101" pitchFamily="49" charset="-122"/>
                  </a:rPr>
                  <a:t>c</a:t>
                </a:r>
                <a:r>
                  <a:rPr lang="en-US" altLang="zh-CN" sz="2400" baseline="-25000">
                    <a:latin typeface="Times New Roman" panose="02020603050405020304" pitchFamily="18" charset="0"/>
                    <a:ea typeface="幼圆" panose="02010509060101010101" pitchFamily="49" charset="-122"/>
                  </a:rPr>
                  <a:t>2</a:t>
                </a:r>
                <a:r>
                  <a:rPr lang="en-US" altLang="zh-CN" sz="2400">
                    <a:latin typeface="Times New Roman" panose="02020603050405020304" pitchFamily="18" charset="0"/>
                    <a:ea typeface="幼圆" panose="02010509060101010101" pitchFamily="49" charset="-122"/>
                  </a:rPr>
                  <a:t>  </a:t>
                </a:r>
                <a:r>
                  <a:rPr lang="en-US" altLang="zh-CN" sz="2400" i="1">
                    <a:latin typeface="Times New Roman" panose="02020603050405020304" pitchFamily="18" charset="0"/>
                    <a:ea typeface="幼圆" panose="02010509060101010101" pitchFamily="49" charset="-122"/>
                  </a:rPr>
                  <a:t>e</a:t>
                </a:r>
                <a:r>
                  <a:rPr lang="en-US" altLang="zh-CN" sz="2400" baseline="-25000">
                    <a:latin typeface="Times New Roman" panose="02020603050405020304" pitchFamily="18" charset="0"/>
                    <a:ea typeface="幼圆" panose="02010509060101010101" pitchFamily="49" charset="-122"/>
                  </a:rPr>
                  <a:t>2</a:t>
                </a:r>
              </a:p>
            </p:txBody>
          </p:sp>
          <p:sp>
            <p:nvSpPr>
              <p:cNvPr id="445452" name="Line 12">
                <a:extLst>
                  <a:ext uri="{FF2B5EF4-FFF2-40B4-BE49-F238E27FC236}">
                    <a16:creationId xmlns:a16="http://schemas.microsoft.com/office/drawing/2014/main" id="{82B5B72B-0506-4D43-8123-71FFCC5D7935}"/>
                  </a:ext>
                </a:extLst>
              </p:cNvPr>
              <p:cNvSpPr>
                <a:spLocks noChangeShapeType="1"/>
              </p:cNvSpPr>
              <p:nvPr/>
            </p:nvSpPr>
            <p:spPr bwMode="auto">
              <a:xfrm>
                <a:off x="1344" y="1422"/>
                <a:ext cx="348"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45453" name="Group 13">
              <a:extLst>
                <a:ext uri="{FF2B5EF4-FFF2-40B4-BE49-F238E27FC236}">
                  <a16:creationId xmlns:a16="http://schemas.microsoft.com/office/drawing/2014/main" id="{E3F4DB59-52F4-4131-BA93-F2A9E4097332}"/>
                </a:ext>
              </a:extLst>
            </p:cNvPr>
            <p:cNvGrpSpPr>
              <a:grpSpLocks/>
            </p:cNvGrpSpPr>
            <p:nvPr/>
          </p:nvGrpSpPr>
          <p:grpSpPr bwMode="auto">
            <a:xfrm>
              <a:off x="1631" y="1176"/>
              <a:ext cx="808" cy="294"/>
              <a:chOff x="4271" y="1184"/>
              <a:chExt cx="808" cy="294"/>
            </a:xfrm>
          </p:grpSpPr>
          <p:grpSp>
            <p:nvGrpSpPr>
              <p:cNvPr id="445454" name="Group 14">
                <a:extLst>
                  <a:ext uri="{FF2B5EF4-FFF2-40B4-BE49-F238E27FC236}">
                    <a16:creationId xmlns:a16="http://schemas.microsoft.com/office/drawing/2014/main" id="{4196BF26-56C4-4189-AA77-55B6B3D603E1}"/>
                  </a:ext>
                </a:extLst>
              </p:cNvPr>
              <p:cNvGrpSpPr>
                <a:grpSpLocks/>
              </p:cNvGrpSpPr>
              <p:nvPr/>
            </p:nvGrpSpPr>
            <p:grpSpPr bwMode="auto">
              <a:xfrm>
                <a:off x="4271" y="1184"/>
                <a:ext cx="808" cy="260"/>
                <a:chOff x="3253" y="1288"/>
                <a:chExt cx="808" cy="260"/>
              </a:xfrm>
            </p:grpSpPr>
            <p:sp>
              <p:nvSpPr>
                <p:cNvPr id="445455" name="Rectangle 15">
                  <a:extLst>
                    <a:ext uri="{FF2B5EF4-FFF2-40B4-BE49-F238E27FC236}">
                      <a16:creationId xmlns:a16="http://schemas.microsoft.com/office/drawing/2014/main" id="{B508422A-9B61-4ACD-95C6-9D49054F8F01}"/>
                    </a:ext>
                  </a:extLst>
                </p:cNvPr>
                <p:cNvSpPr>
                  <a:spLocks noChangeArrowheads="1"/>
                </p:cNvSpPr>
                <p:nvPr/>
              </p:nvSpPr>
              <p:spPr bwMode="auto">
                <a:xfrm>
                  <a:off x="3253" y="1291"/>
                  <a:ext cx="808" cy="257"/>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5456" name="Line 16">
                  <a:extLst>
                    <a:ext uri="{FF2B5EF4-FFF2-40B4-BE49-F238E27FC236}">
                      <a16:creationId xmlns:a16="http://schemas.microsoft.com/office/drawing/2014/main" id="{5FCAE1B5-B683-4E6C-B618-4D38446815A5}"/>
                    </a:ext>
                  </a:extLst>
                </p:cNvPr>
                <p:cNvSpPr>
                  <a:spLocks noChangeShapeType="1"/>
                </p:cNvSpPr>
                <p:nvPr/>
              </p:nvSpPr>
              <p:spPr bwMode="auto">
                <a:xfrm>
                  <a:off x="3523" y="1289"/>
                  <a:ext cx="2" cy="25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5457" name="Line 17">
                  <a:extLst>
                    <a:ext uri="{FF2B5EF4-FFF2-40B4-BE49-F238E27FC236}">
                      <a16:creationId xmlns:a16="http://schemas.microsoft.com/office/drawing/2014/main" id="{E6C951F8-2661-40BF-8EEA-363A55D0E75A}"/>
                    </a:ext>
                  </a:extLst>
                </p:cNvPr>
                <p:cNvSpPr>
                  <a:spLocks noChangeShapeType="1"/>
                </p:cNvSpPr>
                <p:nvPr/>
              </p:nvSpPr>
              <p:spPr bwMode="auto">
                <a:xfrm>
                  <a:off x="3804" y="1288"/>
                  <a:ext cx="2" cy="25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45458" name="Text Box 18">
                <a:extLst>
                  <a:ext uri="{FF2B5EF4-FFF2-40B4-BE49-F238E27FC236}">
                    <a16:creationId xmlns:a16="http://schemas.microsoft.com/office/drawing/2014/main" id="{314B364C-1FFE-43BF-8AA9-53A684C9B249}"/>
                  </a:ext>
                </a:extLst>
              </p:cNvPr>
              <p:cNvSpPr txBox="1">
                <a:spLocks noChangeArrowheads="1"/>
              </p:cNvSpPr>
              <p:nvPr/>
            </p:nvSpPr>
            <p:spPr bwMode="auto">
              <a:xfrm>
                <a:off x="4291" y="1190"/>
                <a:ext cx="51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i="1" dirty="0">
                    <a:latin typeface="Times New Roman" panose="02020603050405020304" pitchFamily="18" charset="0"/>
                    <a:ea typeface="幼圆" panose="02010509060101010101" pitchFamily="49" charset="-122"/>
                  </a:rPr>
                  <a:t>c</a:t>
                </a:r>
                <a:r>
                  <a:rPr lang="en-US" altLang="zh-CN" sz="2400" baseline="-25000" dirty="0">
                    <a:latin typeface="Times New Roman" panose="02020603050405020304" pitchFamily="18" charset="0"/>
                    <a:ea typeface="幼圆" panose="02010509060101010101" pitchFamily="49" charset="-122"/>
                  </a:rPr>
                  <a:t>1</a:t>
                </a:r>
                <a:r>
                  <a:rPr lang="en-US" altLang="zh-CN" sz="2400" dirty="0">
                    <a:latin typeface="Times New Roman" panose="02020603050405020304" pitchFamily="18" charset="0"/>
                    <a:ea typeface="幼圆" panose="02010509060101010101" pitchFamily="49" charset="-122"/>
                  </a:rPr>
                  <a:t>  </a:t>
                </a:r>
                <a:r>
                  <a:rPr lang="en-US" altLang="zh-CN" sz="2400" i="1" dirty="0">
                    <a:latin typeface="Times New Roman" panose="02020603050405020304" pitchFamily="18" charset="0"/>
                    <a:ea typeface="幼圆" panose="02010509060101010101" pitchFamily="49" charset="-122"/>
                  </a:rPr>
                  <a:t>e</a:t>
                </a:r>
                <a:r>
                  <a:rPr lang="en-US" altLang="zh-CN" sz="2400" baseline="-25000" dirty="0">
                    <a:latin typeface="Times New Roman" panose="02020603050405020304" pitchFamily="18" charset="0"/>
                    <a:ea typeface="幼圆" panose="02010509060101010101" pitchFamily="49" charset="-122"/>
                  </a:rPr>
                  <a:t>1</a:t>
                </a:r>
                <a:endParaRPr lang="en-US" altLang="zh-CN" sz="2800" baseline="-6000" dirty="0">
                  <a:latin typeface="宋体" panose="02010600030101010101" pitchFamily="2" charset="-122"/>
                </a:endParaRPr>
              </a:p>
            </p:txBody>
          </p:sp>
        </p:grpSp>
        <p:sp>
          <p:nvSpPr>
            <p:cNvPr id="445459" name="Line 19">
              <a:extLst>
                <a:ext uri="{FF2B5EF4-FFF2-40B4-BE49-F238E27FC236}">
                  <a16:creationId xmlns:a16="http://schemas.microsoft.com/office/drawing/2014/main" id="{0ABE231D-F854-44B3-9807-3583FEDB8BBA}"/>
                </a:ext>
              </a:extLst>
            </p:cNvPr>
            <p:cNvSpPr>
              <a:spLocks noChangeShapeType="1"/>
            </p:cNvSpPr>
            <p:nvPr/>
          </p:nvSpPr>
          <p:spPr bwMode="auto">
            <a:xfrm>
              <a:off x="4022" y="1300"/>
              <a:ext cx="288"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5460" name="Line 20">
              <a:extLst>
                <a:ext uri="{FF2B5EF4-FFF2-40B4-BE49-F238E27FC236}">
                  <a16:creationId xmlns:a16="http://schemas.microsoft.com/office/drawing/2014/main" id="{1894BDAB-28F2-448E-9495-61BDD113DBEB}"/>
                </a:ext>
              </a:extLst>
            </p:cNvPr>
            <p:cNvSpPr>
              <a:spLocks noChangeShapeType="1"/>
            </p:cNvSpPr>
            <p:nvPr/>
          </p:nvSpPr>
          <p:spPr bwMode="auto">
            <a:xfrm>
              <a:off x="3679" y="1299"/>
              <a:ext cx="288" cy="0"/>
            </a:xfrm>
            <a:prstGeom prst="line">
              <a:avLst/>
            </a:prstGeom>
            <a:noFill/>
            <a:ln w="19050">
              <a:solidFill>
                <a:schemeClr val="tx1"/>
              </a:solidFill>
              <a:prstDash val="dash"/>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5461" name="Line 21">
              <a:extLst>
                <a:ext uri="{FF2B5EF4-FFF2-40B4-BE49-F238E27FC236}">
                  <a16:creationId xmlns:a16="http://schemas.microsoft.com/office/drawing/2014/main" id="{BBA39E68-6329-4514-8C5E-C531C795A402}"/>
                </a:ext>
              </a:extLst>
            </p:cNvPr>
            <p:cNvSpPr>
              <a:spLocks noChangeShapeType="1"/>
            </p:cNvSpPr>
            <p:nvPr/>
          </p:nvSpPr>
          <p:spPr bwMode="auto">
            <a:xfrm flipV="1">
              <a:off x="1320" y="1304"/>
              <a:ext cx="296"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5462" name="Text Box 22">
              <a:extLst>
                <a:ext uri="{FF2B5EF4-FFF2-40B4-BE49-F238E27FC236}">
                  <a16:creationId xmlns:a16="http://schemas.microsoft.com/office/drawing/2014/main" id="{F44373E0-C2C1-4E3B-9255-A592450BEC66}"/>
                </a:ext>
              </a:extLst>
            </p:cNvPr>
            <p:cNvSpPr txBox="1">
              <a:spLocks noChangeArrowheads="1"/>
            </p:cNvSpPr>
            <p:nvPr/>
          </p:nvSpPr>
          <p:spPr bwMode="auto">
            <a:xfrm>
              <a:off x="854" y="1138"/>
              <a:ext cx="485"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600" dirty="0">
                  <a:solidFill>
                    <a:schemeClr val="tx2"/>
                  </a:solidFill>
                  <a:latin typeface="Times New Roman" panose="02020603050405020304" pitchFamily="18" charset="0"/>
                </a:rPr>
                <a:t>first</a:t>
              </a:r>
            </a:p>
          </p:txBody>
        </p:sp>
        <p:grpSp>
          <p:nvGrpSpPr>
            <p:cNvPr id="445471" name="Group 31">
              <a:extLst>
                <a:ext uri="{FF2B5EF4-FFF2-40B4-BE49-F238E27FC236}">
                  <a16:creationId xmlns:a16="http://schemas.microsoft.com/office/drawing/2014/main" id="{A9137929-171B-4C55-AA47-01080930D44B}"/>
                </a:ext>
              </a:extLst>
            </p:cNvPr>
            <p:cNvGrpSpPr>
              <a:grpSpLocks/>
            </p:cNvGrpSpPr>
            <p:nvPr/>
          </p:nvGrpSpPr>
          <p:grpSpPr bwMode="auto">
            <a:xfrm>
              <a:off x="2320" y="1136"/>
              <a:ext cx="2906" cy="302"/>
              <a:chOff x="2320" y="1136"/>
              <a:chExt cx="2906" cy="302"/>
            </a:xfrm>
          </p:grpSpPr>
          <p:grpSp>
            <p:nvGrpSpPr>
              <p:cNvPr id="445464" name="Group 24">
                <a:extLst>
                  <a:ext uri="{FF2B5EF4-FFF2-40B4-BE49-F238E27FC236}">
                    <a16:creationId xmlns:a16="http://schemas.microsoft.com/office/drawing/2014/main" id="{26398FC0-BA68-445F-B219-AC98386AF47A}"/>
                  </a:ext>
                </a:extLst>
              </p:cNvPr>
              <p:cNvGrpSpPr>
                <a:grpSpLocks/>
              </p:cNvGrpSpPr>
              <p:nvPr/>
            </p:nvGrpSpPr>
            <p:grpSpPr bwMode="auto">
              <a:xfrm>
                <a:off x="4335" y="1178"/>
                <a:ext cx="810" cy="260"/>
                <a:chOff x="711" y="1290"/>
                <a:chExt cx="754" cy="260"/>
              </a:xfrm>
            </p:grpSpPr>
            <p:sp>
              <p:nvSpPr>
                <p:cNvPr id="445465" name="Rectangle 25">
                  <a:extLst>
                    <a:ext uri="{FF2B5EF4-FFF2-40B4-BE49-F238E27FC236}">
                      <a16:creationId xmlns:a16="http://schemas.microsoft.com/office/drawing/2014/main" id="{B795E934-E9CF-4C39-BAC9-9615BF02CA1E}"/>
                    </a:ext>
                  </a:extLst>
                </p:cNvPr>
                <p:cNvSpPr>
                  <a:spLocks noChangeArrowheads="1"/>
                </p:cNvSpPr>
                <p:nvPr/>
              </p:nvSpPr>
              <p:spPr bwMode="auto">
                <a:xfrm>
                  <a:off x="711" y="1293"/>
                  <a:ext cx="754" cy="257"/>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5466" name="Line 26">
                  <a:extLst>
                    <a:ext uri="{FF2B5EF4-FFF2-40B4-BE49-F238E27FC236}">
                      <a16:creationId xmlns:a16="http://schemas.microsoft.com/office/drawing/2014/main" id="{D5E38474-ACF1-4E02-96BE-5492205A96CB}"/>
                    </a:ext>
                  </a:extLst>
                </p:cNvPr>
                <p:cNvSpPr>
                  <a:spLocks noChangeShapeType="1"/>
                </p:cNvSpPr>
                <p:nvPr/>
              </p:nvSpPr>
              <p:spPr bwMode="auto">
                <a:xfrm>
                  <a:off x="981" y="1291"/>
                  <a:ext cx="2" cy="25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5467" name="Line 27">
                  <a:extLst>
                    <a:ext uri="{FF2B5EF4-FFF2-40B4-BE49-F238E27FC236}">
                      <a16:creationId xmlns:a16="http://schemas.microsoft.com/office/drawing/2014/main" id="{FF33A6D2-EDC8-48DE-A83F-A50509477FE0}"/>
                    </a:ext>
                  </a:extLst>
                </p:cNvPr>
                <p:cNvSpPr>
                  <a:spLocks noChangeShapeType="1"/>
                </p:cNvSpPr>
                <p:nvPr/>
              </p:nvSpPr>
              <p:spPr bwMode="auto">
                <a:xfrm>
                  <a:off x="1226" y="1290"/>
                  <a:ext cx="2" cy="25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45468" name="Text Box 28">
                <a:extLst>
                  <a:ext uri="{FF2B5EF4-FFF2-40B4-BE49-F238E27FC236}">
                    <a16:creationId xmlns:a16="http://schemas.microsoft.com/office/drawing/2014/main" id="{987937BE-FEAA-4FDD-9F9F-510A2104B5AF}"/>
                  </a:ext>
                </a:extLst>
              </p:cNvPr>
              <p:cNvSpPr txBox="1">
                <a:spLocks noChangeArrowheads="1"/>
              </p:cNvSpPr>
              <p:nvPr/>
            </p:nvSpPr>
            <p:spPr bwMode="auto">
              <a:xfrm>
                <a:off x="4331" y="1136"/>
                <a:ext cx="89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i="1" dirty="0">
                    <a:latin typeface="Times New Roman" panose="02020603050405020304" pitchFamily="18" charset="0"/>
                    <a:ea typeface="幼圆" panose="02010509060101010101" pitchFamily="49" charset="-122"/>
                  </a:rPr>
                  <a:t>c</a:t>
                </a:r>
                <a:r>
                  <a:rPr lang="en-US" altLang="zh-CN" sz="2400" i="1" baseline="-25000" dirty="0">
                    <a:latin typeface="Times New Roman" panose="02020603050405020304" pitchFamily="18" charset="0"/>
                    <a:ea typeface="幼圆" panose="02010509060101010101" pitchFamily="49" charset="-122"/>
                  </a:rPr>
                  <a:t>m</a:t>
                </a:r>
                <a:r>
                  <a:rPr lang="en-US" altLang="zh-CN" sz="2400" dirty="0">
                    <a:latin typeface="Times New Roman" panose="02020603050405020304" pitchFamily="18" charset="0"/>
                    <a:ea typeface="幼圆" panose="02010509060101010101" pitchFamily="49" charset="-122"/>
                  </a:rPr>
                  <a:t>  </a:t>
                </a:r>
                <a:r>
                  <a:rPr lang="en-US" altLang="zh-CN" sz="2400" i="1" dirty="0" err="1">
                    <a:latin typeface="Times New Roman" panose="02020603050405020304" pitchFamily="18" charset="0"/>
                    <a:ea typeface="幼圆" panose="02010509060101010101" pitchFamily="49" charset="-122"/>
                  </a:rPr>
                  <a:t>e</a:t>
                </a:r>
                <a:r>
                  <a:rPr lang="en-US" altLang="zh-CN" sz="2400" i="1" baseline="-25000" dirty="0" err="1">
                    <a:latin typeface="Times New Roman" panose="02020603050405020304" pitchFamily="18" charset="0"/>
                    <a:ea typeface="幼圆" panose="02010509060101010101" pitchFamily="49" charset="-122"/>
                  </a:rPr>
                  <a:t>m</a:t>
                </a:r>
                <a:r>
                  <a:rPr lang="en-US" altLang="zh-CN" dirty="0"/>
                  <a:t>  </a:t>
                </a:r>
                <a:r>
                  <a:rPr lang="en-US" altLang="zh-CN" sz="2400" baseline="-4000" dirty="0"/>
                  <a:t>∧</a:t>
                </a:r>
              </a:p>
            </p:txBody>
          </p:sp>
          <p:sp>
            <p:nvSpPr>
              <p:cNvPr id="445469" name="Line 29">
                <a:extLst>
                  <a:ext uri="{FF2B5EF4-FFF2-40B4-BE49-F238E27FC236}">
                    <a16:creationId xmlns:a16="http://schemas.microsoft.com/office/drawing/2014/main" id="{9AF941FD-128B-4715-9EA8-8ADEC04E3C5B}"/>
                  </a:ext>
                </a:extLst>
              </p:cNvPr>
              <p:cNvSpPr>
                <a:spLocks noChangeShapeType="1"/>
              </p:cNvSpPr>
              <p:nvPr/>
            </p:nvSpPr>
            <p:spPr bwMode="auto">
              <a:xfrm>
                <a:off x="2320" y="1318"/>
                <a:ext cx="348"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aphicFrame>
        <p:nvGraphicFramePr>
          <p:cNvPr id="445473" name="Object 33">
            <a:extLst>
              <a:ext uri="{FF2B5EF4-FFF2-40B4-BE49-F238E27FC236}">
                <a16:creationId xmlns:a16="http://schemas.microsoft.com/office/drawing/2014/main" id="{00273323-4035-4C15-B8F8-3505F6E64B7B}"/>
              </a:ext>
            </a:extLst>
          </p:cNvPr>
          <p:cNvGraphicFramePr>
            <a:graphicFrameLocks noGrp="1" noChangeAspect="1"/>
          </p:cNvGraphicFramePr>
          <p:nvPr>
            <p:ph sz="quarter" idx="3"/>
            <p:extLst>
              <p:ext uri="{D42A27DB-BD31-4B8C-83A1-F6EECF244321}">
                <p14:modId xmlns:p14="http://schemas.microsoft.com/office/powerpoint/2010/main" val="3853626161"/>
              </p:ext>
            </p:extLst>
          </p:nvPr>
        </p:nvGraphicFramePr>
        <p:xfrm>
          <a:off x="1750024" y="3932300"/>
          <a:ext cx="1454150" cy="563563"/>
        </p:xfrm>
        <a:graphic>
          <a:graphicData uri="http://schemas.openxmlformats.org/presentationml/2006/ole">
            <mc:AlternateContent xmlns:mc="http://schemas.openxmlformats.org/markup-compatibility/2006">
              <mc:Choice xmlns:v="urn:schemas-microsoft-com:vml" Requires="v">
                <p:oleObj spid="_x0000_s28765" name="公式" r:id="rId5" imgW="660240" imgH="228600" progId="Equation.3">
                  <p:embed/>
                </p:oleObj>
              </mc:Choice>
              <mc:Fallback>
                <p:oleObj name="公式" r:id="rId5" imgW="660240" imgH="228600" progId="Equation.3">
                  <p:embed/>
                  <p:pic>
                    <p:nvPicPr>
                      <p:cNvPr id="445473" name="Object 33">
                        <a:extLst>
                          <a:ext uri="{FF2B5EF4-FFF2-40B4-BE49-F238E27FC236}">
                            <a16:creationId xmlns:a16="http://schemas.microsoft.com/office/drawing/2014/main" id="{00273323-4035-4C15-B8F8-3505F6E64B7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50024" y="3932300"/>
                        <a:ext cx="1454150" cy="563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5476" name="Object 36">
            <a:extLst>
              <a:ext uri="{FF2B5EF4-FFF2-40B4-BE49-F238E27FC236}">
                <a16:creationId xmlns:a16="http://schemas.microsoft.com/office/drawing/2014/main" id="{ED131665-873A-4756-8D78-CD8987EFE315}"/>
              </a:ext>
            </a:extLst>
          </p:cNvPr>
          <p:cNvGraphicFramePr>
            <a:graphicFrameLocks noChangeAspect="1"/>
          </p:cNvGraphicFramePr>
          <p:nvPr>
            <p:extLst>
              <p:ext uri="{D42A27DB-BD31-4B8C-83A1-F6EECF244321}">
                <p14:modId xmlns:p14="http://schemas.microsoft.com/office/powerpoint/2010/main" val="3712497791"/>
              </p:ext>
            </p:extLst>
          </p:nvPr>
        </p:nvGraphicFramePr>
        <p:xfrm>
          <a:off x="1261868" y="4494697"/>
          <a:ext cx="4305300" cy="571500"/>
        </p:xfrm>
        <a:graphic>
          <a:graphicData uri="http://schemas.openxmlformats.org/presentationml/2006/ole">
            <mc:AlternateContent xmlns:mc="http://schemas.openxmlformats.org/markup-compatibility/2006">
              <mc:Choice xmlns:v="urn:schemas-microsoft-com:vml" Requires="v">
                <p:oleObj spid="_x0000_s28766" name="公式" r:id="rId7" imgW="1714320" imgH="228600" progId="Equation.3">
                  <p:embed/>
                </p:oleObj>
              </mc:Choice>
              <mc:Fallback>
                <p:oleObj name="公式" r:id="rId7" imgW="1714320" imgH="228600" progId="Equation.3">
                  <p:embed/>
                  <p:pic>
                    <p:nvPicPr>
                      <p:cNvPr id="445476" name="Object 36">
                        <a:extLst>
                          <a:ext uri="{FF2B5EF4-FFF2-40B4-BE49-F238E27FC236}">
                            <a16:creationId xmlns:a16="http://schemas.microsoft.com/office/drawing/2014/main" id="{ED131665-873A-4756-8D78-CD8987EFE31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61868" y="4494697"/>
                        <a:ext cx="4305300"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 name="标题 1">
            <a:extLst>
              <a:ext uri="{FF2B5EF4-FFF2-40B4-BE49-F238E27FC236}">
                <a16:creationId xmlns:a16="http://schemas.microsoft.com/office/drawing/2014/main" id="{3CC8F2FE-88C0-470E-BA62-ACFBC8849727}"/>
              </a:ext>
            </a:extLst>
          </p:cNvPr>
          <p:cNvSpPr>
            <a:spLocks noGrp="1"/>
          </p:cNvSpPr>
          <p:nvPr>
            <p:ph type="title"/>
          </p:nvPr>
        </p:nvSpPr>
        <p:spPr>
          <a:xfrm>
            <a:off x="844171" y="235957"/>
            <a:ext cx="6400800" cy="456739"/>
          </a:xfrm>
        </p:spPr>
        <p:txBody>
          <a:bodyPr/>
          <a:lstStyle/>
          <a:p>
            <a:r>
              <a:rPr lang="zh-CN" altLang="en-US" dirty="0"/>
              <a:t>多项式求值算法</a:t>
            </a:r>
          </a:p>
        </p:txBody>
      </p:sp>
    </p:spTree>
  </p:cSld>
  <p:clrMapOvr>
    <a:masterClrMapping/>
  </p:clrMapOvr>
  <p:transition>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8678DD-09AE-480E-8424-CEE0E7FE9F23}"/>
              </a:ext>
            </a:extLst>
          </p:cNvPr>
          <p:cNvSpPr>
            <a:spLocks noGrp="1"/>
          </p:cNvSpPr>
          <p:nvPr>
            <p:ph type="title"/>
          </p:nvPr>
        </p:nvSpPr>
        <p:spPr/>
        <p:txBody>
          <a:bodyPr/>
          <a:lstStyle/>
          <a:p>
            <a:r>
              <a:rPr lang="zh-CN" altLang="en-US" dirty="0"/>
              <a:t>多项式加法运算</a:t>
            </a:r>
          </a:p>
        </p:txBody>
      </p:sp>
      <p:grpSp>
        <p:nvGrpSpPr>
          <p:cNvPr id="13" name="object 4">
            <a:extLst>
              <a:ext uri="{FF2B5EF4-FFF2-40B4-BE49-F238E27FC236}">
                <a16:creationId xmlns:a16="http://schemas.microsoft.com/office/drawing/2014/main" id="{68C81F25-DA8C-4374-8007-4C3432E9F896}"/>
              </a:ext>
            </a:extLst>
          </p:cNvPr>
          <p:cNvGrpSpPr/>
          <p:nvPr/>
        </p:nvGrpSpPr>
        <p:grpSpPr>
          <a:xfrm>
            <a:off x="251521" y="1268760"/>
            <a:ext cx="8640960" cy="2448272"/>
            <a:chOff x="566927" y="1435100"/>
            <a:chExt cx="7858125" cy="2063750"/>
          </a:xfrm>
        </p:grpSpPr>
        <p:sp>
          <p:nvSpPr>
            <p:cNvPr id="14" name="object 5">
              <a:extLst>
                <a:ext uri="{FF2B5EF4-FFF2-40B4-BE49-F238E27FC236}">
                  <a16:creationId xmlns:a16="http://schemas.microsoft.com/office/drawing/2014/main" id="{09D45AA3-9003-4F5B-8136-2133618963D7}"/>
                </a:ext>
              </a:extLst>
            </p:cNvPr>
            <p:cNvSpPr/>
            <p:nvPr/>
          </p:nvSpPr>
          <p:spPr>
            <a:xfrm>
              <a:off x="675982" y="2244089"/>
              <a:ext cx="280035" cy="325120"/>
            </a:xfrm>
            <a:custGeom>
              <a:avLst/>
              <a:gdLst/>
              <a:ahLst/>
              <a:cxnLst/>
              <a:rect l="l" t="t" r="r" b="b"/>
              <a:pathLst>
                <a:path w="280034" h="325119">
                  <a:moveTo>
                    <a:pt x="279984" y="118110"/>
                  </a:moveTo>
                  <a:lnTo>
                    <a:pt x="184797" y="118110"/>
                  </a:lnTo>
                  <a:lnTo>
                    <a:pt x="184797" y="0"/>
                  </a:lnTo>
                  <a:lnTo>
                    <a:pt x="95186" y="0"/>
                  </a:lnTo>
                  <a:lnTo>
                    <a:pt x="95186" y="118110"/>
                  </a:lnTo>
                  <a:lnTo>
                    <a:pt x="0" y="118110"/>
                  </a:lnTo>
                  <a:lnTo>
                    <a:pt x="0" y="207010"/>
                  </a:lnTo>
                  <a:lnTo>
                    <a:pt x="95186" y="207010"/>
                  </a:lnTo>
                  <a:lnTo>
                    <a:pt x="95186" y="325120"/>
                  </a:lnTo>
                  <a:lnTo>
                    <a:pt x="184797" y="325120"/>
                  </a:lnTo>
                  <a:lnTo>
                    <a:pt x="184797" y="207010"/>
                  </a:lnTo>
                  <a:lnTo>
                    <a:pt x="279984" y="207010"/>
                  </a:lnTo>
                  <a:lnTo>
                    <a:pt x="279984" y="118110"/>
                  </a:lnTo>
                  <a:close/>
                </a:path>
              </a:pathLst>
            </a:custGeom>
            <a:solidFill>
              <a:srgbClr val="C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5" name="object 6">
              <a:extLst>
                <a:ext uri="{FF2B5EF4-FFF2-40B4-BE49-F238E27FC236}">
                  <a16:creationId xmlns:a16="http://schemas.microsoft.com/office/drawing/2014/main" id="{C7511CDE-5F38-47E5-9CE6-B19BB4DF8ABF}"/>
                </a:ext>
              </a:extLst>
            </p:cNvPr>
            <p:cNvSpPr/>
            <p:nvPr/>
          </p:nvSpPr>
          <p:spPr>
            <a:xfrm>
              <a:off x="675982" y="2244470"/>
              <a:ext cx="280035" cy="324485"/>
            </a:xfrm>
            <a:custGeom>
              <a:avLst/>
              <a:gdLst/>
              <a:ahLst/>
              <a:cxnLst/>
              <a:rect l="l" t="t" r="r" b="b"/>
              <a:pathLst>
                <a:path w="280034" h="324485">
                  <a:moveTo>
                    <a:pt x="0" y="117348"/>
                  </a:moveTo>
                  <a:lnTo>
                    <a:pt x="95186" y="117348"/>
                  </a:lnTo>
                  <a:lnTo>
                    <a:pt x="95186" y="0"/>
                  </a:lnTo>
                  <a:lnTo>
                    <a:pt x="184797" y="0"/>
                  </a:lnTo>
                  <a:lnTo>
                    <a:pt x="184797" y="117348"/>
                  </a:lnTo>
                  <a:lnTo>
                    <a:pt x="279984" y="117348"/>
                  </a:lnTo>
                  <a:lnTo>
                    <a:pt x="279984" y="207009"/>
                  </a:lnTo>
                  <a:lnTo>
                    <a:pt x="184797" y="207009"/>
                  </a:lnTo>
                  <a:lnTo>
                    <a:pt x="184797" y="324357"/>
                  </a:lnTo>
                  <a:lnTo>
                    <a:pt x="95186" y="324357"/>
                  </a:lnTo>
                  <a:lnTo>
                    <a:pt x="95186" y="207009"/>
                  </a:lnTo>
                  <a:lnTo>
                    <a:pt x="0" y="207009"/>
                  </a:lnTo>
                  <a:lnTo>
                    <a:pt x="0" y="117348"/>
                  </a:lnTo>
                  <a:close/>
                </a:path>
              </a:pathLst>
            </a:custGeom>
            <a:ln w="25399">
              <a:solidFill>
                <a:srgbClr val="C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16" name="object 7">
              <a:extLst>
                <a:ext uri="{FF2B5EF4-FFF2-40B4-BE49-F238E27FC236}">
                  <a16:creationId xmlns:a16="http://schemas.microsoft.com/office/drawing/2014/main" id="{68AEE14E-1309-454C-B189-31862BF72907}"/>
                </a:ext>
              </a:extLst>
            </p:cNvPr>
            <p:cNvPicPr/>
            <p:nvPr/>
          </p:nvPicPr>
          <p:blipFill>
            <a:blip r:embed="rId2" cstate="print"/>
            <a:stretch>
              <a:fillRect/>
            </a:stretch>
          </p:blipFill>
          <p:spPr>
            <a:xfrm>
              <a:off x="566927" y="2705100"/>
              <a:ext cx="7857744" cy="123444"/>
            </a:xfrm>
            <a:prstGeom prst="rect">
              <a:avLst/>
            </a:prstGeom>
          </p:spPr>
        </p:pic>
        <p:sp>
          <p:nvSpPr>
            <p:cNvPr id="17" name="object 8">
              <a:extLst>
                <a:ext uri="{FF2B5EF4-FFF2-40B4-BE49-F238E27FC236}">
                  <a16:creationId xmlns:a16="http://schemas.microsoft.com/office/drawing/2014/main" id="{408EE737-25A4-4FEB-AF5D-21033C617B02}"/>
                </a:ext>
              </a:extLst>
            </p:cNvPr>
            <p:cNvSpPr/>
            <p:nvPr/>
          </p:nvSpPr>
          <p:spPr>
            <a:xfrm>
              <a:off x="609599" y="2743200"/>
              <a:ext cx="7772400" cy="0"/>
            </a:xfrm>
            <a:custGeom>
              <a:avLst/>
              <a:gdLst/>
              <a:ahLst/>
              <a:cxnLst/>
              <a:rect l="l" t="t" r="r" b="b"/>
              <a:pathLst>
                <a:path w="7772400">
                  <a:moveTo>
                    <a:pt x="0" y="0"/>
                  </a:moveTo>
                  <a:lnTo>
                    <a:pt x="7772400" y="0"/>
                  </a:lnTo>
                </a:path>
              </a:pathLst>
            </a:custGeom>
            <a:ln w="38100">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8" name="object 9">
              <a:extLst>
                <a:ext uri="{FF2B5EF4-FFF2-40B4-BE49-F238E27FC236}">
                  <a16:creationId xmlns:a16="http://schemas.microsoft.com/office/drawing/2014/main" id="{93BD906B-8DED-4387-9D74-A7B1BE3E6E87}"/>
                </a:ext>
              </a:extLst>
            </p:cNvPr>
            <p:cNvSpPr/>
            <p:nvPr/>
          </p:nvSpPr>
          <p:spPr>
            <a:xfrm>
              <a:off x="3276600" y="1447800"/>
              <a:ext cx="3733800" cy="1998980"/>
            </a:xfrm>
            <a:custGeom>
              <a:avLst/>
              <a:gdLst/>
              <a:ahLst/>
              <a:cxnLst/>
              <a:rect l="l" t="t" r="r" b="b"/>
              <a:pathLst>
                <a:path w="3733800" h="1998979">
                  <a:moveTo>
                    <a:pt x="0" y="1981200"/>
                  </a:moveTo>
                  <a:lnTo>
                    <a:pt x="304800" y="1981200"/>
                  </a:lnTo>
                  <a:lnTo>
                    <a:pt x="304800" y="0"/>
                  </a:lnTo>
                  <a:lnTo>
                    <a:pt x="0" y="0"/>
                  </a:lnTo>
                  <a:lnTo>
                    <a:pt x="0" y="1981200"/>
                  </a:lnTo>
                  <a:close/>
                </a:path>
                <a:path w="3733800" h="1998979">
                  <a:moveTo>
                    <a:pt x="3429000" y="1998726"/>
                  </a:moveTo>
                  <a:lnTo>
                    <a:pt x="3733800" y="1998726"/>
                  </a:lnTo>
                  <a:lnTo>
                    <a:pt x="3733800" y="17525"/>
                  </a:lnTo>
                  <a:lnTo>
                    <a:pt x="3429000" y="17525"/>
                  </a:lnTo>
                  <a:lnTo>
                    <a:pt x="3429000" y="1998726"/>
                  </a:lnTo>
                  <a:close/>
                </a:path>
                <a:path w="3733800" h="1998979">
                  <a:moveTo>
                    <a:pt x="914400" y="1278001"/>
                  </a:moveTo>
                  <a:lnTo>
                    <a:pt x="1219200" y="1278001"/>
                  </a:lnTo>
                  <a:lnTo>
                    <a:pt x="1219200" y="0"/>
                  </a:lnTo>
                  <a:lnTo>
                    <a:pt x="914400" y="0"/>
                  </a:lnTo>
                  <a:lnTo>
                    <a:pt x="914400" y="1278001"/>
                  </a:lnTo>
                  <a:close/>
                </a:path>
              </a:pathLst>
            </a:custGeom>
            <a:ln w="25400">
              <a:solidFill>
                <a:srgbClr val="0000FF"/>
              </a:solidFill>
              <a:prstDash val="lgDash"/>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19" name="object 10">
              <a:extLst>
                <a:ext uri="{FF2B5EF4-FFF2-40B4-BE49-F238E27FC236}">
                  <a16:creationId xmlns:a16="http://schemas.microsoft.com/office/drawing/2014/main" id="{1136AE74-59E1-4F68-AE16-DED6D32C3D69}"/>
                </a:ext>
              </a:extLst>
            </p:cNvPr>
            <p:cNvPicPr/>
            <p:nvPr/>
          </p:nvPicPr>
          <p:blipFill>
            <a:blip r:embed="rId3" cstate="print"/>
            <a:stretch>
              <a:fillRect/>
            </a:stretch>
          </p:blipFill>
          <p:spPr>
            <a:xfrm>
              <a:off x="1006475" y="1476133"/>
              <a:ext cx="7375525" cy="603237"/>
            </a:xfrm>
            <a:prstGeom prst="rect">
              <a:avLst/>
            </a:prstGeom>
          </p:spPr>
        </p:pic>
        <p:pic>
          <p:nvPicPr>
            <p:cNvPr id="20" name="object 11">
              <a:extLst>
                <a:ext uri="{FF2B5EF4-FFF2-40B4-BE49-F238E27FC236}">
                  <a16:creationId xmlns:a16="http://schemas.microsoft.com/office/drawing/2014/main" id="{7F6A6919-22AE-4FC5-9EB6-BC96586891E6}"/>
                </a:ext>
              </a:extLst>
            </p:cNvPr>
            <p:cNvPicPr/>
            <p:nvPr/>
          </p:nvPicPr>
          <p:blipFill>
            <a:blip r:embed="rId4" cstate="print"/>
            <a:stretch>
              <a:fillRect/>
            </a:stretch>
          </p:blipFill>
          <p:spPr>
            <a:xfrm>
              <a:off x="952500" y="2039315"/>
              <a:ext cx="6781800" cy="595934"/>
            </a:xfrm>
            <a:prstGeom prst="rect">
              <a:avLst/>
            </a:prstGeom>
          </p:spPr>
        </p:pic>
        <p:pic>
          <p:nvPicPr>
            <p:cNvPr id="21" name="object 12">
              <a:extLst>
                <a:ext uri="{FF2B5EF4-FFF2-40B4-BE49-F238E27FC236}">
                  <a16:creationId xmlns:a16="http://schemas.microsoft.com/office/drawing/2014/main" id="{BDC4E1A0-A6C7-4B86-9319-D0A09D0F4100}"/>
                </a:ext>
              </a:extLst>
            </p:cNvPr>
            <p:cNvPicPr/>
            <p:nvPr/>
          </p:nvPicPr>
          <p:blipFill>
            <a:blip r:embed="rId5" cstate="print"/>
            <a:stretch>
              <a:fillRect/>
            </a:stretch>
          </p:blipFill>
          <p:spPr>
            <a:xfrm>
              <a:off x="1006475" y="2895612"/>
              <a:ext cx="7375525" cy="603237"/>
            </a:xfrm>
            <a:prstGeom prst="rect">
              <a:avLst/>
            </a:prstGeom>
          </p:spPr>
        </p:pic>
      </p:grpSp>
      <p:sp>
        <p:nvSpPr>
          <p:cNvPr id="22" name="object 3">
            <a:extLst>
              <a:ext uri="{FF2B5EF4-FFF2-40B4-BE49-F238E27FC236}">
                <a16:creationId xmlns:a16="http://schemas.microsoft.com/office/drawing/2014/main" id="{E5C84905-0B20-46F4-98FE-9211F8B79243}"/>
              </a:ext>
            </a:extLst>
          </p:cNvPr>
          <p:cNvSpPr txBox="1"/>
          <p:nvPr/>
        </p:nvSpPr>
        <p:spPr>
          <a:xfrm>
            <a:off x="997035" y="4725144"/>
            <a:ext cx="7149511" cy="443711"/>
          </a:xfrm>
          <a:prstGeom prst="rect">
            <a:avLst/>
          </a:prstGeom>
        </p:spPr>
        <p:txBody>
          <a:bodyPr vert="horz" wrap="square" lIns="0" tIns="12700" rIns="0" bIns="0" rtlCol="0">
            <a:spAutoFit/>
          </a:bodyPr>
          <a:lstStyle/>
          <a:p>
            <a:pPr marL="12700">
              <a:lnSpc>
                <a:spcPct val="100000"/>
              </a:lnSpc>
              <a:spcBef>
                <a:spcPts val="100"/>
              </a:spcBef>
            </a:pPr>
            <a:r>
              <a:rPr dirty="0" err="1">
                <a:latin typeface="微软雅黑" panose="020B0503020204020204" pitchFamily="34" charset="-122"/>
                <a:ea typeface="微软雅黑" panose="020B0503020204020204" pitchFamily="34" charset="-122"/>
                <a:cs typeface="宋体"/>
              </a:rPr>
              <a:t>相同指数的项系数相加，其余</a:t>
            </a:r>
            <a:r>
              <a:rPr lang="zh-CN" altLang="en-US" dirty="0">
                <a:latin typeface="微软雅黑" panose="020B0503020204020204" pitchFamily="34" charset="-122"/>
                <a:ea typeface="微软雅黑" panose="020B0503020204020204" pitchFamily="34" charset="-122"/>
                <a:cs typeface="宋体"/>
              </a:rPr>
              <a:t>项</a:t>
            </a:r>
            <a:r>
              <a:rPr dirty="0" err="1">
                <a:latin typeface="微软雅黑" panose="020B0503020204020204" pitchFamily="34" charset="-122"/>
                <a:ea typeface="微软雅黑" panose="020B0503020204020204" pitchFamily="34" charset="-122"/>
                <a:cs typeface="宋体"/>
              </a:rPr>
              <a:t>进行拷贝</a:t>
            </a:r>
            <a:r>
              <a:rPr dirty="0">
                <a:latin typeface="微软雅黑" panose="020B0503020204020204" pitchFamily="34" charset="-122"/>
                <a:ea typeface="微软雅黑" panose="020B0503020204020204" pitchFamily="34" charset="-122"/>
                <a:cs typeface="宋体"/>
              </a:rPr>
              <a:t>。</a:t>
            </a:r>
          </a:p>
        </p:txBody>
      </p:sp>
    </p:spTree>
    <p:extLst>
      <p:ext uri="{BB962C8B-B14F-4D97-AF65-F5344CB8AC3E}">
        <p14:creationId xmlns:p14="http://schemas.microsoft.com/office/powerpoint/2010/main" val="3169363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1000"/>
                                        <p:tgtEl>
                                          <p:spTgt spid="22"/>
                                        </p:tgtEl>
                                      </p:cBhvr>
                                    </p:animEffect>
                                    <p:anim calcmode="lin" valueType="num">
                                      <p:cBhvr>
                                        <p:cTn id="8" dur="1000" fill="hold"/>
                                        <p:tgtEl>
                                          <p:spTgt spid="22"/>
                                        </p:tgtEl>
                                        <p:attrNameLst>
                                          <p:attrName>ppt_x</p:attrName>
                                        </p:attrNameLst>
                                      </p:cBhvr>
                                      <p:tavLst>
                                        <p:tav tm="0">
                                          <p:val>
                                            <p:strVal val="#ppt_x"/>
                                          </p:val>
                                        </p:tav>
                                        <p:tav tm="100000">
                                          <p:val>
                                            <p:strVal val="#ppt_x"/>
                                          </p:val>
                                        </p:tav>
                                      </p:tavLst>
                                    </p:anim>
                                    <p:anim calcmode="lin" valueType="num">
                                      <p:cBhvr>
                                        <p:cTn id="9"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8062" name="Group 78">
            <a:extLst>
              <a:ext uri="{FF2B5EF4-FFF2-40B4-BE49-F238E27FC236}">
                <a16:creationId xmlns:a16="http://schemas.microsoft.com/office/drawing/2014/main" id="{B449C51E-8094-44F5-9F8A-87091DDC8FEE}"/>
              </a:ext>
            </a:extLst>
          </p:cNvPr>
          <p:cNvGrpSpPr>
            <a:grpSpLocks/>
          </p:cNvGrpSpPr>
          <p:nvPr/>
        </p:nvGrpSpPr>
        <p:grpSpPr bwMode="auto">
          <a:xfrm>
            <a:off x="687980" y="2741978"/>
            <a:ext cx="7768040" cy="3816679"/>
            <a:chOff x="767" y="1603"/>
            <a:chExt cx="4465" cy="2193"/>
          </a:xfrm>
        </p:grpSpPr>
        <p:sp>
          <p:nvSpPr>
            <p:cNvPr id="297986" name="Rectangle 2">
              <a:extLst>
                <a:ext uri="{FF2B5EF4-FFF2-40B4-BE49-F238E27FC236}">
                  <a16:creationId xmlns:a16="http://schemas.microsoft.com/office/drawing/2014/main" id="{9D097C22-70E1-436B-AB91-BDB7AE671296}"/>
                </a:ext>
              </a:extLst>
            </p:cNvPr>
            <p:cNvSpPr>
              <a:spLocks noChangeArrowheads="1"/>
            </p:cNvSpPr>
            <p:nvPr/>
          </p:nvSpPr>
          <p:spPr bwMode="auto">
            <a:xfrm>
              <a:off x="1392" y="1632"/>
              <a:ext cx="528"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297989" name="Text Box 5">
              <a:extLst>
                <a:ext uri="{FF2B5EF4-FFF2-40B4-BE49-F238E27FC236}">
                  <a16:creationId xmlns:a16="http://schemas.microsoft.com/office/drawing/2014/main" id="{E7B83926-FDC5-4BA2-B501-51F072A0149F}"/>
                </a:ext>
              </a:extLst>
            </p:cNvPr>
            <p:cNvSpPr txBox="1">
              <a:spLocks noChangeArrowheads="1"/>
            </p:cNvSpPr>
            <p:nvPr/>
          </p:nvSpPr>
          <p:spPr bwMode="auto">
            <a:xfrm>
              <a:off x="767" y="1667"/>
              <a:ext cx="385" cy="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CC0000"/>
                  </a:solidFill>
                  <a:effectLst/>
                  <a:uLnTx/>
                  <a:uFillTx/>
                  <a:latin typeface="Arial Narrow" panose="020B0606020202030204" pitchFamily="34" charset="0"/>
                  <a:ea typeface="宋体" panose="02010600030101010101" pitchFamily="2" charset="-122"/>
                  <a:cs typeface="+mn-cs"/>
                </a:rPr>
                <a:t>AH</a:t>
              </a:r>
              <a:endParaRPr kumimoji="1" lang="en-US" altLang="zh-CN" sz="2400" b="0" i="0" u="none" strike="noStrike" kern="1200" cap="none" spc="0" normalizeH="0" baseline="0" noProof="0" dirty="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297990" name="Text Box 6">
              <a:extLst>
                <a:ext uri="{FF2B5EF4-FFF2-40B4-BE49-F238E27FC236}">
                  <a16:creationId xmlns:a16="http://schemas.microsoft.com/office/drawing/2014/main" id="{C13C4E5D-5F7C-41D1-B1DB-9066AFD23A3D}"/>
                </a:ext>
              </a:extLst>
            </p:cNvPr>
            <p:cNvSpPr txBox="1">
              <a:spLocks noChangeArrowheads="1"/>
            </p:cNvSpPr>
            <p:nvPr/>
          </p:nvSpPr>
          <p:spPr bwMode="auto">
            <a:xfrm>
              <a:off x="768" y="2136"/>
              <a:ext cx="385" cy="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CC0000"/>
                  </a:solidFill>
                  <a:effectLst/>
                  <a:uLnTx/>
                  <a:uFillTx/>
                  <a:latin typeface="Arial Narrow" panose="020B0606020202030204" pitchFamily="34" charset="0"/>
                  <a:ea typeface="宋体" panose="02010600030101010101" pitchFamily="2" charset="-122"/>
                  <a:cs typeface="+mn-cs"/>
                </a:rPr>
                <a:t>BH</a:t>
              </a:r>
              <a:endParaRPr kumimoji="1" lang="en-US" altLang="zh-CN" sz="2400" b="0" i="0" u="none" strike="noStrike" kern="1200" cap="none" spc="0" normalizeH="0" baseline="0" noProof="0" dirty="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297991" name="Line 7">
              <a:extLst>
                <a:ext uri="{FF2B5EF4-FFF2-40B4-BE49-F238E27FC236}">
                  <a16:creationId xmlns:a16="http://schemas.microsoft.com/office/drawing/2014/main" id="{11D9A97A-5312-444A-838B-46A1F825620B}"/>
                </a:ext>
              </a:extLst>
            </p:cNvPr>
            <p:cNvSpPr>
              <a:spLocks noChangeShapeType="1"/>
            </p:cNvSpPr>
            <p:nvPr/>
          </p:nvSpPr>
          <p:spPr bwMode="auto">
            <a:xfrm>
              <a:off x="1680" y="1632"/>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297992" name="Rectangle 8">
              <a:extLst>
                <a:ext uri="{FF2B5EF4-FFF2-40B4-BE49-F238E27FC236}">
                  <a16:creationId xmlns:a16="http://schemas.microsoft.com/office/drawing/2014/main" id="{9C78902E-C2FC-40F7-A69C-D52A7581A183}"/>
                </a:ext>
              </a:extLst>
            </p:cNvPr>
            <p:cNvSpPr>
              <a:spLocks noChangeArrowheads="1"/>
            </p:cNvSpPr>
            <p:nvPr/>
          </p:nvSpPr>
          <p:spPr bwMode="auto">
            <a:xfrm>
              <a:off x="1920" y="1632"/>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297993" name="Rectangle 9">
              <a:extLst>
                <a:ext uri="{FF2B5EF4-FFF2-40B4-BE49-F238E27FC236}">
                  <a16:creationId xmlns:a16="http://schemas.microsoft.com/office/drawing/2014/main" id="{1DD60E90-B3E0-47E8-92B1-D6814E0E4468}"/>
                </a:ext>
              </a:extLst>
            </p:cNvPr>
            <p:cNvSpPr>
              <a:spLocks noChangeArrowheads="1"/>
            </p:cNvSpPr>
            <p:nvPr/>
          </p:nvSpPr>
          <p:spPr bwMode="auto">
            <a:xfrm>
              <a:off x="1392" y="2112"/>
              <a:ext cx="528"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297994" name="Line 10">
              <a:extLst>
                <a:ext uri="{FF2B5EF4-FFF2-40B4-BE49-F238E27FC236}">
                  <a16:creationId xmlns:a16="http://schemas.microsoft.com/office/drawing/2014/main" id="{39413B9F-CE47-4444-BBEB-F111E00003FE}"/>
                </a:ext>
              </a:extLst>
            </p:cNvPr>
            <p:cNvSpPr>
              <a:spLocks noChangeShapeType="1"/>
            </p:cNvSpPr>
            <p:nvPr/>
          </p:nvSpPr>
          <p:spPr bwMode="auto">
            <a:xfrm>
              <a:off x="1680" y="2112"/>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297995" name="Rectangle 11">
              <a:extLst>
                <a:ext uri="{FF2B5EF4-FFF2-40B4-BE49-F238E27FC236}">
                  <a16:creationId xmlns:a16="http://schemas.microsoft.com/office/drawing/2014/main" id="{03CFC80B-BB9B-4159-AA71-136DD1B5C03E}"/>
                </a:ext>
              </a:extLst>
            </p:cNvPr>
            <p:cNvSpPr>
              <a:spLocks noChangeArrowheads="1"/>
            </p:cNvSpPr>
            <p:nvPr/>
          </p:nvSpPr>
          <p:spPr bwMode="auto">
            <a:xfrm>
              <a:off x="1920" y="2112"/>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297996" name="Rectangle 12">
              <a:extLst>
                <a:ext uri="{FF2B5EF4-FFF2-40B4-BE49-F238E27FC236}">
                  <a16:creationId xmlns:a16="http://schemas.microsoft.com/office/drawing/2014/main" id="{A4B92891-F196-473C-AADE-0933C5247862}"/>
                </a:ext>
              </a:extLst>
            </p:cNvPr>
            <p:cNvSpPr>
              <a:spLocks noChangeArrowheads="1"/>
            </p:cNvSpPr>
            <p:nvPr/>
          </p:nvSpPr>
          <p:spPr bwMode="auto">
            <a:xfrm>
              <a:off x="2400" y="1632"/>
              <a:ext cx="528"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297997" name="Line 13">
              <a:extLst>
                <a:ext uri="{FF2B5EF4-FFF2-40B4-BE49-F238E27FC236}">
                  <a16:creationId xmlns:a16="http://schemas.microsoft.com/office/drawing/2014/main" id="{93C50F00-A3EF-4AFC-B1C4-B0A13D90C0F7}"/>
                </a:ext>
              </a:extLst>
            </p:cNvPr>
            <p:cNvSpPr>
              <a:spLocks noChangeShapeType="1"/>
            </p:cNvSpPr>
            <p:nvPr/>
          </p:nvSpPr>
          <p:spPr bwMode="auto">
            <a:xfrm>
              <a:off x="2688" y="1632"/>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297998" name="Rectangle 14">
              <a:extLst>
                <a:ext uri="{FF2B5EF4-FFF2-40B4-BE49-F238E27FC236}">
                  <a16:creationId xmlns:a16="http://schemas.microsoft.com/office/drawing/2014/main" id="{5F9492DB-D86C-48FD-A225-5790A4D935AF}"/>
                </a:ext>
              </a:extLst>
            </p:cNvPr>
            <p:cNvSpPr>
              <a:spLocks noChangeArrowheads="1"/>
            </p:cNvSpPr>
            <p:nvPr/>
          </p:nvSpPr>
          <p:spPr bwMode="auto">
            <a:xfrm>
              <a:off x="2928" y="1632"/>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297999" name="Rectangle 15">
              <a:extLst>
                <a:ext uri="{FF2B5EF4-FFF2-40B4-BE49-F238E27FC236}">
                  <a16:creationId xmlns:a16="http://schemas.microsoft.com/office/drawing/2014/main" id="{584FEDD9-2B89-4A81-B105-891B9D3FB253}"/>
                </a:ext>
              </a:extLst>
            </p:cNvPr>
            <p:cNvSpPr>
              <a:spLocks noChangeArrowheads="1"/>
            </p:cNvSpPr>
            <p:nvPr/>
          </p:nvSpPr>
          <p:spPr bwMode="auto">
            <a:xfrm>
              <a:off x="2400" y="2112"/>
              <a:ext cx="528"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298000" name="Line 16">
              <a:extLst>
                <a:ext uri="{FF2B5EF4-FFF2-40B4-BE49-F238E27FC236}">
                  <a16:creationId xmlns:a16="http://schemas.microsoft.com/office/drawing/2014/main" id="{883EC864-3A4D-4753-8DDB-67EB9236EC25}"/>
                </a:ext>
              </a:extLst>
            </p:cNvPr>
            <p:cNvSpPr>
              <a:spLocks noChangeShapeType="1"/>
            </p:cNvSpPr>
            <p:nvPr/>
          </p:nvSpPr>
          <p:spPr bwMode="auto">
            <a:xfrm>
              <a:off x="2688" y="2112"/>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298001" name="Rectangle 17">
              <a:extLst>
                <a:ext uri="{FF2B5EF4-FFF2-40B4-BE49-F238E27FC236}">
                  <a16:creationId xmlns:a16="http://schemas.microsoft.com/office/drawing/2014/main" id="{66946622-2D5D-41F3-9C49-F35AC532C8BF}"/>
                </a:ext>
              </a:extLst>
            </p:cNvPr>
            <p:cNvSpPr>
              <a:spLocks noChangeArrowheads="1"/>
            </p:cNvSpPr>
            <p:nvPr/>
          </p:nvSpPr>
          <p:spPr bwMode="auto">
            <a:xfrm>
              <a:off x="2928" y="2112"/>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298002" name="Rectangle 18">
              <a:extLst>
                <a:ext uri="{FF2B5EF4-FFF2-40B4-BE49-F238E27FC236}">
                  <a16:creationId xmlns:a16="http://schemas.microsoft.com/office/drawing/2014/main" id="{E83CF20D-7EDB-43EF-B9DF-089BCC143495}"/>
                </a:ext>
              </a:extLst>
            </p:cNvPr>
            <p:cNvSpPr>
              <a:spLocks noChangeArrowheads="1"/>
            </p:cNvSpPr>
            <p:nvPr/>
          </p:nvSpPr>
          <p:spPr bwMode="auto">
            <a:xfrm>
              <a:off x="3408" y="1632"/>
              <a:ext cx="576"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298003" name="Line 19">
              <a:extLst>
                <a:ext uri="{FF2B5EF4-FFF2-40B4-BE49-F238E27FC236}">
                  <a16:creationId xmlns:a16="http://schemas.microsoft.com/office/drawing/2014/main" id="{64A25CB1-F4BC-4919-8A86-9D3AF05AD191}"/>
                </a:ext>
              </a:extLst>
            </p:cNvPr>
            <p:cNvSpPr>
              <a:spLocks noChangeShapeType="1"/>
            </p:cNvSpPr>
            <p:nvPr/>
          </p:nvSpPr>
          <p:spPr bwMode="auto">
            <a:xfrm>
              <a:off x="3696" y="1632"/>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298004" name="Rectangle 20">
              <a:extLst>
                <a:ext uri="{FF2B5EF4-FFF2-40B4-BE49-F238E27FC236}">
                  <a16:creationId xmlns:a16="http://schemas.microsoft.com/office/drawing/2014/main" id="{D49F78C7-B005-4058-9963-A3FBBD41448E}"/>
                </a:ext>
              </a:extLst>
            </p:cNvPr>
            <p:cNvSpPr>
              <a:spLocks noChangeArrowheads="1"/>
            </p:cNvSpPr>
            <p:nvPr/>
          </p:nvSpPr>
          <p:spPr bwMode="auto">
            <a:xfrm>
              <a:off x="3984" y="1632"/>
              <a:ext cx="192"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298005" name="Rectangle 21">
              <a:extLst>
                <a:ext uri="{FF2B5EF4-FFF2-40B4-BE49-F238E27FC236}">
                  <a16:creationId xmlns:a16="http://schemas.microsoft.com/office/drawing/2014/main" id="{310EF61C-D1D4-4CC8-84F8-A26379F2B161}"/>
                </a:ext>
              </a:extLst>
            </p:cNvPr>
            <p:cNvSpPr>
              <a:spLocks noChangeArrowheads="1"/>
            </p:cNvSpPr>
            <p:nvPr/>
          </p:nvSpPr>
          <p:spPr bwMode="auto">
            <a:xfrm>
              <a:off x="3408" y="2112"/>
              <a:ext cx="576"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298006" name="Line 22">
              <a:extLst>
                <a:ext uri="{FF2B5EF4-FFF2-40B4-BE49-F238E27FC236}">
                  <a16:creationId xmlns:a16="http://schemas.microsoft.com/office/drawing/2014/main" id="{82607539-6FA5-4FA3-AEB2-EA64B7947072}"/>
                </a:ext>
              </a:extLst>
            </p:cNvPr>
            <p:cNvSpPr>
              <a:spLocks noChangeShapeType="1"/>
            </p:cNvSpPr>
            <p:nvPr/>
          </p:nvSpPr>
          <p:spPr bwMode="auto">
            <a:xfrm>
              <a:off x="3696" y="2112"/>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298007" name="Rectangle 23">
              <a:extLst>
                <a:ext uri="{FF2B5EF4-FFF2-40B4-BE49-F238E27FC236}">
                  <a16:creationId xmlns:a16="http://schemas.microsoft.com/office/drawing/2014/main" id="{FF655FE0-7A50-4DCA-8BC0-82FECD8F10CB}"/>
                </a:ext>
              </a:extLst>
            </p:cNvPr>
            <p:cNvSpPr>
              <a:spLocks noChangeArrowheads="1"/>
            </p:cNvSpPr>
            <p:nvPr/>
          </p:nvSpPr>
          <p:spPr bwMode="auto">
            <a:xfrm>
              <a:off x="3984" y="2112"/>
              <a:ext cx="192"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298008" name="Rectangle 24">
              <a:extLst>
                <a:ext uri="{FF2B5EF4-FFF2-40B4-BE49-F238E27FC236}">
                  <a16:creationId xmlns:a16="http://schemas.microsoft.com/office/drawing/2014/main" id="{C4B7BD5B-406D-4D1B-8239-384D016AFEFA}"/>
                </a:ext>
              </a:extLst>
            </p:cNvPr>
            <p:cNvSpPr>
              <a:spLocks noChangeArrowheads="1"/>
            </p:cNvSpPr>
            <p:nvPr/>
          </p:nvSpPr>
          <p:spPr bwMode="auto">
            <a:xfrm>
              <a:off x="4416" y="2112"/>
              <a:ext cx="576"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298009" name="Line 25">
              <a:extLst>
                <a:ext uri="{FF2B5EF4-FFF2-40B4-BE49-F238E27FC236}">
                  <a16:creationId xmlns:a16="http://schemas.microsoft.com/office/drawing/2014/main" id="{A4A6366A-E7F8-4D48-B866-D307994FE8A3}"/>
                </a:ext>
              </a:extLst>
            </p:cNvPr>
            <p:cNvSpPr>
              <a:spLocks noChangeShapeType="1"/>
            </p:cNvSpPr>
            <p:nvPr/>
          </p:nvSpPr>
          <p:spPr bwMode="auto">
            <a:xfrm>
              <a:off x="4704" y="2112"/>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298010" name="Rectangle 26">
              <a:extLst>
                <a:ext uri="{FF2B5EF4-FFF2-40B4-BE49-F238E27FC236}">
                  <a16:creationId xmlns:a16="http://schemas.microsoft.com/office/drawing/2014/main" id="{B99C7170-A82D-41D1-B659-7D4DB2835023}"/>
                </a:ext>
              </a:extLst>
            </p:cNvPr>
            <p:cNvSpPr>
              <a:spLocks noChangeArrowheads="1"/>
            </p:cNvSpPr>
            <p:nvPr/>
          </p:nvSpPr>
          <p:spPr bwMode="auto">
            <a:xfrm>
              <a:off x="4992" y="2112"/>
              <a:ext cx="192"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298011" name="Line 27">
              <a:extLst>
                <a:ext uri="{FF2B5EF4-FFF2-40B4-BE49-F238E27FC236}">
                  <a16:creationId xmlns:a16="http://schemas.microsoft.com/office/drawing/2014/main" id="{F35EC135-B38C-40AB-8DE7-A18D37791834}"/>
                </a:ext>
              </a:extLst>
            </p:cNvPr>
            <p:cNvSpPr>
              <a:spLocks noChangeShapeType="1"/>
            </p:cNvSpPr>
            <p:nvPr/>
          </p:nvSpPr>
          <p:spPr bwMode="auto">
            <a:xfrm>
              <a:off x="1152" y="1824"/>
              <a:ext cx="240" cy="0"/>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298012" name="Line 28">
              <a:extLst>
                <a:ext uri="{FF2B5EF4-FFF2-40B4-BE49-F238E27FC236}">
                  <a16:creationId xmlns:a16="http://schemas.microsoft.com/office/drawing/2014/main" id="{776C4C03-971F-4EE4-AAAF-99874B02FF2A}"/>
                </a:ext>
              </a:extLst>
            </p:cNvPr>
            <p:cNvSpPr>
              <a:spLocks noChangeShapeType="1"/>
            </p:cNvSpPr>
            <p:nvPr/>
          </p:nvSpPr>
          <p:spPr bwMode="auto">
            <a:xfrm>
              <a:off x="1152" y="2304"/>
              <a:ext cx="240" cy="0"/>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298013" name="Line 29">
              <a:extLst>
                <a:ext uri="{FF2B5EF4-FFF2-40B4-BE49-F238E27FC236}">
                  <a16:creationId xmlns:a16="http://schemas.microsoft.com/office/drawing/2014/main" id="{86D168FF-E2E8-4F36-B5D5-DBD617F90A34}"/>
                </a:ext>
              </a:extLst>
            </p:cNvPr>
            <p:cNvSpPr>
              <a:spLocks noChangeShapeType="1"/>
            </p:cNvSpPr>
            <p:nvPr/>
          </p:nvSpPr>
          <p:spPr bwMode="auto">
            <a:xfrm>
              <a:off x="2064" y="1824"/>
              <a:ext cx="336" cy="0"/>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298014" name="Line 30">
              <a:extLst>
                <a:ext uri="{FF2B5EF4-FFF2-40B4-BE49-F238E27FC236}">
                  <a16:creationId xmlns:a16="http://schemas.microsoft.com/office/drawing/2014/main" id="{CBC8D65C-39C6-4659-8B6C-20B2F806A792}"/>
                </a:ext>
              </a:extLst>
            </p:cNvPr>
            <p:cNvSpPr>
              <a:spLocks noChangeShapeType="1"/>
            </p:cNvSpPr>
            <p:nvPr/>
          </p:nvSpPr>
          <p:spPr bwMode="auto">
            <a:xfrm>
              <a:off x="2064" y="2304"/>
              <a:ext cx="336" cy="0"/>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298015" name="Line 31">
              <a:extLst>
                <a:ext uri="{FF2B5EF4-FFF2-40B4-BE49-F238E27FC236}">
                  <a16:creationId xmlns:a16="http://schemas.microsoft.com/office/drawing/2014/main" id="{E09B46B9-C3AA-4F3C-8DBA-10D5D8990C47}"/>
                </a:ext>
              </a:extLst>
            </p:cNvPr>
            <p:cNvSpPr>
              <a:spLocks noChangeShapeType="1"/>
            </p:cNvSpPr>
            <p:nvPr/>
          </p:nvSpPr>
          <p:spPr bwMode="auto">
            <a:xfrm>
              <a:off x="3072" y="2304"/>
              <a:ext cx="336" cy="0"/>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298016" name="Line 32">
              <a:extLst>
                <a:ext uri="{FF2B5EF4-FFF2-40B4-BE49-F238E27FC236}">
                  <a16:creationId xmlns:a16="http://schemas.microsoft.com/office/drawing/2014/main" id="{C78AA41F-4976-4FB3-843A-617DAC69D468}"/>
                </a:ext>
              </a:extLst>
            </p:cNvPr>
            <p:cNvSpPr>
              <a:spLocks noChangeShapeType="1"/>
            </p:cNvSpPr>
            <p:nvPr/>
          </p:nvSpPr>
          <p:spPr bwMode="auto">
            <a:xfrm>
              <a:off x="4080" y="2304"/>
              <a:ext cx="336" cy="0"/>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298017" name="Line 33">
              <a:extLst>
                <a:ext uri="{FF2B5EF4-FFF2-40B4-BE49-F238E27FC236}">
                  <a16:creationId xmlns:a16="http://schemas.microsoft.com/office/drawing/2014/main" id="{21CB925D-C258-4848-8D12-302CF84799B5}"/>
                </a:ext>
              </a:extLst>
            </p:cNvPr>
            <p:cNvSpPr>
              <a:spLocks noChangeShapeType="1"/>
            </p:cNvSpPr>
            <p:nvPr/>
          </p:nvSpPr>
          <p:spPr bwMode="auto">
            <a:xfrm>
              <a:off x="3072" y="1824"/>
              <a:ext cx="336" cy="0"/>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298018" name="Text Box 34">
              <a:extLst>
                <a:ext uri="{FF2B5EF4-FFF2-40B4-BE49-F238E27FC236}">
                  <a16:creationId xmlns:a16="http://schemas.microsoft.com/office/drawing/2014/main" id="{A1CBC287-65EC-4F27-BBA6-3235FFC6CA78}"/>
                </a:ext>
              </a:extLst>
            </p:cNvPr>
            <p:cNvSpPr txBox="1">
              <a:spLocks noChangeArrowheads="1"/>
            </p:cNvSpPr>
            <p:nvPr/>
          </p:nvSpPr>
          <p:spPr bwMode="auto">
            <a:xfrm>
              <a:off x="3953" y="1603"/>
              <a:ext cx="271" cy="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298019" name="Text Box 35">
              <a:extLst>
                <a:ext uri="{FF2B5EF4-FFF2-40B4-BE49-F238E27FC236}">
                  <a16:creationId xmlns:a16="http://schemas.microsoft.com/office/drawing/2014/main" id="{179AA172-381E-468A-B626-399180F2F8FE}"/>
                </a:ext>
              </a:extLst>
            </p:cNvPr>
            <p:cNvSpPr txBox="1">
              <a:spLocks noChangeArrowheads="1"/>
            </p:cNvSpPr>
            <p:nvPr/>
          </p:nvSpPr>
          <p:spPr bwMode="auto">
            <a:xfrm>
              <a:off x="4961" y="2083"/>
              <a:ext cx="271" cy="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298020" name="Text Box 36">
              <a:extLst>
                <a:ext uri="{FF2B5EF4-FFF2-40B4-BE49-F238E27FC236}">
                  <a16:creationId xmlns:a16="http://schemas.microsoft.com/office/drawing/2014/main" id="{E9C98926-47F5-4481-BABE-122C7FAB133C}"/>
                </a:ext>
              </a:extLst>
            </p:cNvPr>
            <p:cNvSpPr txBox="1">
              <a:spLocks noChangeArrowheads="1"/>
            </p:cNvSpPr>
            <p:nvPr/>
          </p:nvSpPr>
          <p:spPr bwMode="auto">
            <a:xfrm>
              <a:off x="768" y="2889"/>
              <a:ext cx="385" cy="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CC0000"/>
                  </a:solidFill>
                  <a:effectLst/>
                  <a:uLnTx/>
                  <a:uFillTx/>
                  <a:latin typeface="Arial Narrow" panose="020B0606020202030204" pitchFamily="34" charset="0"/>
                  <a:ea typeface="宋体" panose="02010600030101010101" pitchFamily="2" charset="-122"/>
                  <a:cs typeface="+mn-cs"/>
                </a:rPr>
                <a:t>CH</a:t>
              </a:r>
              <a:endParaRPr kumimoji="1" lang="en-US" altLang="zh-CN" sz="2400" b="0" i="0" u="none" strike="noStrike" kern="1200" cap="none" spc="0" normalizeH="0" baseline="0" noProof="0" dirty="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298021" name="Rectangle 37">
              <a:extLst>
                <a:ext uri="{FF2B5EF4-FFF2-40B4-BE49-F238E27FC236}">
                  <a16:creationId xmlns:a16="http://schemas.microsoft.com/office/drawing/2014/main" id="{C1C5DC1E-4C3D-4607-AF6E-429D109C017D}"/>
                </a:ext>
              </a:extLst>
            </p:cNvPr>
            <p:cNvSpPr>
              <a:spLocks noChangeArrowheads="1"/>
            </p:cNvSpPr>
            <p:nvPr/>
          </p:nvSpPr>
          <p:spPr bwMode="auto">
            <a:xfrm>
              <a:off x="1392" y="2880"/>
              <a:ext cx="528"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298022" name="Line 38">
              <a:extLst>
                <a:ext uri="{FF2B5EF4-FFF2-40B4-BE49-F238E27FC236}">
                  <a16:creationId xmlns:a16="http://schemas.microsoft.com/office/drawing/2014/main" id="{9F4908FC-0541-4C61-86A1-8391F4B383BD}"/>
                </a:ext>
              </a:extLst>
            </p:cNvPr>
            <p:cNvSpPr>
              <a:spLocks noChangeShapeType="1"/>
            </p:cNvSpPr>
            <p:nvPr/>
          </p:nvSpPr>
          <p:spPr bwMode="auto">
            <a:xfrm>
              <a:off x="1680" y="2880"/>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298023" name="Rectangle 39">
              <a:extLst>
                <a:ext uri="{FF2B5EF4-FFF2-40B4-BE49-F238E27FC236}">
                  <a16:creationId xmlns:a16="http://schemas.microsoft.com/office/drawing/2014/main" id="{F8B9D6C8-2A7A-4F03-895C-F230657001D6}"/>
                </a:ext>
              </a:extLst>
            </p:cNvPr>
            <p:cNvSpPr>
              <a:spLocks noChangeArrowheads="1"/>
            </p:cNvSpPr>
            <p:nvPr/>
          </p:nvSpPr>
          <p:spPr bwMode="auto">
            <a:xfrm>
              <a:off x="1920" y="2880"/>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298024" name="Rectangle 40">
              <a:extLst>
                <a:ext uri="{FF2B5EF4-FFF2-40B4-BE49-F238E27FC236}">
                  <a16:creationId xmlns:a16="http://schemas.microsoft.com/office/drawing/2014/main" id="{6AD9C886-96A0-46FD-8B1D-F833AF320C1D}"/>
                </a:ext>
              </a:extLst>
            </p:cNvPr>
            <p:cNvSpPr>
              <a:spLocks noChangeArrowheads="1"/>
            </p:cNvSpPr>
            <p:nvPr/>
          </p:nvSpPr>
          <p:spPr bwMode="auto">
            <a:xfrm>
              <a:off x="2400" y="2880"/>
              <a:ext cx="528"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298025" name="Line 41">
              <a:extLst>
                <a:ext uri="{FF2B5EF4-FFF2-40B4-BE49-F238E27FC236}">
                  <a16:creationId xmlns:a16="http://schemas.microsoft.com/office/drawing/2014/main" id="{1E2A1141-1FF3-4866-A7EC-026CC3073C07}"/>
                </a:ext>
              </a:extLst>
            </p:cNvPr>
            <p:cNvSpPr>
              <a:spLocks noChangeShapeType="1"/>
            </p:cNvSpPr>
            <p:nvPr/>
          </p:nvSpPr>
          <p:spPr bwMode="auto">
            <a:xfrm>
              <a:off x="2688" y="2880"/>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298026" name="Rectangle 42">
              <a:extLst>
                <a:ext uri="{FF2B5EF4-FFF2-40B4-BE49-F238E27FC236}">
                  <a16:creationId xmlns:a16="http://schemas.microsoft.com/office/drawing/2014/main" id="{063A6729-F20F-4788-B5F7-D029A241F9BF}"/>
                </a:ext>
              </a:extLst>
            </p:cNvPr>
            <p:cNvSpPr>
              <a:spLocks noChangeArrowheads="1"/>
            </p:cNvSpPr>
            <p:nvPr/>
          </p:nvSpPr>
          <p:spPr bwMode="auto">
            <a:xfrm>
              <a:off x="2928" y="2880"/>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298027" name="Rectangle 43">
              <a:extLst>
                <a:ext uri="{FF2B5EF4-FFF2-40B4-BE49-F238E27FC236}">
                  <a16:creationId xmlns:a16="http://schemas.microsoft.com/office/drawing/2014/main" id="{4A2B26A6-A862-41CC-88B4-6CF65278E6B7}"/>
                </a:ext>
              </a:extLst>
            </p:cNvPr>
            <p:cNvSpPr>
              <a:spLocks noChangeArrowheads="1"/>
            </p:cNvSpPr>
            <p:nvPr/>
          </p:nvSpPr>
          <p:spPr bwMode="auto">
            <a:xfrm>
              <a:off x="3408" y="2880"/>
              <a:ext cx="576"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298028" name="Line 44">
              <a:extLst>
                <a:ext uri="{FF2B5EF4-FFF2-40B4-BE49-F238E27FC236}">
                  <a16:creationId xmlns:a16="http://schemas.microsoft.com/office/drawing/2014/main" id="{BFE6508F-53B2-4881-90D2-10709774E39F}"/>
                </a:ext>
              </a:extLst>
            </p:cNvPr>
            <p:cNvSpPr>
              <a:spLocks noChangeShapeType="1"/>
            </p:cNvSpPr>
            <p:nvPr/>
          </p:nvSpPr>
          <p:spPr bwMode="auto">
            <a:xfrm>
              <a:off x="3696" y="2880"/>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298029" name="Rectangle 45">
              <a:extLst>
                <a:ext uri="{FF2B5EF4-FFF2-40B4-BE49-F238E27FC236}">
                  <a16:creationId xmlns:a16="http://schemas.microsoft.com/office/drawing/2014/main" id="{DA8813EB-526F-401B-8F3F-BBF730BE8FE7}"/>
                </a:ext>
              </a:extLst>
            </p:cNvPr>
            <p:cNvSpPr>
              <a:spLocks noChangeArrowheads="1"/>
            </p:cNvSpPr>
            <p:nvPr/>
          </p:nvSpPr>
          <p:spPr bwMode="auto">
            <a:xfrm>
              <a:off x="3984" y="2880"/>
              <a:ext cx="192"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298030" name="Line 46">
              <a:extLst>
                <a:ext uri="{FF2B5EF4-FFF2-40B4-BE49-F238E27FC236}">
                  <a16:creationId xmlns:a16="http://schemas.microsoft.com/office/drawing/2014/main" id="{386F1499-6AAF-496A-AB94-6E9C7FE55777}"/>
                </a:ext>
              </a:extLst>
            </p:cNvPr>
            <p:cNvSpPr>
              <a:spLocks noChangeShapeType="1"/>
            </p:cNvSpPr>
            <p:nvPr/>
          </p:nvSpPr>
          <p:spPr bwMode="auto">
            <a:xfrm>
              <a:off x="1152" y="3072"/>
              <a:ext cx="240" cy="0"/>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298031" name="Line 47">
              <a:extLst>
                <a:ext uri="{FF2B5EF4-FFF2-40B4-BE49-F238E27FC236}">
                  <a16:creationId xmlns:a16="http://schemas.microsoft.com/office/drawing/2014/main" id="{83A44099-2DB3-4E4D-B371-1F4FC5EA2C78}"/>
                </a:ext>
              </a:extLst>
            </p:cNvPr>
            <p:cNvSpPr>
              <a:spLocks noChangeShapeType="1"/>
            </p:cNvSpPr>
            <p:nvPr/>
          </p:nvSpPr>
          <p:spPr bwMode="auto">
            <a:xfrm>
              <a:off x="2064" y="3072"/>
              <a:ext cx="336" cy="0"/>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298032" name="Line 48">
              <a:extLst>
                <a:ext uri="{FF2B5EF4-FFF2-40B4-BE49-F238E27FC236}">
                  <a16:creationId xmlns:a16="http://schemas.microsoft.com/office/drawing/2014/main" id="{D0272032-EC37-4E07-9704-23F81F574428}"/>
                </a:ext>
              </a:extLst>
            </p:cNvPr>
            <p:cNvSpPr>
              <a:spLocks noChangeShapeType="1"/>
            </p:cNvSpPr>
            <p:nvPr/>
          </p:nvSpPr>
          <p:spPr bwMode="auto">
            <a:xfrm>
              <a:off x="3072" y="3072"/>
              <a:ext cx="336" cy="0"/>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298033" name="Rectangle 49">
              <a:extLst>
                <a:ext uri="{FF2B5EF4-FFF2-40B4-BE49-F238E27FC236}">
                  <a16:creationId xmlns:a16="http://schemas.microsoft.com/office/drawing/2014/main" id="{357666E0-7DDA-4999-8079-0A81B9B0EBB5}"/>
                </a:ext>
              </a:extLst>
            </p:cNvPr>
            <p:cNvSpPr>
              <a:spLocks noChangeArrowheads="1"/>
            </p:cNvSpPr>
            <p:nvPr/>
          </p:nvSpPr>
          <p:spPr bwMode="auto">
            <a:xfrm>
              <a:off x="3408" y="3437"/>
              <a:ext cx="576"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298034" name="Line 50">
              <a:extLst>
                <a:ext uri="{FF2B5EF4-FFF2-40B4-BE49-F238E27FC236}">
                  <a16:creationId xmlns:a16="http://schemas.microsoft.com/office/drawing/2014/main" id="{D77AB4FA-FFCC-4C74-893C-E89249B4D29F}"/>
                </a:ext>
              </a:extLst>
            </p:cNvPr>
            <p:cNvSpPr>
              <a:spLocks noChangeShapeType="1"/>
            </p:cNvSpPr>
            <p:nvPr/>
          </p:nvSpPr>
          <p:spPr bwMode="auto">
            <a:xfrm>
              <a:off x="3696" y="3437"/>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298035" name="Rectangle 51">
              <a:extLst>
                <a:ext uri="{FF2B5EF4-FFF2-40B4-BE49-F238E27FC236}">
                  <a16:creationId xmlns:a16="http://schemas.microsoft.com/office/drawing/2014/main" id="{25A9C49B-8A92-4E6E-B327-E0237F865A50}"/>
                </a:ext>
              </a:extLst>
            </p:cNvPr>
            <p:cNvSpPr>
              <a:spLocks noChangeArrowheads="1"/>
            </p:cNvSpPr>
            <p:nvPr/>
          </p:nvSpPr>
          <p:spPr bwMode="auto">
            <a:xfrm>
              <a:off x="3984" y="3437"/>
              <a:ext cx="192"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298036" name="Rectangle 52">
              <a:extLst>
                <a:ext uri="{FF2B5EF4-FFF2-40B4-BE49-F238E27FC236}">
                  <a16:creationId xmlns:a16="http://schemas.microsoft.com/office/drawing/2014/main" id="{6CB37CED-1D53-475D-9C12-E78F0287AD4B}"/>
                </a:ext>
              </a:extLst>
            </p:cNvPr>
            <p:cNvSpPr>
              <a:spLocks noChangeArrowheads="1"/>
            </p:cNvSpPr>
            <p:nvPr/>
          </p:nvSpPr>
          <p:spPr bwMode="auto">
            <a:xfrm>
              <a:off x="4416" y="3437"/>
              <a:ext cx="576"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298037" name="Line 53">
              <a:extLst>
                <a:ext uri="{FF2B5EF4-FFF2-40B4-BE49-F238E27FC236}">
                  <a16:creationId xmlns:a16="http://schemas.microsoft.com/office/drawing/2014/main" id="{FC07F4B7-3769-4196-9CD3-205B2E9D1D9D}"/>
                </a:ext>
              </a:extLst>
            </p:cNvPr>
            <p:cNvSpPr>
              <a:spLocks noChangeShapeType="1"/>
            </p:cNvSpPr>
            <p:nvPr/>
          </p:nvSpPr>
          <p:spPr bwMode="auto">
            <a:xfrm>
              <a:off x="4704" y="3437"/>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298038" name="Rectangle 54">
              <a:extLst>
                <a:ext uri="{FF2B5EF4-FFF2-40B4-BE49-F238E27FC236}">
                  <a16:creationId xmlns:a16="http://schemas.microsoft.com/office/drawing/2014/main" id="{CAA419FA-443D-46C7-ACE1-1F29FE85D7AF}"/>
                </a:ext>
              </a:extLst>
            </p:cNvPr>
            <p:cNvSpPr>
              <a:spLocks noChangeArrowheads="1"/>
            </p:cNvSpPr>
            <p:nvPr/>
          </p:nvSpPr>
          <p:spPr bwMode="auto">
            <a:xfrm>
              <a:off x="4992" y="3437"/>
              <a:ext cx="192"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298039" name="Line 55">
              <a:extLst>
                <a:ext uri="{FF2B5EF4-FFF2-40B4-BE49-F238E27FC236}">
                  <a16:creationId xmlns:a16="http://schemas.microsoft.com/office/drawing/2014/main" id="{44D7BEB9-4F08-4EF0-80F8-307B6848B365}"/>
                </a:ext>
              </a:extLst>
            </p:cNvPr>
            <p:cNvSpPr>
              <a:spLocks noChangeShapeType="1"/>
            </p:cNvSpPr>
            <p:nvPr/>
          </p:nvSpPr>
          <p:spPr bwMode="auto">
            <a:xfrm>
              <a:off x="3168" y="3629"/>
              <a:ext cx="240" cy="0"/>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298040" name="Line 56">
              <a:extLst>
                <a:ext uri="{FF2B5EF4-FFF2-40B4-BE49-F238E27FC236}">
                  <a16:creationId xmlns:a16="http://schemas.microsoft.com/office/drawing/2014/main" id="{C4EE2010-2A3B-48F5-906D-0AA4C6D1978A}"/>
                </a:ext>
              </a:extLst>
            </p:cNvPr>
            <p:cNvSpPr>
              <a:spLocks noChangeShapeType="1"/>
            </p:cNvSpPr>
            <p:nvPr/>
          </p:nvSpPr>
          <p:spPr bwMode="auto">
            <a:xfrm>
              <a:off x="4080" y="3629"/>
              <a:ext cx="336" cy="0"/>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298041" name="Text Box 57">
              <a:extLst>
                <a:ext uri="{FF2B5EF4-FFF2-40B4-BE49-F238E27FC236}">
                  <a16:creationId xmlns:a16="http://schemas.microsoft.com/office/drawing/2014/main" id="{39D40B8C-D0B4-4C0A-8E75-86AE4AAEF2FF}"/>
                </a:ext>
              </a:extLst>
            </p:cNvPr>
            <p:cNvSpPr txBox="1">
              <a:spLocks noChangeArrowheads="1"/>
            </p:cNvSpPr>
            <p:nvPr/>
          </p:nvSpPr>
          <p:spPr bwMode="auto">
            <a:xfrm>
              <a:off x="4961" y="3408"/>
              <a:ext cx="271" cy="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298042" name="Line 58">
              <a:extLst>
                <a:ext uri="{FF2B5EF4-FFF2-40B4-BE49-F238E27FC236}">
                  <a16:creationId xmlns:a16="http://schemas.microsoft.com/office/drawing/2014/main" id="{7148B03F-9CAE-4A9B-AA8C-F926BAA68B58}"/>
                </a:ext>
              </a:extLst>
            </p:cNvPr>
            <p:cNvSpPr>
              <a:spLocks noChangeShapeType="1"/>
            </p:cNvSpPr>
            <p:nvPr/>
          </p:nvSpPr>
          <p:spPr bwMode="auto">
            <a:xfrm flipV="1">
              <a:off x="3168" y="3360"/>
              <a:ext cx="0" cy="288"/>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298043" name="Line 59">
              <a:extLst>
                <a:ext uri="{FF2B5EF4-FFF2-40B4-BE49-F238E27FC236}">
                  <a16:creationId xmlns:a16="http://schemas.microsoft.com/office/drawing/2014/main" id="{1021E492-1905-4818-8163-5A7D175A6659}"/>
                </a:ext>
              </a:extLst>
            </p:cNvPr>
            <p:cNvSpPr>
              <a:spLocks noChangeShapeType="1"/>
            </p:cNvSpPr>
            <p:nvPr/>
          </p:nvSpPr>
          <p:spPr bwMode="auto">
            <a:xfrm>
              <a:off x="3168" y="3360"/>
              <a:ext cx="1200" cy="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298044" name="Line 60">
              <a:extLst>
                <a:ext uri="{FF2B5EF4-FFF2-40B4-BE49-F238E27FC236}">
                  <a16:creationId xmlns:a16="http://schemas.microsoft.com/office/drawing/2014/main" id="{1AAD55FE-8006-4253-9918-97AF7D7C8EBB}"/>
                </a:ext>
              </a:extLst>
            </p:cNvPr>
            <p:cNvSpPr>
              <a:spLocks noChangeShapeType="1"/>
            </p:cNvSpPr>
            <p:nvPr/>
          </p:nvSpPr>
          <p:spPr bwMode="auto">
            <a:xfrm>
              <a:off x="4080" y="3072"/>
              <a:ext cx="288" cy="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298045" name="Line 61">
              <a:extLst>
                <a:ext uri="{FF2B5EF4-FFF2-40B4-BE49-F238E27FC236}">
                  <a16:creationId xmlns:a16="http://schemas.microsoft.com/office/drawing/2014/main" id="{9437BA57-8D30-450F-9255-B28CA6F546B3}"/>
                </a:ext>
              </a:extLst>
            </p:cNvPr>
            <p:cNvSpPr>
              <a:spLocks noChangeShapeType="1"/>
            </p:cNvSpPr>
            <p:nvPr/>
          </p:nvSpPr>
          <p:spPr bwMode="auto">
            <a:xfrm>
              <a:off x="4368" y="3072"/>
              <a:ext cx="0" cy="288"/>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298046" name="Text Box 62">
              <a:extLst>
                <a:ext uri="{FF2B5EF4-FFF2-40B4-BE49-F238E27FC236}">
                  <a16:creationId xmlns:a16="http://schemas.microsoft.com/office/drawing/2014/main" id="{E000B3B8-BB08-4D3F-8149-97D174008EAC}"/>
                </a:ext>
              </a:extLst>
            </p:cNvPr>
            <p:cNvSpPr txBox="1">
              <a:spLocks noChangeArrowheads="1"/>
            </p:cNvSpPr>
            <p:nvPr/>
          </p:nvSpPr>
          <p:spPr bwMode="auto">
            <a:xfrm>
              <a:off x="1420" y="1603"/>
              <a:ext cx="500" cy="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1  0</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298047" name="Text Box 63">
              <a:extLst>
                <a:ext uri="{FF2B5EF4-FFF2-40B4-BE49-F238E27FC236}">
                  <a16:creationId xmlns:a16="http://schemas.microsoft.com/office/drawing/2014/main" id="{4022E08C-7EED-4155-9CCA-16D3556A0685}"/>
                </a:ext>
              </a:extLst>
            </p:cNvPr>
            <p:cNvSpPr txBox="1">
              <a:spLocks noChangeArrowheads="1"/>
            </p:cNvSpPr>
            <p:nvPr/>
          </p:nvSpPr>
          <p:spPr bwMode="auto">
            <a:xfrm>
              <a:off x="1420" y="2851"/>
              <a:ext cx="500" cy="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1  0</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298048" name="Text Box 64">
              <a:extLst>
                <a:ext uri="{FF2B5EF4-FFF2-40B4-BE49-F238E27FC236}">
                  <a16:creationId xmlns:a16="http://schemas.microsoft.com/office/drawing/2014/main" id="{D5AE0254-D892-453C-BA45-AF826F1DBD7A}"/>
                </a:ext>
              </a:extLst>
            </p:cNvPr>
            <p:cNvSpPr txBox="1">
              <a:spLocks noChangeArrowheads="1"/>
            </p:cNvSpPr>
            <p:nvPr/>
          </p:nvSpPr>
          <p:spPr bwMode="auto">
            <a:xfrm>
              <a:off x="1392" y="2083"/>
              <a:ext cx="521" cy="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-1 4</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298049" name="Text Box 65">
              <a:extLst>
                <a:ext uri="{FF2B5EF4-FFF2-40B4-BE49-F238E27FC236}">
                  <a16:creationId xmlns:a16="http://schemas.microsoft.com/office/drawing/2014/main" id="{24EB42F7-AD7C-4AFF-B9D1-4FD4805AB7B8}"/>
                </a:ext>
              </a:extLst>
            </p:cNvPr>
            <p:cNvSpPr txBox="1">
              <a:spLocks noChangeArrowheads="1"/>
            </p:cNvSpPr>
            <p:nvPr/>
          </p:nvSpPr>
          <p:spPr bwMode="auto">
            <a:xfrm>
              <a:off x="2407" y="2851"/>
              <a:ext cx="521" cy="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-1 4</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298050" name="Text Box 66">
              <a:extLst>
                <a:ext uri="{FF2B5EF4-FFF2-40B4-BE49-F238E27FC236}">
                  <a16:creationId xmlns:a16="http://schemas.microsoft.com/office/drawing/2014/main" id="{2C2DC105-15A7-4037-8DF0-825DB93F98F7}"/>
                </a:ext>
              </a:extLst>
            </p:cNvPr>
            <p:cNvSpPr txBox="1">
              <a:spLocks noChangeArrowheads="1"/>
            </p:cNvSpPr>
            <p:nvPr/>
          </p:nvSpPr>
          <p:spPr bwMode="auto">
            <a:xfrm>
              <a:off x="2400" y="1603"/>
              <a:ext cx="521" cy="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-3 6</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298051" name="Text Box 67">
              <a:extLst>
                <a:ext uri="{FF2B5EF4-FFF2-40B4-BE49-F238E27FC236}">
                  <a16:creationId xmlns:a16="http://schemas.microsoft.com/office/drawing/2014/main" id="{2DEE02EA-8635-4000-A7D9-20A0BD4A4518}"/>
                </a:ext>
              </a:extLst>
            </p:cNvPr>
            <p:cNvSpPr txBox="1">
              <a:spLocks noChangeArrowheads="1"/>
            </p:cNvSpPr>
            <p:nvPr/>
          </p:nvSpPr>
          <p:spPr bwMode="auto">
            <a:xfrm>
              <a:off x="2428" y="2083"/>
              <a:ext cx="500" cy="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3  6</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298052" name="Text Box 68">
              <a:extLst>
                <a:ext uri="{FF2B5EF4-FFF2-40B4-BE49-F238E27FC236}">
                  <a16:creationId xmlns:a16="http://schemas.microsoft.com/office/drawing/2014/main" id="{E624F459-06A1-4FFD-8644-3EBA16FB7607}"/>
                </a:ext>
              </a:extLst>
            </p:cNvPr>
            <p:cNvSpPr txBox="1">
              <a:spLocks noChangeArrowheads="1"/>
            </p:cNvSpPr>
            <p:nvPr/>
          </p:nvSpPr>
          <p:spPr bwMode="auto">
            <a:xfrm>
              <a:off x="3383" y="2083"/>
              <a:ext cx="649" cy="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-9 10</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298053" name="Text Box 69">
              <a:extLst>
                <a:ext uri="{FF2B5EF4-FFF2-40B4-BE49-F238E27FC236}">
                  <a16:creationId xmlns:a16="http://schemas.microsoft.com/office/drawing/2014/main" id="{F5572890-65C9-4097-BC75-88CEEE3355F5}"/>
                </a:ext>
              </a:extLst>
            </p:cNvPr>
            <p:cNvSpPr txBox="1">
              <a:spLocks noChangeArrowheads="1"/>
            </p:cNvSpPr>
            <p:nvPr/>
          </p:nvSpPr>
          <p:spPr bwMode="auto">
            <a:xfrm>
              <a:off x="3383" y="2851"/>
              <a:ext cx="649" cy="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-9 10</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298054" name="Text Box 70">
              <a:extLst>
                <a:ext uri="{FF2B5EF4-FFF2-40B4-BE49-F238E27FC236}">
                  <a16:creationId xmlns:a16="http://schemas.microsoft.com/office/drawing/2014/main" id="{4A5D147D-AB69-40D2-A49C-0CD0DB0FB087}"/>
                </a:ext>
              </a:extLst>
            </p:cNvPr>
            <p:cNvSpPr txBox="1">
              <a:spLocks noChangeArrowheads="1"/>
            </p:cNvSpPr>
            <p:nvPr/>
          </p:nvSpPr>
          <p:spPr bwMode="auto">
            <a:xfrm>
              <a:off x="3468" y="1603"/>
              <a:ext cx="564" cy="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7 12</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298055" name="Text Box 71">
              <a:extLst>
                <a:ext uri="{FF2B5EF4-FFF2-40B4-BE49-F238E27FC236}">
                  <a16:creationId xmlns:a16="http://schemas.microsoft.com/office/drawing/2014/main" id="{422BF349-CD98-410C-89A6-B309BF581F3B}"/>
                </a:ext>
              </a:extLst>
            </p:cNvPr>
            <p:cNvSpPr txBox="1">
              <a:spLocks noChangeArrowheads="1"/>
            </p:cNvSpPr>
            <p:nvPr/>
          </p:nvSpPr>
          <p:spPr bwMode="auto">
            <a:xfrm>
              <a:off x="3468" y="3408"/>
              <a:ext cx="564" cy="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7 12</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298056" name="Text Box 72">
              <a:extLst>
                <a:ext uri="{FF2B5EF4-FFF2-40B4-BE49-F238E27FC236}">
                  <a16:creationId xmlns:a16="http://schemas.microsoft.com/office/drawing/2014/main" id="{DC471F36-4F08-4EA3-A10E-13EF1953D905}"/>
                </a:ext>
              </a:extLst>
            </p:cNvPr>
            <p:cNvSpPr txBox="1">
              <a:spLocks noChangeArrowheads="1"/>
            </p:cNvSpPr>
            <p:nvPr/>
          </p:nvSpPr>
          <p:spPr bwMode="auto">
            <a:xfrm>
              <a:off x="4476" y="2083"/>
              <a:ext cx="564" cy="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8 14</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298057" name="Text Box 73">
              <a:extLst>
                <a:ext uri="{FF2B5EF4-FFF2-40B4-BE49-F238E27FC236}">
                  <a16:creationId xmlns:a16="http://schemas.microsoft.com/office/drawing/2014/main" id="{057C0C2B-6A92-40B3-AFB3-597113A4DD14}"/>
                </a:ext>
              </a:extLst>
            </p:cNvPr>
            <p:cNvSpPr txBox="1">
              <a:spLocks noChangeArrowheads="1"/>
            </p:cNvSpPr>
            <p:nvPr/>
          </p:nvSpPr>
          <p:spPr bwMode="auto">
            <a:xfrm>
              <a:off x="4464" y="3408"/>
              <a:ext cx="564" cy="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8 14</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grpSp>
      <p:sp>
        <p:nvSpPr>
          <p:cNvPr id="298061" name="Rectangle 77">
            <a:extLst>
              <a:ext uri="{FF2B5EF4-FFF2-40B4-BE49-F238E27FC236}">
                <a16:creationId xmlns:a16="http://schemas.microsoft.com/office/drawing/2014/main" id="{24E49666-D98E-4525-A10D-06775B5E1A04}"/>
              </a:ext>
            </a:extLst>
          </p:cNvPr>
          <p:cNvSpPr>
            <a:spLocks noGrp="1" noChangeArrowheads="1"/>
          </p:cNvSpPr>
          <p:nvPr>
            <p:ph type="body" idx="1"/>
          </p:nvPr>
        </p:nvSpPr>
        <p:spPr>
          <a:xfrm>
            <a:off x="476368" y="576921"/>
            <a:ext cx="8229600" cy="2125038"/>
          </a:xfrm>
        </p:spPr>
        <p:txBody>
          <a:bodyPr/>
          <a:lstStyle/>
          <a:p>
            <a:pPr>
              <a:lnSpc>
                <a:spcPct val="150000"/>
              </a:lnSpc>
              <a:spcBef>
                <a:spcPct val="0"/>
              </a:spcBef>
              <a:buClrTx/>
              <a:buSzTx/>
              <a:buFontTx/>
              <a:buNone/>
            </a:pPr>
            <a:r>
              <a:rPr kumimoji="1" lang="en-US" altLang="zh-CN" sz="2800" b="1" i="1" dirty="0">
                <a:solidFill>
                  <a:srgbClr val="0000FF"/>
                </a:solidFill>
                <a:latin typeface="微软雅黑" panose="020B0503020204020204" pitchFamily="34" charset="-122"/>
                <a:ea typeface="微软雅黑" panose="020B0503020204020204" pitchFamily="34" charset="-122"/>
              </a:rPr>
              <a:t>AH</a:t>
            </a:r>
            <a:r>
              <a:rPr kumimoji="1" lang="en-US" altLang="zh-CN" sz="2800" b="1" dirty="0">
                <a:solidFill>
                  <a:srgbClr val="0000FF"/>
                </a:solidFill>
                <a:latin typeface="微软雅黑" panose="020B0503020204020204" pitchFamily="34" charset="-122"/>
                <a:ea typeface="微软雅黑" panose="020B0503020204020204" pitchFamily="34" charset="-122"/>
              </a:rPr>
              <a:t> = 1 - 3</a:t>
            </a:r>
            <a:r>
              <a:rPr kumimoji="1" lang="en-US" altLang="zh-CN" sz="2800" b="1" i="1" dirty="0">
                <a:solidFill>
                  <a:srgbClr val="0000FF"/>
                </a:solidFill>
                <a:latin typeface="微软雅黑" panose="020B0503020204020204" pitchFamily="34" charset="-122"/>
                <a:ea typeface="微软雅黑" panose="020B0503020204020204" pitchFamily="34" charset="-122"/>
              </a:rPr>
              <a:t>x</a:t>
            </a:r>
            <a:r>
              <a:rPr kumimoji="1" lang="en-US" altLang="zh-CN" sz="2800" b="1" baseline="30000" dirty="0">
                <a:solidFill>
                  <a:srgbClr val="0000FF"/>
                </a:solidFill>
                <a:latin typeface="微软雅黑" panose="020B0503020204020204" pitchFamily="34" charset="-122"/>
                <a:ea typeface="微软雅黑" panose="020B0503020204020204" pitchFamily="34" charset="-122"/>
              </a:rPr>
              <a:t>6</a:t>
            </a:r>
            <a:r>
              <a:rPr kumimoji="1" lang="en-US" altLang="zh-CN" sz="2800" b="1" dirty="0">
                <a:solidFill>
                  <a:srgbClr val="0000FF"/>
                </a:solidFill>
                <a:latin typeface="微软雅黑" panose="020B0503020204020204" pitchFamily="34" charset="-122"/>
                <a:ea typeface="微软雅黑" panose="020B0503020204020204" pitchFamily="34" charset="-122"/>
              </a:rPr>
              <a:t> + 7</a:t>
            </a:r>
            <a:r>
              <a:rPr kumimoji="1" lang="en-US" altLang="zh-CN" sz="2800" b="1" i="1" dirty="0">
                <a:solidFill>
                  <a:srgbClr val="0000FF"/>
                </a:solidFill>
                <a:latin typeface="微软雅黑" panose="020B0503020204020204" pitchFamily="34" charset="-122"/>
                <a:ea typeface="微软雅黑" panose="020B0503020204020204" pitchFamily="34" charset="-122"/>
              </a:rPr>
              <a:t>x</a:t>
            </a:r>
            <a:r>
              <a:rPr kumimoji="1" lang="en-US" altLang="zh-CN" sz="2800" b="1" baseline="30000" dirty="0">
                <a:solidFill>
                  <a:srgbClr val="0000FF"/>
                </a:solidFill>
                <a:latin typeface="微软雅黑" panose="020B0503020204020204" pitchFamily="34" charset="-122"/>
                <a:ea typeface="微软雅黑" panose="020B0503020204020204" pitchFamily="34" charset="-122"/>
              </a:rPr>
              <a:t>12</a:t>
            </a:r>
            <a:endParaRPr kumimoji="1" lang="en-US" altLang="zh-CN" sz="2800" b="1" i="1" dirty="0">
              <a:solidFill>
                <a:srgbClr val="0000FF"/>
              </a:solidFill>
              <a:latin typeface="微软雅黑" panose="020B0503020204020204" pitchFamily="34" charset="-122"/>
              <a:ea typeface="微软雅黑" panose="020B0503020204020204" pitchFamily="34" charset="-122"/>
            </a:endParaRPr>
          </a:p>
          <a:p>
            <a:pPr>
              <a:lnSpc>
                <a:spcPct val="150000"/>
              </a:lnSpc>
              <a:spcBef>
                <a:spcPct val="0"/>
              </a:spcBef>
              <a:buClrTx/>
              <a:buSzTx/>
              <a:buFontTx/>
              <a:buNone/>
            </a:pPr>
            <a:r>
              <a:rPr kumimoji="1" lang="en-US" altLang="zh-CN" sz="2800" b="1" i="1" dirty="0">
                <a:solidFill>
                  <a:srgbClr val="00B050"/>
                </a:solidFill>
                <a:latin typeface="微软雅黑" panose="020B0503020204020204" pitchFamily="34" charset="-122"/>
                <a:ea typeface="微软雅黑" panose="020B0503020204020204" pitchFamily="34" charset="-122"/>
              </a:rPr>
              <a:t>BH</a:t>
            </a:r>
            <a:r>
              <a:rPr kumimoji="1" lang="en-US" altLang="zh-CN" sz="2800" b="1" dirty="0">
                <a:solidFill>
                  <a:srgbClr val="00B050"/>
                </a:solidFill>
                <a:latin typeface="微软雅黑" panose="020B0503020204020204" pitchFamily="34" charset="-122"/>
                <a:ea typeface="微软雅黑" panose="020B0503020204020204" pitchFamily="34" charset="-122"/>
              </a:rPr>
              <a:t> = - </a:t>
            </a:r>
            <a:r>
              <a:rPr kumimoji="1" lang="en-US" altLang="zh-CN" sz="2800" b="1" i="1" dirty="0">
                <a:solidFill>
                  <a:srgbClr val="00B050"/>
                </a:solidFill>
                <a:latin typeface="微软雅黑" panose="020B0503020204020204" pitchFamily="34" charset="-122"/>
                <a:ea typeface="微软雅黑" panose="020B0503020204020204" pitchFamily="34" charset="-122"/>
              </a:rPr>
              <a:t>x</a:t>
            </a:r>
            <a:r>
              <a:rPr kumimoji="1" lang="en-US" altLang="zh-CN" sz="2800" b="1" baseline="30000" dirty="0">
                <a:solidFill>
                  <a:srgbClr val="00B050"/>
                </a:solidFill>
                <a:latin typeface="微软雅黑" panose="020B0503020204020204" pitchFamily="34" charset="-122"/>
                <a:ea typeface="微软雅黑" panose="020B0503020204020204" pitchFamily="34" charset="-122"/>
              </a:rPr>
              <a:t>4</a:t>
            </a:r>
            <a:r>
              <a:rPr kumimoji="1" lang="en-US" altLang="zh-CN" sz="2800" b="1" dirty="0">
                <a:solidFill>
                  <a:srgbClr val="00B050"/>
                </a:solidFill>
                <a:latin typeface="微软雅黑" panose="020B0503020204020204" pitchFamily="34" charset="-122"/>
                <a:ea typeface="微软雅黑" panose="020B0503020204020204" pitchFamily="34" charset="-122"/>
              </a:rPr>
              <a:t> + 3</a:t>
            </a:r>
            <a:r>
              <a:rPr kumimoji="1" lang="en-US" altLang="zh-CN" sz="2800" b="1" i="1" dirty="0">
                <a:solidFill>
                  <a:srgbClr val="00B050"/>
                </a:solidFill>
                <a:latin typeface="微软雅黑" panose="020B0503020204020204" pitchFamily="34" charset="-122"/>
                <a:ea typeface="微软雅黑" panose="020B0503020204020204" pitchFamily="34" charset="-122"/>
              </a:rPr>
              <a:t>x</a:t>
            </a:r>
            <a:r>
              <a:rPr kumimoji="1" lang="en-US" altLang="zh-CN" sz="2800" b="1" baseline="30000" dirty="0">
                <a:solidFill>
                  <a:srgbClr val="00B050"/>
                </a:solidFill>
                <a:latin typeface="微软雅黑" panose="020B0503020204020204" pitchFamily="34" charset="-122"/>
                <a:ea typeface="微软雅黑" panose="020B0503020204020204" pitchFamily="34" charset="-122"/>
              </a:rPr>
              <a:t>6</a:t>
            </a:r>
            <a:r>
              <a:rPr kumimoji="1" lang="en-US" altLang="zh-CN" sz="2800" b="1" dirty="0">
                <a:solidFill>
                  <a:srgbClr val="00B050"/>
                </a:solidFill>
                <a:latin typeface="微软雅黑" panose="020B0503020204020204" pitchFamily="34" charset="-122"/>
                <a:ea typeface="微软雅黑" panose="020B0503020204020204" pitchFamily="34" charset="-122"/>
              </a:rPr>
              <a:t> - 9</a:t>
            </a:r>
            <a:r>
              <a:rPr kumimoji="1" lang="en-US" altLang="zh-CN" sz="2800" b="1" i="1" dirty="0">
                <a:solidFill>
                  <a:srgbClr val="00B050"/>
                </a:solidFill>
                <a:latin typeface="微软雅黑" panose="020B0503020204020204" pitchFamily="34" charset="-122"/>
                <a:ea typeface="微软雅黑" panose="020B0503020204020204" pitchFamily="34" charset="-122"/>
              </a:rPr>
              <a:t>x</a:t>
            </a:r>
            <a:r>
              <a:rPr kumimoji="1" lang="en-US" altLang="zh-CN" sz="2800" b="1" baseline="30000" dirty="0">
                <a:solidFill>
                  <a:srgbClr val="00B050"/>
                </a:solidFill>
                <a:latin typeface="微软雅黑" panose="020B0503020204020204" pitchFamily="34" charset="-122"/>
                <a:ea typeface="微软雅黑" panose="020B0503020204020204" pitchFamily="34" charset="-122"/>
              </a:rPr>
              <a:t>10</a:t>
            </a:r>
            <a:r>
              <a:rPr kumimoji="1" lang="en-US" altLang="zh-CN" sz="2800" b="1" dirty="0">
                <a:solidFill>
                  <a:srgbClr val="00B050"/>
                </a:solidFill>
                <a:latin typeface="微软雅黑" panose="020B0503020204020204" pitchFamily="34" charset="-122"/>
                <a:ea typeface="微软雅黑" panose="020B0503020204020204" pitchFamily="34" charset="-122"/>
              </a:rPr>
              <a:t> + 8</a:t>
            </a:r>
            <a:r>
              <a:rPr kumimoji="1" lang="en-US" altLang="zh-CN" sz="2800" b="1" i="1" dirty="0">
                <a:solidFill>
                  <a:srgbClr val="00B050"/>
                </a:solidFill>
                <a:latin typeface="微软雅黑" panose="020B0503020204020204" pitchFamily="34" charset="-122"/>
                <a:ea typeface="微软雅黑" panose="020B0503020204020204" pitchFamily="34" charset="-122"/>
              </a:rPr>
              <a:t>x</a:t>
            </a:r>
            <a:r>
              <a:rPr kumimoji="1" lang="en-US" altLang="zh-CN" sz="2800" b="1" baseline="30000" dirty="0">
                <a:solidFill>
                  <a:srgbClr val="00B050"/>
                </a:solidFill>
                <a:latin typeface="微软雅黑" panose="020B0503020204020204" pitchFamily="34" charset="-122"/>
                <a:ea typeface="微软雅黑" panose="020B0503020204020204" pitchFamily="34" charset="-122"/>
              </a:rPr>
              <a:t>14</a:t>
            </a:r>
          </a:p>
          <a:p>
            <a:pPr>
              <a:lnSpc>
                <a:spcPct val="150000"/>
              </a:lnSpc>
              <a:spcBef>
                <a:spcPct val="0"/>
              </a:spcBef>
              <a:buClrTx/>
              <a:buSzTx/>
              <a:buFontTx/>
              <a:buNone/>
            </a:pPr>
            <a:r>
              <a:rPr kumimoji="1" lang="en-US" altLang="zh-CN" sz="2800" b="1" i="1" dirty="0">
                <a:solidFill>
                  <a:schemeClr val="tx2"/>
                </a:solidFill>
                <a:latin typeface="微软雅黑" panose="020B0503020204020204" pitchFamily="34" charset="-122"/>
                <a:ea typeface="微软雅黑" panose="020B0503020204020204" pitchFamily="34" charset="-122"/>
              </a:rPr>
              <a:t>CH </a:t>
            </a:r>
            <a:r>
              <a:rPr kumimoji="1" lang="en-US" altLang="zh-CN" sz="2800" b="1" dirty="0">
                <a:solidFill>
                  <a:srgbClr val="006600"/>
                </a:solidFill>
                <a:latin typeface="微软雅黑" panose="020B0503020204020204" pitchFamily="34" charset="-122"/>
                <a:ea typeface="微软雅黑" panose="020B0503020204020204" pitchFamily="34" charset="-122"/>
              </a:rPr>
              <a:t>= </a:t>
            </a:r>
            <a:r>
              <a:rPr kumimoji="1" lang="en-US" altLang="zh-CN" sz="2800" b="1" dirty="0">
                <a:solidFill>
                  <a:srgbClr val="0000FF"/>
                </a:solidFill>
                <a:latin typeface="微软雅黑" panose="020B0503020204020204" pitchFamily="34" charset="-122"/>
                <a:ea typeface="微软雅黑" panose="020B0503020204020204" pitchFamily="34" charset="-122"/>
              </a:rPr>
              <a:t>1</a:t>
            </a:r>
            <a:r>
              <a:rPr kumimoji="1" lang="en-US" altLang="zh-CN" sz="2800" b="1" dirty="0">
                <a:latin typeface="微软雅黑" panose="020B0503020204020204" pitchFamily="34" charset="-122"/>
                <a:ea typeface="微软雅黑" panose="020B0503020204020204" pitchFamily="34" charset="-122"/>
              </a:rPr>
              <a:t> </a:t>
            </a:r>
            <a:r>
              <a:rPr kumimoji="1" lang="en-US" altLang="zh-CN" sz="2800" b="1" dirty="0">
                <a:solidFill>
                  <a:srgbClr val="00B050"/>
                </a:solidFill>
                <a:latin typeface="微软雅黑" panose="020B0503020204020204" pitchFamily="34" charset="-122"/>
                <a:ea typeface="微软雅黑" panose="020B0503020204020204" pitchFamily="34" charset="-122"/>
              </a:rPr>
              <a:t>- </a:t>
            </a:r>
            <a:r>
              <a:rPr kumimoji="1" lang="en-US" altLang="zh-CN" sz="2800" b="1" i="1" dirty="0">
                <a:solidFill>
                  <a:srgbClr val="00B050"/>
                </a:solidFill>
                <a:latin typeface="微软雅黑" panose="020B0503020204020204" pitchFamily="34" charset="-122"/>
                <a:ea typeface="微软雅黑" panose="020B0503020204020204" pitchFamily="34" charset="-122"/>
              </a:rPr>
              <a:t>x</a:t>
            </a:r>
            <a:r>
              <a:rPr kumimoji="1" lang="en-US" altLang="zh-CN" sz="2800" b="1" baseline="30000" dirty="0">
                <a:solidFill>
                  <a:srgbClr val="00B050"/>
                </a:solidFill>
                <a:latin typeface="微软雅黑" panose="020B0503020204020204" pitchFamily="34" charset="-122"/>
                <a:ea typeface="微软雅黑" panose="020B0503020204020204" pitchFamily="34" charset="-122"/>
              </a:rPr>
              <a:t>4</a:t>
            </a:r>
            <a:r>
              <a:rPr kumimoji="1" lang="en-US" altLang="zh-CN" sz="2800" b="1" dirty="0">
                <a:solidFill>
                  <a:srgbClr val="00B050"/>
                </a:solidFill>
                <a:latin typeface="微软雅黑" panose="020B0503020204020204" pitchFamily="34" charset="-122"/>
                <a:ea typeface="微软雅黑" panose="020B0503020204020204" pitchFamily="34" charset="-122"/>
              </a:rPr>
              <a:t> - 9</a:t>
            </a:r>
            <a:r>
              <a:rPr kumimoji="1" lang="en-US" altLang="zh-CN" sz="2800" b="1" i="1" dirty="0">
                <a:solidFill>
                  <a:srgbClr val="00B050"/>
                </a:solidFill>
                <a:latin typeface="微软雅黑" panose="020B0503020204020204" pitchFamily="34" charset="-122"/>
                <a:ea typeface="微软雅黑" panose="020B0503020204020204" pitchFamily="34" charset="-122"/>
              </a:rPr>
              <a:t>x</a:t>
            </a:r>
            <a:r>
              <a:rPr kumimoji="1" lang="en-US" altLang="zh-CN" sz="2800" b="1" baseline="30000" dirty="0">
                <a:solidFill>
                  <a:srgbClr val="00B050"/>
                </a:solidFill>
                <a:latin typeface="微软雅黑" panose="020B0503020204020204" pitchFamily="34" charset="-122"/>
                <a:ea typeface="微软雅黑" panose="020B0503020204020204" pitchFamily="34" charset="-122"/>
              </a:rPr>
              <a:t>10</a:t>
            </a:r>
            <a:r>
              <a:rPr kumimoji="1" lang="en-US" altLang="zh-CN" sz="2800" b="1" dirty="0">
                <a:solidFill>
                  <a:srgbClr val="00B050"/>
                </a:solidFill>
                <a:latin typeface="微软雅黑" panose="020B0503020204020204" pitchFamily="34" charset="-122"/>
                <a:ea typeface="微软雅黑" panose="020B0503020204020204" pitchFamily="34" charset="-122"/>
              </a:rPr>
              <a:t> </a:t>
            </a:r>
            <a:r>
              <a:rPr kumimoji="1" lang="en-US" altLang="zh-CN" sz="2800" b="1" dirty="0">
                <a:solidFill>
                  <a:srgbClr val="0000FF"/>
                </a:solidFill>
                <a:latin typeface="微软雅黑" panose="020B0503020204020204" pitchFamily="34" charset="-122"/>
                <a:ea typeface="微软雅黑" panose="020B0503020204020204" pitchFamily="34" charset="-122"/>
              </a:rPr>
              <a:t>+ 7</a:t>
            </a:r>
            <a:r>
              <a:rPr kumimoji="1" lang="en-US" altLang="zh-CN" sz="2800" b="1" i="1" dirty="0">
                <a:solidFill>
                  <a:srgbClr val="0000FF"/>
                </a:solidFill>
                <a:latin typeface="微软雅黑" panose="020B0503020204020204" pitchFamily="34" charset="-122"/>
                <a:ea typeface="微软雅黑" panose="020B0503020204020204" pitchFamily="34" charset="-122"/>
              </a:rPr>
              <a:t>x</a:t>
            </a:r>
            <a:r>
              <a:rPr kumimoji="1" lang="en-US" altLang="zh-CN" sz="2800" b="1" baseline="30000" dirty="0">
                <a:solidFill>
                  <a:srgbClr val="0000FF"/>
                </a:solidFill>
                <a:latin typeface="微软雅黑" panose="020B0503020204020204" pitchFamily="34" charset="-122"/>
                <a:ea typeface="微软雅黑" panose="020B0503020204020204" pitchFamily="34" charset="-122"/>
              </a:rPr>
              <a:t>12 </a:t>
            </a:r>
            <a:r>
              <a:rPr kumimoji="1" lang="en-US" altLang="zh-CN" sz="2800" b="1" dirty="0">
                <a:solidFill>
                  <a:srgbClr val="00B050"/>
                </a:solidFill>
                <a:latin typeface="微软雅黑" panose="020B0503020204020204" pitchFamily="34" charset="-122"/>
                <a:ea typeface="微软雅黑" panose="020B0503020204020204" pitchFamily="34" charset="-122"/>
              </a:rPr>
              <a:t>+ 8</a:t>
            </a:r>
            <a:r>
              <a:rPr kumimoji="1" lang="en-US" altLang="zh-CN" sz="2800" b="1" i="1" dirty="0">
                <a:solidFill>
                  <a:srgbClr val="00B050"/>
                </a:solidFill>
                <a:latin typeface="微软雅黑" panose="020B0503020204020204" pitchFamily="34" charset="-122"/>
                <a:ea typeface="微软雅黑" panose="020B0503020204020204" pitchFamily="34" charset="-122"/>
              </a:rPr>
              <a:t>x</a:t>
            </a:r>
            <a:r>
              <a:rPr kumimoji="1" lang="en-US" altLang="zh-CN" sz="2800" b="1" baseline="30000" dirty="0">
                <a:solidFill>
                  <a:srgbClr val="00B050"/>
                </a:solidFill>
                <a:latin typeface="微软雅黑" panose="020B0503020204020204" pitchFamily="34" charset="-122"/>
                <a:ea typeface="微软雅黑" panose="020B0503020204020204" pitchFamily="34" charset="-122"/>
              </a:rPr>
              <a:t>14</a:t>
            </a:r>
          </a:p>
        </p:txBody>
      </p:sp>
    </p:spTree>
  </p:cSld>
  <p:clrMapOvr>
    <a:masterClrMapping/>
  </p:clrMapOvr>
  <p:transition>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0128" name="Group 96">
            <a:extLst>
              <a:ext uri="{FF2B5EF4-FFF2-40B4-BE49-F238E27FC236}">
                <a16:creationId xmlns:a16="http://schemas.microsoft.com/office/drawing/2014/main" id="{A3312260-E96C-42B4-A03F-052B31887A7A}"/>
              </a:ext>
            </a:extLst>
          </p:cNvPr>
          <p:cNvGrpSpPr>
            <a:grpSpLocks/>
          </p:cNvGrpSpPr>
          <p:nvPr/>
        </p:nvGrpSpPr>
        <p:grpSpPr bwMode="auto">
          <a:xfrm>
            <a:off x="685800" y="433388"/>
            <a:ext cx="7696200" cy="4532313"/>
            <a:chOff x="432" y="273"/>
            <a:chExt cx="4848" cy="2855"/>
          </a:xfrm>
        </p:grpSpPr>
        <p:sp>
          <p:nvSpPr>
            <p:cNvPr id="300034" name="Rectangle 2">
              <a:extLst>
                <a:ext uri="{FF2B5EF4-FFF2-40B4-BE49-F238E27FC236}">
                  <a16:creationId xmlns:a16="http://schemas.microsoft.com/office/drawing/2014/main" id="{53AA5FF2-CAFD-435C-8463-3F07D349D718}"/>
                </a:ext>
              </a:extLst>
            </p:cNvPr>
            <p:cNvSpPr>
              <a:spLocks noChangeArrowheads="1"/>
            </p:cNvSpPr>
            <p:nvPr/>
          </p:nvSpPr>
          <p:spPr bwMode="auto">
            <a:xfrm>
              <a:off x="4464" y="696"/>
              <a:ext cx="528"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0035" name="Line 3">
              <a:extLst>
                <a:ext uri="{FF2B5EF4-FFF2-40B4-BE49-F238E27FC236}">
                  <a16:creationId xmlns:a16="http://schemas.microsoft.com/office/drawing/2014/main" id="{67B5AFEB-3F6B-4226-B9BD-357AC2D16F89}"/>
                </a:ext>
              </a:extLst>
            </p:cNvPr>
            <p:cNvSpPr>
              <a:spLocks noChangeShapeType="1"/>
            </p:cNvSpPr>
            <p:nvPr/>
          </p:nvSpPr>
          <p:spPr bwMode="auto">
            <a:xfrm>
              <a:off x="4752" y="696"/>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0036" name="Rectangle 4">
              <a:extLst>
                <a:ext uri="{FF2B5EF4-FFF2-40B4-BE49-F238E27FC236}">
                  <a16:creationId xmlns:a16="http://schemas.microsoft.com/office/drawing/2014/main" id="{37D882A6-B5E4-48B8-93BE-89429B19BB3A}"/>
                </a:ext>
              </a:extLst>
            </p:cNvPr>
            <p:cNvSpPr>
              <a:spLocks noChangeArrowheads="1"/>
            </p:cNvSpPr>
            <p:nvPr/>
          </p:nvSpPr>
          <p:spPr bwMode="auto">
            <a:xfrm>
              <a:off x="1440" y="696"/>
              <a:ext cx="528" cy="336"/>
            </a:xfrm>
            <a:prstGeom prst="rect">
              <a:avLst/>
            </a:prstGeom>
            <a:solidFill>
              <a:srgbClr val="FF6600"/>
            </a:solid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0037" name="Text Box 5">
              <a:extLst>
                <a:ext uri="{FF2B5EF4-FFF2-40B4-BE49-F238E27FC236}">
                  <a16:creationId xmlns:a16="http://schemas.microsoft.com/office/drawing/2014/main" id="{9A88A483-9A21-471B-B76C-DCF089019275}"/>
                </a:ext>
              </a:extLst>
            </p:cNvPr>
            <p:cNvSpPr txBox="1">
              <a:spLocks noChangeArrowheads="1"/>
            </p:cNvSpPr>
            <p:nvPr/>
          </p:nvSpPr>
          <p:spPr bwMode="auto">
            <a:xfrm>
              <a:off x="771" y="696"/>
              <a:ext cx="385"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CC0000"/>
                  </a:solidFill>
                  <a:effectLst/>
                  <a:uLnTx/>
                  <a:uFillTx/>
                  <a:latin typeface="Arial Narrow" panose="020B0606020202030204" pitchFamily="34" charset="0"/>
                  <a:ea typeface="宋体" panose="02010600030101010101" pitchFamily="2" charset="-122"/>
                  <a:cs typeface="+mn-cs"/>
                </a:rPr>
                <a:t>AH</a:t>
              </a:r>
              <a:endParaRPr kumimoji="1" lang="en-US" altLang="zh-CN" sz="2400" b="0" i="0" u="none" strike="noStrike" kern="1200" cap="none" spc="0" normalizeH="0" baseline="0" noProof="0" dirty="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0038" name="Text Box 6">
              <a:extLst>
                <a:ext uri="{FF2B5EF4-FFF2-40B4-BE49-F238E27FC236}">
                  <a16:creationId xmlns:a16="http://schemas.microsoft.com/office/drawing/2014/main" id="{CBDC0E9B-E78B-4EA5-BF57-F0C99FF4DFA4}"/>
                </a:ext>
              </a:extLst>
            </p:cNvPr>
            <p:cNvSpPr txBox="1">
              <a:spLocks noChangeArrowheads="1"/>
            </p:cNvSpPr>
            <p:nvPr/>
          </p:nvSpPr>
          <p:spPr bwMode="auto">
            <a:xfrm>
              <a:off x="432" y="1992"/>
              <a:ext cx="385"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CC0000"/>
                  </a:solidFill>
                  <a:effectLst/>
                  <a:uLnTx/>
                  <a:uFillTx/>
                  <a:latin typeface="Arial Narrow" panose="020B0606020202030204" pitchFamily="34" charset="0"/>
                  <a:ea typeface="宋体" panose="02010600030101010101" pitchFamily="2" charset="-122"/>
                  <a:cs typeface="+mn-cs"/>
                </a:rPr>
                <a:t>BH</a:t>
              </a:r>
              <a:endParaRPr kumimoji="1" lang="en-US" altLang="zh-CN" sz="2400" b="0" i="0" u="none" strike="noStrike" kern="1200" cap="none" spc="0" normalizeH="0" baseline="0" noProof="0" dirty="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0039" name="Line 7">
              <a:extLst>
                <a:ext uri="{FF2B5EF4-FFF2-40B4-BE49-F238E27FC236}">
                  <a16:creationId xmlns:a16="http://schemas.microsoft.com/office/drawing/2014/main" id="{D1EA59CD-1EEA-434A-8041-56B073A562DE}"/>
                </a:ext>
              </a:extLst>
            </p:cNvPr>
            <p:cNvSpPr>
              <a:spLocks noChangeShapeType="1"/>
            </p:cNvSpPr>
            <p:nvPr/>
          </p:nvSpPr>
          <p:spPr bwMode="auto">
            <a:xfrm>
              <a:off x="1728" y="696"/>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0040" name="Rectangle 8">
              <a:extLst>
                <a:ext uri="{FF2B5EF4-FFF2-40B4-BE49-F238E27FC236}">
                  <a16:creationId xmlns:a16="http://schemas.microsoft.com/office/drawing/2014/main" id="{DEDEA814-8617-4B6A-9D56-8AA2DCF5586D}"/>
                </a:ext>
              </a:extLst>
            </p:cNvPr>
            <p:cNvSpPr>
              <a:spLocks noChangeArrowheads="1"/>
            </p:cNvSpPr>
            <p:nvPr/>
          </p:nvSpPr>
          <p:spPr bwMode="auto">
            <a:xfrm>
              <a:off x="4992" y="696"/>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0041" name="Rectangle 9">
              <a:extLst>
                <a:ext uri="{FF2B5EF4-FFF2-40B4-BE49-F238E27FC236}">
                  <a16:creationId xmlns:a16="http://schemas.microsoft.com/office/drawing/2014/main" id="{95032818-2CA0-4BC2-AD22-F2F8D58008F2}"/>
                </a:ext>
              </a:extLst>
            </p:cNvPr>
            <p:cNvSpPr>
              <a:spLocks noChangeArrowheads="1"/>
            </p:cNvSpPr>
            <p:nvPr/>
          </p:nvSpPr>
          <p:spPr bwMode="auto">
            <a:xfrm>
              <a:off x="1440" y="1464"/>
              <a:ext cx="528"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0042" name="Line 10">
              <a:extLst>
                <a:ext uri="{FF2B5EF4-FFF2-40B4-BE49-F238E27FC236}">
                  <a16:creationId xmlns:a16="http://schemas.microsoft.com/office/drawing/2014/main" id="{63BB49AD-9EAB-4EB8-A132-6B08B2BD500F}"/>
                </a:ext>
              </a:extLst>
            </p:cNvPr>
            <p:cNvSpPr>
              <a:spLocks noChangeShapeType="1"/>
            </p:cNvSpPr>
            <p:nvPr/>
          </p:nvSpPr>
          <p:spPr bwMode="auto">
            <a:xfrm>
              <a:off x="1728" y="1464"/>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0043" name="Rectangle 11">
              <a:extLst>
                <a:ext uri="{FF2B5EF4-FFF2-40B4-BE49-F238E27FC236}">
                  <a16:creationId xmlns:a16="http://schemas.microsoft.com/office/drawing/2014/main" id="{211FE913-8BD9-47D1-BAF9-9EB5FA3853E6}"/>
                </a:ext>
              </a:extLst>
            </p:cNvPr>
            <p:cNvSpPr>
              <a:spLocks noChangeArrowheads="1"/>
            </p:cNvSpPr>
            <p:nvPr/>
          </p:nvSpPr>
          <p:spPr bwMode="auto">
            <a:xfrm>
              <a:off x="1968" y="1464"/>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0044" name="Rectangle 12">
              <a:extLst>
                <a:ext uri="{FF2B5EF4-FFF2-40B4-BE49-F238E27FC236}">
                  <a16:creationId xmlns:a16="http://schemas.microsoft.com/office/drawing/2014/main" id="{219EF599-4DD7-44C8-A67F-F10325CA17CB}"/>
                </a:ext>
              </a:extLst>
            </p:cNvPr>
            <p:cNvSpPr>
              <a:spLocks noChangeArrowheads="1"/>
            </p:cNvSpPr>
            <p:nvPr/>
          </p:nvSpPr>
          <p:spPr bwMode="auto">
            <a:xfrm>
              <a:off x="2448" y="696"/>
              <a:ext cx="528"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0045" name="Line 13">
              <a:extLst>
                <a:ext uri="{FF2B5EF4-FFF2-40B4-BE49-F238E27FC236}">
                  <a16:creationId xmlns:a16="http://schemas.microsoft.com/office/drawing/2014/main" id="{AD795D2B-E7EA-49EE-B697-4D0162B221C5}"/>
                </a:ext>
              </a:extLst>
            </p:cNvPr>
            <p:cNvSpPr>
              <a:spLocks noChangeShapeType="1"/>
            </p:cNvSpPr>
            <p:nvPr/>
          </p:nvSpPr>
          <p:spPr bwMode="auto">
            <a:xfrm>
              <a:off x="2736" y="696"/>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0046" name="Rectangle 14">
              <a:extLst>
                <a:ext uri="{FF2B5EF4-FFF2-40B4-BE49-F238E27FC236}">
                  <a16:creationId xmlns:a16="http://schemas.microsoft.com/office/drawing/2014/main" id="{A0DACDA3-9821-4611-AF63-B847BBFC7C7E}"/>
                </a:ext>
              </a:extLst>
            </p:cNvPr>
            <p:cNvSpPr>
              <a:spLocks noChangeArrowheads="1"/>
            </p:cNvSpPr>
            <p:nvPr/>
          </p:nvSpPr>
          <p:spPr bwMode="auto">
            <a:xfrm>
              <a:off x="3984" y="696"/>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0047" name="Rectangle 15">
              <a:extLst>
                <a:ext uri="{FF2B5EF4-FFF2-40B4-BE49-F238E27FC236}">
                  <a16:creationId xmlns:a16="http://schemas.microsoft.com/office/drawing/2014/main" id="{FC01585F-E912-47FC-B32F-21197280FA30}"/>
                </a:ext>
              </a:extLst>
            </p:cNvPr>
            <p:cNvSpPr>
              <a:spLocks noChangeArrowheads="1"/>
            </p:cNvSpPr>
            <p:nvPr/>
          </p:nvSpPr>
          <p:spPr bwMode="auto">
            <a:xfrm>
              <a:off x="2448" y="1464"/>
              <a:ext cx="528"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0048" name="Line 16">
              <a:extLst>
                <a:ext uri="{FF2B5EF4-FFF2-40B4-BE49-F238E27FC236}">
                  <a16:creationId xmlns:a16="http://schemas.microsoft.com/office/drawing/2014/main" id="{B524E6F0-81A0-4351-8C43-92BF0AF0AA26}"/>
                </a:ext>
              </a:extLst>
            </p:cNvPr>
            <p:cNvSpPr>
              <a:spLocks noChangeShapeType="1"/>
            </p:cNvSpPr>
            <p:nvPr/>
          </p:nvSpPr>
          <p:spPr bwMode="auto">
            <a:xfrm>
              <a:off x="2736" y="1464"/>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0049" name="Rectangle 17">
              <a:extLst>
                <a:ext uri="{FF2B5EF4-FFF2-40B4-BE49-F238E27FC236}">
                  <a16:creationId xmlns:a16="http://schemas.microsoft.com/office/drawing/2014/main" id="{56471C8B-32E7-424A-B435-753F01D24B26}"/>
                </a:ext>
              </a:extLst>
            </p:cNvPr>
            <p:cNvSpPr>
              <a:spLocks noChangeArrowheads="1"/>
            </p:cNvSpPr>
            <p:nvPr/>
          </p:nvSpPr>
          <p:spPr bwMode="auto">
            <a:xfrm>
              <a:off x="2976" y="1464"/>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0050" name="Rectangle 18">
              <a:extLst>
                <a:ext uri="{FF2B5EF4-FFF2-40B4-BE49-F238E27FC236}">
                  <a16:creationId xmlns:a16="http://schemas.microsoft.com/office/drawing/2014/main" id="{5154AAA6-6972-4BD4-8386-2654EA3FAA17}"/>
                </a:ext>
              </a:extLst>
            </p:cNvPr>
            <p:cNvSpPr>
              <a:spLocks noChangeArrowheads="1"/>
            </p:cNvSpPr>
            <p:nvPr/>
          </p:nvSpPr>
          <p:spPr bwMode="auto">
            <a:xfrm>
              <a:off x="3456" y="696"/>
              <a:ext cx="576"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0051" name="Line 19">
              <a:extLst>
                <a:ext uri="{FF2B5EF4-FFF2-40B4-BE49-F238E27FC236}">
                  <a16:creationId xmlns:a16="http://schemas.microsoft.com/office/drawing/2014/main" id="{A9964DA7-E75B-4E61-9039-0FC30C22EC0B}"/>
                </a:ext>
              </a:extLst>
            </p:cNvPr>
            <p:cNvSpPr>
              <a:spLocks noChangeShapeType="1"/>
            </p:cNvSpPr>
            <p:nvPr/>
          </p:nvSpPr>
          <p:spPr bwMode="auto">
            <a:xfrm>
              <a:off x="3744" y="696"/>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0052" name="Rectangle 20">
              <a:extLst>
                <a:ext uri="{FF2B5EF4-FFF2-40B4-BE49-F238E27FC236}">
                  <a16:creationId xmlns:a16="http://schemas.microsoft.com/office/drawing/2014/main" id="{CF6E7D7F-CB2E-4900-903F-E1A3D7F330FF}"/>
                </a:ext>
              </a:extLst>
            </p:cNvPr>
            <p:cNvSpPr>
              <a:spLocks noChangeArrowheads="1"/>
            </p:cNvSpPr>
            <p:nvPr/>
          </p:nvSpPr>
          <p:spPr bwMode="auto">
            <a:xfrm>
              <a:off x="4032" y="696"/>
              <a:ext cx="192"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0053" name="Rectangle 21">
              <a:extLst>
                <a:ext uri="{FF2B5EF4-FFF2-40B4-BE49-F238E27FC236}">
                  <a16:creationId xmlns:a16="http://schemas.microsoft.com/office/drawing/2014/main" id="{FC2030C0-3429-4955-87B6-B786BD20C026}"/>
                </a:ext>
              </a:extLst>
            </p:cNvPr>
            <p:cNvSpPr>
              <a:spLocks noChangeArrowheads="1"/>
            </p:cNvSpPr>
            <p:nvPr/>
          </p:nvSpPr>
          <p:spPr bwMode="auto">
            <a:xfrm>
              <a:off x="3456" y="1464"/>
              <a:ext cx="576"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0054" name="Line 22">
              <a:extLst>
                <a:ext uri="{FF2B5EF4-FFF2-40B4-BE49-F238E27FC236}">
                  <a16:creationId xmlns:a16="http://schemas.microsoft.com/office/drawing/2014/main" id="{1BFF30B8-07FF-491D-9A6A-0AA435FC8F57}"/>
                </a:ext>
              </a:extLst>
            </p:cNvPr>
            <p:cNvSpPr>
              <a:spLocks noChangeShapeType="1"/>
            </p:cNvSpPr>
            <p:nvPr/>
          </p:nvSpPr>
          <p:spPr bwMode="auto">
            <a:xfrm>
              <a:off x="3744" y="1464"/>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0055" name="Rectangle 23">
              <a:extLst>
                <a:ext uri="{FF2B5EF4-FFF2-40B4-BE49-F238E27FC236}">
                  <a16:creationId xmlns:a16="http://schemas.microsoft.com/office/drawing/2014/main" id="{2D25E237-7CCD-48BF-BE25-283671731EA6}"/>
                </a:ext>
              </a:extLst>
            </p:cNvPr>
            <p:cNvSpPr>
              <a:spLocks noChangeArrowheads="1"/>
            </p:cNvSpPr>
            <p:nvPr/>
          </p:nvSpPr>
          <p:spPr bwMode="auto">
            <a:xfrm>
              <a:off x="4032" y="1464"/>
              <a:ext cx="192"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0056" name="Rectangle 24">
              <a:extLst>
                <a:ext uri="{FF2B5EF4-FFF2-40B4-BE49-F238E27FC236}">
                  <a16:creationId xmlns:a16="http://schemas.microsoft.com/office/drawing/2014/main" id="{628DABA3-ECD8-4B65-AF03-B74BFBA2A55D}"/>
                </a:ext>
              </a:extLst>
            </p:cNvPr>
            <p:cNvSpPr>
              <a:spLocks noChangeArrowheads="1"/>
            </p:cNvSpPr>
            <p:nvPr/>
          </p:nvSpPr>
          <p:spPr bwMode="auto">
            <a:xfrm>
              <a:off x="4464" y="1464"/>
              <a:ext cx="576"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0057" name="Line 25">
              <a:extLst>
                <a:ext uri="{FF2B5EF4-FFF2-40B4-BE49-F238E27FC236}">
                  <a16:creationId xmlns:a16="http://schemas.microsoft.com/office/drawing/2014/main" id="{34888629-BAA1-48B4-8D0D-30046C06365E}"/>
                </a:ext>
              </a:extLst>
            </p:cNvPr>
            <p:cNvSpPr>
              <a:spLocks noChangeShapeType="1"/>
            </p:cNvSpPr>
            <p:nvPr/>
          </p:nvSpPr>
          <p:spPr bwMode="auto">
            <a:xfrm>
              <a:off x="4752" y="1464"/>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0058" name="Rectangle 26">
              <a:extLst>
                <a:ext uri="{FF2B5EF4-FFF2-40B4-BE49-F238E27FC236}">
                  <a16:creationId xmlns:a16="http://schemas.microsoft.com/office/drawing/2014/main" id="{EF1B4123-A1B4-45A0-B97F-00121C061583}"/>
                </a:ext>
              </a:extLst>
            </p:cNvPr>
            <p:cNvSpPr>
              <a:spLocks noChangeArrowheads="1"/>
            </p:cNvSpPr>
            <p:nvPr/>
          </p:nvSpPr>
          <p:spPr bwMode="auto">
            <a:xfrm>
              <a:off x="5040" y="1464"/>
              <a:ext cx="192"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0059" name="Line 27">
              <a:extLst>
                <a:ext uri="{FF2B5EF4-FFF2-40B4-BE49-F238E27FC236}">
                  <a16:creationId xmlns:a16="http://schemas.microsoft.com/office/drawing/2014/main" id="{7E96A99D-A26E-4088-B5AE-C0F8AD33E421}"/>
                </a:ext>
              </a:extLst>
            </p:cNvPr>
            <p:cNvSpPr>
              <a:spLocks noChangeShapeType="1"/>
            </p:cNvSpPr>
            <p:nvPr/>
          </p:nvSpPr>
          <p:spPr bwMode="auto">
            <a:xfrm>
              <a:off x="1200" y="888"/>
              <a:ext cx="240" cy="0"/>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0060" name="Line 28">
              <a:extLst>
                <a:ext uri="{FF2B5EF4-FFF2-40B4-BE49-F238E27FC236}">
                  <a16:creationId xmlns:a16="http://schemas.microsoft.com/office/drawing/2014/main" id="{53F7912F-31F8-427E-A5CB-3452C8F58889}"/>
                </a:ext>
              </a:extLst>
            </p:cNvPr>
            <p:cNvSpPr>
              <a:spLocks noChangeShapeType="1"/>
            </p:cNvSpPr>
            <p:nvPr/>
          </p:nvSpPr>
          <p:spPr bwMode="auto">
            <a:xfrm>
              <a:off x="2064" y="1656"/>
              <a:ext cx="384" cy="0"/>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0061" name="Line 29">
              <a:extLst>
                <a:ext uri="{FF2B5EF4-FFF2-40B4-BE49-F238E27FC236}">
                  <a16:creationId xmlns:a16="http://schemas.microsoft.com/office/drawing/2014/main" id="{D5D5A436-78B1-49A8-8A10-CBBEF58071BA}"/>
                </a:ext>
              </a:extLst>
            </p:cNvPr>
            <p:cNvSpPr>
              <a:spLocks noChangeShapeType="1"/>
            </p:cNvSpPr>
            <p:nvPr/>
          </p:nvSpPr>
          <p:spPr bwMode="auto">
            <a:xfrm>
              <a:off x="3120" y="1656"/>
              <a:ext cx="336" cy="0"/>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0062" name="Line 30">
              <a:extLst>
                <a:ext uri="{FF2B5EF4-FFF2-40B4-BE49-F238E27FC236}">
                  <a16:creationId xmlns:a16="http://schemas.microsoft.com/office/drawing/2014/main" id="{F7C9C0F3-A616-4E28-BF2A-320B3E621D0E}"/>
                </a:ext>
              </a:extLst>
            </p:cNvPr>
            <p:cNvSpPr>
              <a:spLocks noChangeShapeType="1"/>
            </p:cNvSpPr>
            <p:nvPr/>
          </p:nvSpPr>
          <p:spPr bwMode="auto">
            <a:xfrm>
              <a:off x="4128" y="1656"/>
              <a:ext cx="336" cy="0"/>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0063" name="Line 31">
              <a:extLst>
                <a:ext uri="{FF2B5EF4-FFF2-40B4-BE49-F238E27FC236}">
                  <a16:creationId xmlns:a16="http://schemas.microsoft.com/office/drawing/2014/main" id="{F2E657A8-FDE0-4958-9212-D3EED2CE3AAF}"/>
                </a:ext>
              </a:extLst>
            </p:cNvPr>
            <p:cNvSpPr>
              <a:spLocks noChangeShapeType="1"/>
            </p:cNvSpPr>
            <p:nvPr/>
          </p:nvSpPr>
          <p:spPr bwMode="auto">
            <a:xfrm>
              <a:off x="4128" y="888"/>
              <a:ext cx="336" cy="0"/>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0064" name="Text Box 32">
              <a:extLst>
                <a:ext uri="{FF2B5EF4-FFF2-40B4-BE49-F238E27FC236}">
                  <a16:creationId xmlns:a16="http://schemas.microsoft.com/office/drawing/2014/main" id="{52A2540A-3814-43D9-928C-B508DBE2EA73}"/>
                </a:ext>
              </a:extLst>
            </p:cNvPr>
            <p:cNvSpPr txBox="1">
              <a:spLocks noChangeArrowheads="1"/>
            </p:cNvSpPr>
            <p:nvPr/>
          </p:nvSpPr>
          <p:spPr bwMode="auto">
            <a:xfrm>
              <a:off x="5009" y="667"/>
              <a:ext cx="27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0065" name="Text Box 33">
              <a:extLst>
                <a:ext uri="{FF2B5EF4-FFF2-40B4-BE49-F238E27FC236}">
                  <a16:creationId xmlns:a16="http://schemas.microsoft.com/office/drawing/2014/main" id="{B888281B-731E-48A3-B25B-8F7246835478}"/>
                </a:ext>
              </a:extLst>
            </p:cNvPr>
            <p:cNvSpPr txBox="1">
              <a:spLocks noChangeArrowheads="1"/>
            </p:cNvSpPr>
            <p:nvPr/>
          </p:nvSpPr>
          <p:spPr bwMode="auto">
            <a:xfrm>
              <a:off x="5009" y="1435"/>
              <a:ext cx="27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0066" name="Text Box 34">
              <a:extLst>
                <a:ext uri="{FF2B5EF4-FFF2-40B4-BE49-F238E27FC236}">
                  <a16:creationId xmlns:a16="http://schemas.microsoft.com/office/drawing/2014/main" id="{26BAE90E-08A4-4CD1-865A-96EA34F2AAC8}"/>
                </a:ext>
              </a:extLst>
            </p:cNvPr>
            <p:cNvSpPr txBox="1">
              <a:spLocks noChangeArrowheads="1"/>
            </p:cNvSpPr>
            <p:nvPr/>
          </p:nvSpPr>
          <p:spPr bwMode="auto">
            <a:xfrm>
              <a:off x="817" y="2798"/>
              <a:ext cx="385"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CC0000"/>
                  </a:solidFill>
                  <a:effectLst/>
                  <a:uLnTx/>
                  <a:uFillTx/>
                  <a:latin typeface="Arial Narrow" panose="020B0606020202030204" pitchFamily="34" charset="0"/>
                  <a:ea typeface="宋体" panose="02010600030101010101" pitchFamily="2" charset="-122"/>
                  <a:cs typeface="+mn-cs"/>
                </a:rPr>
                <a:t>CH</a:t>
              </a:r>
              <a:endParaRPr kumimoji="1" lang="en-US" altLang="zh-CN" sz="2400" b="0" i="0" u="none" strike="noStrike" kern="1200" cap="none" spc="0" normalizeH="0" baseline="0" noProof="0" dirty="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0067" name="Rectangle 35">
              <a:extLst>
                <a:ext uri="{FF2B5EF4-FFF2-40B4-BE49-F238E27FC236}">
                  <a16:creationId xmlns:a16="http://schemas.microsoft.com/office/drawing/2014/main" id="{C5F93337-F5BF-4F3E-A9CD-2741087CBD1A}"/>
                </a:ext>
              </a:extLst>
            </p:cNvPr>
            <p:cNvSpPr>
              <a:spLocks noChangeArrowheads="1"/>
            </p:cNvSpPr>
            <p:nvPr/>
          </p:nvSpPr>
          <p:spPr bwMode="auto">
            <a:xfrm>
              <a:off x="1440" y="2789"/>
              <a:ext cx="528" cy="336"/>
            </a:xfrm>
            <a:prstGeom prst="rect">
              <a:avLst/>
            </a:prstGeom>
            <a:solidFill>
              <a:srgbClr val="FF6600"/>
            </a:solid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0068" name="Line 36">
              <a:extLst>
                <a:ext uri="{FF2B5EF4-FFF2-40B4-BE49-F238E27FC236}">
                  <a16:creationId xmlns:a16="http://schemas.microsoft.com/office/drawing/2014/main" id="{B6ED8F7E-93F4-4B0A-832C-8E640460A251}"/>
                </a:ext>
              </a:extLst>
            </p:cNvPr>
            <p:cNvSpPr>
              <a:spLocks noChangeShapeType="1"/>
            </p:cNvSpPr>
            <p:nvPr/>
          </p:nvSpPr>
          <p:spPr bwMode="auto">
            <a:xfrm>
              <a:off x="1728" y="2792"/>
              <a:ext cx="0" cy="319"/>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0069" name="Rectangle 37">
              <a:extLst>
                <a:ext uri="{FF2B5EF4-FFF2-40B4-BE49-F238E27FC236}">
                  <a16:creationId xmlns:a16="http://schemas.microsoft.com/office/drawing/2014/main" id="{546A082E-6A57-4EAA-A60F-94DA71D6A145}"/>
                </a:ext>
              </a:extLst>
            </p:cNvPr>
            <p:cNvSpPr>
              <a:spLocks noChangeArrowheads="1"/>
            </p:cNvSpPr>
            <p:nvPr/>
          </p:nvSpPr>
          <p:spPr bwMode="auto">
            <a:xfrm>
              <a:off x="1968" y="2789"/>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0076" name="Line 44">
              <a:extLst>
                <a:ext uri="{FF2B5EF4-FFF2-40B4-BE49-F238E27FC236}">
                  <a16:creationId xmlns:a16="http://schemas.microsoft.com/office/drawing/2014/main" id="{F1E72832-5BFC-4234-8EFD-7F467B56E0C0}"/>
                </a:ext>
              </a:extLst>
            </p:cNvPr>
            <p:cNvSpPr>
              <a:spLocks noChangeShapeType="1"/>
            </p:cNvSpPr>
            <p:nvPr/>
          </p:nvSpPr>
          <p:spPr bwMode="auto">
            <a:xfrm>
              <a:off x="1200" y="2981"/>
              <a:ext cx="240" cy="0"/>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0092" name="Text Box 60">
              <a:extLst>
                <a:ext uri="{FF2B5EF4-FFF2-40B4-BE49-F238E27FC236}">
                  <a16:creationId xmlns:a16="http://schemas.microsoft.com/office/drawing/2014/main" id="{C3E70C6F-2E6B-4B0A-8A4B-591FCA184BC8}"/>
                </a:ext>
              </a:extLst>
            </p:cNvPr>
            <p:cNvSpPr txBox="1">
              <a:spLocks noChangeArrowheads="1"/>
            </p:cNvSpPr>
            <p:nvPr/>
          </p:nvSpPr>
          <p:spPr bwMode="auto">
            <a:xfrm>
              <a:off x="2476" y="667"/>
              <a:ext cx="50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1  0</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0094" name="Text Box 62">
              <a:extLst>
                <a:ext uri="{FF2B5EF4-FFF2-40B4-BE49-F238E27FC236}">
                  <a16:creationId xmlns:a16="http://schemas.microsoft.com/office/drawing/2014/main" id="{C21116A3-4B99-4A13-A302-690200F7C115}"/>
                </a:ext>
              </a:extLst>
            </p:cNvPr>
            <p:cNvSpPr txBox="1">
              <a:spLocks noChangeArrowheads="1"/>
            </p:cNvSpPr>
            <p:nvPr/>
          </p:nvSpPr>
          <p:spPr bwMode="auto">
            <a:xfrm>
              <a:off x="1440" y="1435"/>
              <a:ext cx="52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-1 4</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0096" name="Text Box 64">
              <a:extLst>
                <a:ext uri="{FF2B5EF4-FFF2-40B4-BE49-F238E27FC236}">
                  <a16:creationId xmlns:a16="http://schemas.microsoft.com/office/drawing/2014/main" id="{06C23FC6-6B79-4E01-99CE-B19D6EE7DDE2}"/>
                </a:ext>
              </a:extLst>
            </p:cNvPr>
            <p:cNvSpPr txBox="1">
              <a:spLocks noChangeArrowheads="1"/>
            </p:cNvSpPr>
            <p:nvPr/>
          </p:nvSpPr>
          <p:spPr bwMode="auto">
            <a:xfrm>
              <a:off x="3456" y="667"/>
              <a:ext cx="52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-3 6</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0097" name="Text Box 65">
              <a:extLst>
                <a:ext uri="{FF2B5EF4-FFF2-40B4-BE49-F238E27FC236}">
                  <a16:creationId xmlns:a16="http://schemas.microsoft.com/office/drawing/2014/main" id="{EB70405C-209E-495E-A8CA-0C9CE085EF18}"/>
                </a:ext>
              </a:extLst>
            </p:cNvPr>
            <p:cNvSpPr txBox="1">
              <a:spLocks noChangeArrowheads="1"/>
            </p:cNvSpPr>
            <p:nvPr/>
          </p:nvSpPr>
          <p:spPr bwMode="auto">
            <a:xfrm>
              <a:off x="2476" y="1435"/>
              <a:ext cx="50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3  6</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0098" name="Text Box 66">
              <a:extLst>
                <a:ext uri="{FF2B5EF4-FFF2-40B4-BE49-F238E27FC236}">
                  <a16:creationId xmlns:a16="http://schemas.microsoft.com/office/drawing/2014/main" id="{14467D28-528A-40AB-9E3A-9E540E7DE10F}"/>
                </a:ext>
              </a:extLst>
            </p:cNvPr>
            <p:cNvSpPr txBox="1">
              <a:spLocks noChangeArrowheads="1"/>
            </p:cNvSpPr>
            <p:nvPr/>
          </p:nvSpPr>
          <p:spPr bwMode="auto">
            <a:xfrm>
              <a:off x="3431" y="1435"/>
              <a:ext cx="649"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-9 10</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0099" name="Text Box 67">
              <a:extLst>
                <a:ext uri="{FF2B5EF4-FFF2-40B4-BE49-F238E27FC236}">
                  <a16:creationId xmlns:a16="http://schemas.microsoft.com/office/drawing/2014/main" id="{B7DB1BB2-7CB9-4C14-BA09-F89A13F3622D}"/>
                </a:ext>
              </a:extLst>
            </p:cNvPr>
            <p:cNvSpPr txBox="1">
              <a:spLocks noChangeArrowheads="1"/>
            </p:cNvSpPr>
            <p:nvPr/>
          </p:nvSpPr>
          <p:spPr bwMode="auto">
            <a:xfrm>
              <a:off x="4476" y="667"/>
              <a:ext cx="56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7 12</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0101" name="Text Box 69">
              <a:extLst>
                <a:ext uri="{FF2B5EF4-FFF2-40B4-BE49-F238E27FC236}">
                  <a16:creationId xmlns:a16="http://schemas.microsoft.com/office/drawing/2014/main" id="{07A347E0-479B-4573-A54E-80C183DA7B3A}"/>
                </a:ext>
              </a:extLst>
            </p:cNvPr>
            <p:cNvSpPr txBox="1">
              <a:spLocks noChangeArrowheads="1"/>
            </p:cNvSpPr>
            <p:nvPr/>
          </p:nvSpPr>
          <p:spPr bwMode="auto">
            <a:xfrm>
              <a:off x="4524" y="1435"/>
              <a:ext cx="56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8 14</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0103" name="Line 71">
              <a:extLst>
                <a:ext uri="{FF2B5EF4-FFF2-40B4-BE49-F238E27FC236}">
                  <a16:creationId xmlns:a16="http://schemas.microsoft.com/office/drawing/2014/main" id="{F9D9FDAC-77AE-4D88-92FB-CF88F30BDAB1}"/>
                </a:ext>
              </a:extLst>
            </p:cNvPr>
            <p:cNvSpPr>
              <a:spLocks noChangeShapeType="1"/>
            </p:cNvSpPr>
            <p:nvPr/>
          </p:nvSpPr>
          <p:spPr bwMode="auto">
            <a:xfrm flipH="1">
              <a:off x="2575" y="456"/>
              <a:ext cx="240" cy="240"/>
            </a:xfrm>
            <a:prstGeom prst="line">
              <a:avLst/>
            </a:prstGeom>
            <a:noFill/>
            <a:ln w="38100">
              <a:solidFill>
                <a:schemeClr val="accent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0104" name="Text Box 72">
              <a:extLst>
                <a:ext uri="{FF2B5EF4-FFF2-40B4-BE49-F238E27FC236}">
                  <a16:creationId xmlns:a16="http://schemas.microsoft.com/office/drawing/2014/main" id="{5E69E59A-2C09-46DB-B486-4ED486590158}"/>
                </a:ext>
              </a:extLst>
            </p:cNvPr>
            <p:cNvSpPr txBox="1">
              <a:spLocks noChangeArrowheads="1"/>
            </p:cNvSpPr>
            <p:nvPr/>
          </p:nvSpPr>
          <p:spPr bwMode="auto">
            <a:xfrm>
              <a:off x="2815" y="273"/>
              <a:ext cx="353"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3366FF"/>
                  </a:solidFill>
                  <a:effectLst/>
                  <a:uLnTx/>
                  <a:uFillTx/>
                  <a:latin typeface="Times New Roman" panose="02020603050405020304" pitchFamily="18" charset="0"/>
                  <a:ea typeface="宋体" panose="02010600030101010101" pitchFamily="2" charset="-122"/>
                  <a:cs typeface="+mn-cs"/>
                </a:rPr>
                <a:t>pa</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0107" name="Rectangle 75">
              <a:extLst>
                <a:ext uri="{FF2B5EF4-FFF2-40B4-BE49-F238E27FC236}">
                  <a16:creationId xmlns:a16="http://schemas.microsoft.com/office/drawing/2014/main" id="{F6A14788-49BA-46E1-84E3-6A7C9C7F15CB}"/>
                </a:ext>
              </a:extLst>
            </p:cNvPr>
            <p:cNvSpPr>
              <a:spLocks noChangeArrowheads="1"/>
            </p:cNvSpPr>
            <p:nvPr/>
          </p:nvSpPr>
          <p:spPr bwMode="auto">
            <a:xfrm>
              <a:off x="2976" y="696"/>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0108" name="Rectangle 76">
              <a:extLst>
                <a:ext uri="{FF2B5EF4-FFF2-40B4-BE49-F238E27FC236}">
                  <a16:creationId xmlns:a16="http://schemas.microsoft.com/office/drawing/2014/main" id="{F80CEC86-6123-450E-8F9D-60332601566D}"/>
                </a:ext>
              </a:extLst>
            </p:cNvPr>
            <p:cNvSpPr>
              <a:spLocks noChangeArrowheads="1"/>
            </p:cNvSpPr>
            <p:nvPr/>
          </p:nvSpPr>
          <p:spPr bwMode="auto">
            <a:xfrm>
              <a:off x="1968" y="696"/>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0109" name="Line 77">
              <a:extLst>
                <a:ext uri="{FF2B5EF4-FFF2-40B4-BE49-F238E27FC236}">
                  <a16:creationId xmlns:a16="http://schemas.microsoft.com/office/drawing/2014/main" id="{520928E8-4D5E-42F0-BEA7-3022CEBA1101}"/>
                </a:ext>
              </a:extLst>
            </p:cNvPr>
            <p:cNvSpPr>
              <a:spLocks noChangeShapeType="1"/>
            </p:cNvSpPr>
            <p:nvPr/>
          </p:nvSpPr>
          <p:spPr bwMode="auto">
            <a:xfrm>
              <a:off x="3072" y="888"/>
              <a:ext cx="384" cy="0"/>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0110" name="Line 78">
              <a:extLst>
                <a:ext uri="{FF2B5EF4-FFF2-40B4-BE49-F238E27FC236}">
                  <a16:creationId xmlns:a16="http://schemas.microsoft.com/office/drawing/2014/main" id="{E34A5BAE-1BF5-49D4-82D5-22F096C358AC}"/>
                </a:ext>
              </a:extLst>
            </p:cNvPr>
            <p:cNvSpPr>
              <a:spLocks noChangeShapeType="1"/>
            </p:cNvSpPr>
            <p:nvPr/>
          </p:nvSpPr>
          <p:spPr bwMode="auto">
            <a:xfrm>
              <a:off x="2064" y="888"/>
              <a:ext cx="384"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0111" name="Line 79">
              <a:extLst>
                <a:ext uri="{FF2B5EF4-FFF2-40B4-BE49-F238E27FC236}">
                  <a16:creationId xmlns:a16="http://schemas.microsoft.com/office/drawing/2014/main" id="{04E9EDD9-5D86-4CA7-94EE-705650703BC8}"/>
                </a:ext>
              </a:extLst>
            </p:cNvPr>
            <p:cNvSpPr>
              <a:spLocks noChangeShapeType="1"/>
            </p:cNvSpPr>
            <p:nvPr/>
          </p:nvSpPr>
          <p:spPr bwMode="auto">
            <a:xfrm>
              <a:off x="1604" y="2608"/>
              <a:ext cx="192" cy="192"/>
            </a:xfrm>
            <a:prstGeom prst="line">
              <a:avLst/>
            </a:prstGeom>
            <a:noFill/>
            <a:ln w="38100">
              <a:solidFill>
                <a:srgbClr val="009900"/>
              </a:solidFill>
              <a:round/>
              <a:headEnd/>
              <a:tailEnd type="triangl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0112" name="Text Box 80">
              <a:extLst>
                <a:ext uri="{FF2B5EF4-FFF2-40B4-BE49-F238E27FC236}">
                  <a16:creationId xmlns:a16="http://schemas.microsoft.com/office/drawing/2014/main" id="{DBCE2DF3-E46F-48D8-A9AC-E5471E53357F}"/>
                </a:ext>
              </a:extLst>
            </p:cNvPr>
            <p:cNvSpPr txBox="1">
              <a:spLocks noChangeArrowheads="1"/>
            </p:cNvSpPr>
            <p:nvPr/>
          </p:nvSpPr>
          <p:spPr bwMode="auto">
            <a:xfrm>
              <a:off x="1254" y="2380"/>
              <a:ext cx="340" cy="327"/>
            </a:xfrm>
            <a:prstGeom prst="rect">
              <a:avLst/>
            </a:prstGeom>
            <a:solidFill>
              <a:srgbClr val="FFFFFF"/>
            </a:solidFill>
            <a:ln>
              <a:noFill/>
            </a:ln>
            <a:effectLst/>
            <a:extLs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008080"/>
                  </a:solidFill>
                  <a:effectLst/>
                  <a:uLnTx/>
                  <a:uFillTx/>
                  <a:latin typeface="Times New Roman" panose="02020603050405020304" pitchFamily="18" charset="0"/>
                  <a:ea typeface="宋体" panose="02010600030101010101" pitchFamily="2" charset="-122"/>
                  <a:cs typeface="+mn-cs"/>
                </a:rPr>
                <a:t>pc</a:t>
              </a:r>
              <a:endParaRPr kumimoji="1" lang="en-US" altLang="zh-CN" sz="2400" b="0" i="0" u="none" strike="noStrike" kern="1200" cap="none" spc="0" normalizeH="0" baseline="0" noProof="0" dirty="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0113" name="Rectangle 81">
              <a:extLst>
                <a:ext uri="{FF2B5EF4-FFF2-40B4-BE49-F238E27FC236}">
                  <a16:creationId xmlns:a16="http://schemas.microsoft.com/office/drawing/2014/main" id="{C332A304-C76F-4B34-90DA-B20EC300C539}"/>
                </a:ext>
              </a:extLst>
            </p:cNvPr>
            <p:cNvSpPr>
              <a:spLocks noChangeArrowheads="1"/>
            </p:cNvSpPr>
            <p:nvPr/>
          </p:nvSpPr>
          <p:spPr bwMode="auto">
            <a:xfrm>
              <a:off x="432" y="1464"/>
              <a:ext cx="528" cy="336"/>
            </a:xfrm>
            <a:prstGeom prst="rect">
              <a:avLst/>
            </a:prstGeom>
            <a:solidFill>
              <a:srgbClr val="FF6600"/>
            </a:solid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0114" name="Line 82">
              <a:extLst>
                <a:ext uri="{FF2B5EF4-FFF2-40B4-BE49-F238E27FC236}">
                  <a16:creationId xmlns:a16="http://schemas.microsoft.com/office/drawing/2014/main" id="{82F62C75-C758-4560-AE0C-BD17BD650253}"/>
                </a:ext>
              </a:extLst>
            </p:cNvPr>
            <p:cNvSpPr>
              <a:spLocks noChangeShapeType="1"/>
            </p:cNvSpPr>
            <p:nvPr/>
          </p:nvSpPr>
          <p:spPr bwMode="auto">
            <a:xfrm>
              <a:off x="720" y="1464"/>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0115" name="Rectangle 83">
              <a:extLst>
                <a:ext uri="{FF2B5EF4-FFF2-40B4-BE49-F238E27FC236}">
                  <a16:creationId xmlns:a16="http://schemas.microsoft.com/office/drawing/2014/main" id="{1BE70D33-2A48-4A45-8ABE-B5C135532E6F}"/>
                </a:ext>
              </a:extLst>
            </p:cNvPr>
            <p:cNvSpPr>
              <a:spLocks noChangeArrowheads="1"/>
            </p:cNvSpPr>
            <p:nvPr/>
          </p:nvSpPr>
          <p:spPr bwMode="auto">
            <a:xfrm>
              <a:off x="960" y="1464"/>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0116" name="Line 84">
              <a:extLst>
                <a:ext uri="{FF2B5EF4-FFF2-40B4-BE49-F238E27FC236}">
                  <a16:creationId xmlns:a16="http://schemas.microsoft.com/office/drawing/2014/main" id="{A1665338-45B2-489E-BCFB-2F7FB32F33A8}"/>
                </a:ext>
              </a:extLst>
            </p:cNvPr>
            <p:cNvSpPr>
              <a:spLocks noChangeShapeType="1"/>
            </p:cNvSpPr>
            <p:nvPr/>
          </p:nvSpPr>
          <p:spPr bwMode="auto">
            <a:xfrm>
              <a:off x="1104" y="1656"/>
              <a:ext cx="336"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0117" name="Line 85">
              <a:extLst>
                <a:ext uri="{FF2B5EF4-FFF2-40B4-BE49-F238E27FC236}">
                  <a16:creationId xmlns:a16="http://schemas.microsoft.com/office/drawing/2014/main" id="{92BAE4ED-77BD-4020-8C9D-3CC066B1D397}"/>
                </a:ext>
              </a:extLst>
            </p:cNvPr>
            <p:cNvSpPr>
              <a:spLocks noChangeShapeType="1"/>
            </p:cNvSpPr>
            <p:nvPr/>
          </p:nvSpPr>
          <p:spPr bwMode="auto">
            <a:xfrm flipV="1">
              <a:off x="672" y="1848"/>
              <a:ext cx="0" cy="192"/>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0121" name="Line 89">
              <a:extLst>
                <a:ext uri="{FF2B5EF4-FFF2-40B4-BE49-F238E27FC236}">
                  <a16:creationId xmlns:a16="http://schemas.microsoft.com/office/drawing/2014/main" id="{E914BBA8-B214-44B6-9E28-366D520ED117}"/>
                </a:ext>
              </a:extLst>
            </p:cNvPr>
            <p:cNvSpPr>
              <a:spLocks noChangeShapeType="1"/>
            </p:cNvSpPr>
            <p:nvPr/>
          </p:nvSpPr>
          <p:spPr bwMode="auto">
            <a:xfrm flipH="1" flipV="1">
              <a:off x="1602" y="1848"/>
              <a:ext cx="240" cy="240"/>
            </a:xfrm>
            <a:prstGeom prst="line">
              <a:avLst/>
            </a:prstGeom>
            <a:noFill/>
            <a:ln w="38100">
              <a:solidFill>
                <a:schemeClr val="accent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0122" name="Text Box 90">
              <a:extLst>
                <a:ext uri="{FF2B5EF4-FFF2-40B4-BE49-F238E27FC236}">
                  <a16:creationId xmlns:a16="http://schemas.microsoft.com/office/drawing/2014/main" id="{B72BBBFD-1D82-4DE7-B274-71A07EA5EF47}"/>
                </a:ext>
              </a:extLst>
            </p:cNvPr>
            <p:cNvSpPr txBox="1">
              <a:spLocks noChangeArrowheads="1"/>
            </p:cNvSpPr>
            <p:nvPr/>
          </p:nvSpPr>
          <p:spPr bwMode="auto">
            <a:xfrm>
              <a:off x="1842" y="1905"/>
              <a:ext cx="36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3366FF"/>
                  </a:solidFill>
                  <a:effectLst/>
                  <a:uLnTx/>
                  <a:uFillTx/>
                  <a:latin typeface="Times New Roman" panose="02020603050405020304" pitchFamily="18" charset="0"/>
                  <a:ea typeface="宋体" panose="02010600030101010101" pitchFamily="2" charset="-122"/>
                  <a:cs typeface="+mn-cs"/>
                </a:rPr>
                <a:t>pb</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0125" name="Text Box 93">
              <a:extLst>
                <a:ext uri="{FF2B5EF4-FFF2-40B4-BE49-F238E27FC236}">
                  <a16:creationId xmlns:a16="http://schemas.microsoft.com/office/drawing/2014/main" id="{EE2534BE-4DB8-430D-A62E-A599F025A919}"/>
                </a:ext>
              </a:extLst>
            </p:cNvPr>
            <p:cNvSpPr txBox="1">
              <a:spLocks noChangeArrowheads="1"/>
            </p:cNvSpPr>
            <p:nvPr/>
          </p:nvSpPr>
          <p:spPr bwMode="auto">
            <a:xfrm>
              <a:off x="1954" y="2728"/>
              <a:ext cx="27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grpSp>
    </p:spTree>
  </p:cSld>
  <p:clrMapOvr>
    <a:masterClrMapping/>
  </p:clrMapOvr>
  <p:transition>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1148" name="Group 92">
            <a:extLst>
              <a:ext uri="{FF2B5EF4-FFF2-40B4-BE49-F238E27FC236}">
                <a16:creationId xmlns:a16="http://schemas.microsoft.com/office/drawing/2014/main" id="{F8337B60-3E9E-4088-9340-0417C28C17E9}"/>
              </a:ext>
            </a:extLst>
          </p:cNvPr>
          <p:cNvGrpSpPr>
            <a:grpSpLocks/>
          </p:cNvGrpSpPr>
          <p:nvPr/>
        </p:nvGrpSpPr>
        <p:grpSpPr bwMode="auto">
          <a:xfrm>
            <a:off x="590550" y="433388"/>
            <a:ext cx="7715250" cy="5670550"/>
            <a:chOff x="372" y="273"/>
            <a:chExt cx="4860" cy="3572"/>
          </a:xfrm>
        </p:grpSpPr>
        <p:sp>
          <p:nvSpPr>
            <p:cNvPr id="301058" name="Rectangle 2">
              <a:extLst>
                <a:ext uri="{FF2B5EF4-FFF2-40B4-BE49-F238E27FC236}">
                  <a16:creationId xmlns:a16="http://schemas.microsoft.com/office/drawing/2014/main" id="{EC170565-0768-433F-98E1-337E0DD4F13D}"/>
                </a:ext>
              </a:extLst>
            </p:cNvPr>
            <p:cNvSpPr>
              <a:spLocks noChangeArrowheads="1"/>
            </p:cNvSpPr>
            <p:nvPr/>
          </p:nvSpPr>
          <p:spPr bwMode="auto">
            <a:xfrm>
              <a:off x="4416" y="696"/>
              <a:ext cx="528"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1059" name="Line 3">
              <a:extLst>
                <a:ext uri="{FF2B5EF4-FFF2-40B4-BE49-F238E27FC236}">
                  <a16:creationId xmlns:a16="http://schemas.microsoft.com/office/drawing/2014/main" id="{1E744261-3A27-438B-B622-01EAE4DC539E}"/>
                </a:ext>
              </a:extLst>
            </p:cNvPr>
            <p:cNvSpPr>
              <a:spLocks noChangeShapeType="1"/>
            </p:cNvSpPr>
            <p:nvPr/>
          </p:nvSpPr>
          <p:spPr bwMode="auto">
            <a:xfrm>
              <a:off x="4704" y="696"/>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1060" name="Rectangle 4">
              <a:extLst>
                <a:ext uri="{FF2B5EF4-FFF2-40B4-BE49-F238E27FC236}">
                  <a16:creationId xmlns:a16="http://schemas.microsoft.com/office/drawing/2014/main" id="{25DFB6D7-5BB4-4D9F-AB2B-4F168E2FB1F9}"/>
                </a:ext>
              </a:extLst>
            </p:cNvPr>
            <p:cNvSpPr>
              <a:spLocks noChangeArrowheads="1"/>
            </p:cNvSpPr>
            <p:nvPr/>
          </p:nvSpPr>
          <p:spPr bwMode="auto">
            <a:xfrm>
              <a:off x="1392" y="696"/>
              <a:ext cx="528" cy="336"/>
            </a:xfrm>
            <a:prstGeom prst="rect">
              <a:avLst/>
            </a:prstGeom>
            <a:solidFill>
              <a:srgbClr val="FF6600"/>
            </a:solid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1061" name="Text Box 5">
              <a:extLst>
                <a:ext uri="{FF2B5EF4-FFF2-40B4-BE49-F238E27FC236}">
                  <a16:creationId xmlns:a16="http://schemas.microsoft.com/office/drawing/2014/main" id="{BC70A6AD-993B-4CF1-8AD2-86400993668D}"/>
                </a:ext>
              </a:extLst>
            </p:cNvPr>
            <p:cNvSpPr txBox="1">
              <a:spLocks noChangeArrowheads="1"/>
            </p:cNvSpPr>
            <p:nvPr/>
          </p:nvSpPr>
          <p:spPr bwMode="auto">
            <a:xfrm>
              <a:off x="748" y="696"/>
              <a:ext cx="385"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CC0000"/>
                  </a:solidFill>
                  <a:effectLst/>
                  <a:uLnTx/>
                  <a:uFillTx/>
                  <a:latin typeface="Arial Narrow" panose="020B0606020202030204" pitchFamily="34" charset="0"/>
                  <a:ea typeface="宋体" panose="02010600030101010101" pitchFamily="2" charset="-122"/>
                  <a:cs typeface="+mn-cs"/>
                </a:rPr>
                <a:t>AH</a:t>
              </a:r>
              <a:endParaRPr kumimoji="1" lang="en-US" altLang="zh-CN" sz="2400" b="0" i="0" u="none" strike="noStrike" kern="1200" cap="none" spc="0" normalizeH="0" baseline="0" noProof="0" dirty="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1062" name="Line 6">
              <a:extLst>
                <a:ext uri="{FF2B5EF4-FFF2-40B4-BE49-F238E27FC236}">
                  <a16:creationId xmlns:a16="http://schemas.microsoft.com/office/drawing/2014/main" id="{4391478F-26D7-4FB3-8104-1863D9A5671B}"/>
                </a:ext>
              </a:extLst>
            </p:cNvPr>
            <p:cNvSpPr>
              <a:spLocks noChangeShapeType="1"/>
            </p:cNvSpPr>
            <p:nvPr/>
          </p:nvSpPr>
          <p:spPr bwMode="auto">
            <a:xfrm>
              <a:off x="1680" y="696"/>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1063" name="Rectangle 7">
              <a:extLst>
                <a:ext uri="{FF2B5EF4-FFF2-40B4-BE49-F238E27FC236}">
                  <a16:creationId xmlns:a16="http://schemas.microsoft.com/office/drawing/2014/main" id="{88E7B5CB-F615-46AC-B6EA-1A0D281F6805}"/>
                </a:ext>
              </a:extLst>
            </p:cNvPr>
            <p:cNvSpPr>
              <a:spLocks noChangeArrowheads="1"/>
            </p:cNvSpPr>
            <p:nvPr/>
          </p:nvSpPr>
          <p:spPr bwMode="auto">
            <a:xfrm>
              <a:off x="4944" y="696"/>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1064" name="Rectangle 8">
              <a:extLst>
                <a:ext uri="{FF2B5EF4-FFF2-40B4-BE49-F238E27FC236}">
                  <a16:creationId xmlns:a16="http://schemas.microsoft.com/office/drawing/2014/main" id="{6BC277AF-55A0-4CAA-AF31-389352193F60}"/>
                </a:ext>
              </a:extLst>
            </p:cNvPr>
            <p:cNvSpPr>
              <a:spLocks noChangeArrowheads="1"/>
            </p:cNvSpPr>
            <p:nvPr/>
          </p:nvSpPr>
          <p:spPr bwMode="auto">
            <a:xfrm>
              <a:off x="1392" y="1464"/>
              <a:ext cx="528"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1065" name="Line 9">
              <a:extLst>
                <a:ext uri="{FF2B5EF4-FFF2-40B4-BE49-F238E27FC236}">
                  <a16:creationId xmlns:a16="http://schemas.microsoft.com/office/drawing/2014/main" id="{4474A559-84EF-4AF5-B0D5-622C1D9D6B46}"/>
                </a:ext>
              </a:extLst>
            </p:cNvPr>
            <p:cNvSpPr>
              <a:spLocks noChangeShapeType="1"/>
            </p:cNvSpPr>
            <p:nvPr/>
          </p:nvSpPr>
          <p:spPr bwMode="auto">
            <a:xfrm>
              <a:off x="1680" y="1464"/>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1066" name="Rectangle 10">
              <a:extLst>
                <a:ext uri="{FF2B5EF4-FFF2-40B4-BE49-F238E27FC236}">
                  <a16:creationId xmlns:a16="http://schemas.microsoft.com/office/drawing/2014/main" id="{EF084875-C2C2-4174-B95C-FFAD7ADE1B6E}"/>
                </a:ext>
              </a:extLst>
            </p:cNvPr>
            <p:cNvSpPr>
              <a:spLocks noChangeArrowheads="1"/>
            </p:cNvSpPr>
            <p:nvPr/>
          </p:nvSpPr>
          <p:spPr bwMode="auto">
            <a:xfrm>
              <a:off x="1920" y="1464"/>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1067" name="Rectangle 11">
              <a:extLst>
                <a:ext uri="{FF2B5EF4-FFF2-40B4-BE49-F238E27FC236}">
                  <a16:creationId xmlns:a16="http://schemas.microsoft.com/office/drawing/2014/main" id="{10C477A3-A82D-40DB-8935-33AE457A8DB0}"/>
                </a:ext>
              </a:extLst>
            </p:cNvPr>
            <p:cNvSpPr>
              <a:spLocks noChangeArrowheads="1"/>
            </p:cNvSpPr>
            <p:nvPr/>
          </p:nvSpPr>
          <p:spPr bwMode="auto">
            <a:xfrm>
              <a:off x="2400" y="696"/>
              <a:ext cx="528"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1068" name="Line 12">
              <a:extLst>
                <a:ext uri="{FF2B5EF4-FFF2-40B4-BE49-F238E27FC236}">
                  <a16:creationId xmlns:a16="http://schemas.microsoft.com/office/drawing/2014/main" id="{2C510518-BA7B-444C-8375-8AB1C760FCFE}"/>
                </a:ext>
              </a:extLst>
            </p:cNvPr>
            <p:cNvSpPr>
              <a:spLocks noChangeShapeType="1"/>
            </p:cNvSpPr>
            <p:nvPr/>
          </p:nvSpPr>
          <p:spPr bwMode="auto">
            <a:xfrm>
              <a:off x="2688" y="696"/>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1069" name="Rectangle 13">
              <a:extLst>
                <a:ext uri="{FF2B5EF4-FFF2-40B4-BE49-F238E27FC236}">
                  <a16:creationId xmlns:a16="http://schemas.microsoft.com/office/drawing/2014/main" id="{1B98ED3E-435D-4475-8F58-6DD6104307B2}"/>
                </a:ext>
              </a:extLst>
            </p:cNvPr>
            <p:cNvSpPr>
              <a:spLocks noChangeArrowheads="1"/>
            </p:cNvSpPr>
            <p:nvPr/>
          </p:nvSpPr>
          <p:spPr bwMode="auto">
            <a:xfrm>
              <a:off x="3936" y="696"/>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1070" name="Rectangle 14">
              <a:extLst>
                <a:ext uri="{FF2B5EF4-FFF2-40B4-BE49-F238E27FC236}">
                  <a16:creationId xmlns:a16="http://schemas.microsoft.com/office/drawing/2014/main" id="{D45CADC4-7489-43C4-B230-4BD4FF93498A}"/>
                </a:ext>
              </a:extLst>
            </p:cNvPr>
            <p:cNvSpPr>
              <a:spLocks noChangeArrowheads="1"/>
            </p:cNvSpPr>
            <p:nvPr/>
          </p:nvSpPr>
          <p:spPr bwMode="auto">
            <a:xfrm>
              <a:off x="2400" y="1464"/>
              <a:ext cx="528"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1071" name="Line 15">
              <a:extLst>
                <a:ext uri="{FF2B5EF4-FFF2-40B4-BE49-F238E27FC236}">
                  <a16:creationId xmlns:a16="http://schemas.microsoft.com/office/drawing/2014/main" id="{BE69D9BC-66BC-4B63-8E28-54450B4103F6}"/>
                </a:ext>
              </a:extLst>
            </p:cNvPr>
            <p:cNvSpPr>
              <a:spLocks noChangeShapeType="1"/>
            </p:cNvSpPr>
            <p:nvPr/>
          </p:nvSpPr>
          <p:spPr bwMode="auto">
            <a:xfrm>
              <a:off x="2688" y="1464"/>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1072" name="Rectangle 16">
              <a:extLst>
                <a:ext uri="{FF2B5EF4-FFF2-40B4-BE49-F238E27FC236}">
                  <a16:creationId xmlns:a16="http://schemas.microsoft.com/office/drawing/2014/main" id="{9BB363FA-E268-4FF9-A21E-7D777E6B07BB}"/>
                </a:ext>
              </a:extLst>
            </p:cNvPr>
            <p:cNvSpPr>
              <a:spLocks noChangeArrowheads="1"/>
            </p:cNvSpPr>
            <p:nvPr/>
          </p:nvSpPr>
          <p:spPr bwMode="auto">
            <a:xfrm>
              <a:off x="2928" y="1464"/>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1073" name="Rectangle 17">
              <a:extLst>
                <a:ext uri="{FF2B5EF4-FFF2-40B4-BE49-F238E27FC236}">
                  <a16:creationId xmlns:a16="http://schemas.microsoft.com/office/drawing/2014/main" id="{B14F3F81-C314-45F8-B223-331272F2FE4D}"/>
                </a:ext>
              </a:extLst>
            </p:cNvPr>
            <p:cNvSpPr>
              <a:spLocks noChangeArrowheads="1"/>
            </p:cNvSpPr>
            <p:nvPr/>
          </p:nvSpPr>
          <p:spPr bwMode="auto">
            <a:xfrm>
              <a:off x="3408" y="696"/>
              <a:ext cx="576"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1074" name="Line 18">
              <a:extLst>
                <a:ext uri="{FF2B5EF4-FFF2-40B4-BE49-F238E27FC236}">
                  <a16:creationId xmlns:a16="http://schemas.microsoft.com/office/drawing/2014/main" id="{9CFC5785-D8D5-41D6-9047-159805555635}"/>
                </a:ext>
              </a:extLst>
            </p:cNvPr>
            <p:cNvSpPr>
              <a:spLocks noChangeShapeType="1"/>
            </p:cNvSpPr>
            <p:nvPr/>
          </p:nvSpPr>
          <p:spPr bwMode="auto">
            <a:xfrm>
              <a:off x="3696" y="696"/>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1075" name="Rectangle 19">
              <a:extLst>
                <a:ext uri="{FF2B5EF4-FFF2-40B4-BE49-F238E27FC236}">
                  <a16:creationId xmlns:a16="http://schemas.microsoft.com/office/drawing/2014/main" id="{B9FC8E3F-F162-4B55-B8D7-C4BA6D6EEF1B}"/>
                </a:ext>
              </a:extLst>
            </p:cNvPr>
            <p:cNvSpPr>
              <a:spLocks noChangeArrowheads="1"/>
            </p:cNvSpPr>
            <p:nvPr/>
          </p:nvSpPr>
          <p:spPr bwMode="auto">
            <a:xfrm>
              <a:off x="3984" y="696"/>
              <a:ext cx="192"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1076" name="Rectangle 20">
              <a:extLst>
                <a:ext uri="{FF2B5EF4-FFF2-40B4-BE49-F238E27FC236}">
                  <a16:creationId xmlns:a16="http://schemas.microsoft.com/office/drawing/2014/main" id="{E1B4DA66-1FF4-461C-A775-36E35708B6BC}"/>
                </a:ext>
              </a:extLst>
            </p:cNvPr>
            <p:cNvSpPr>
              <a:spLocks noChangeArrowheads="1"/>
            </p:cNvSpPr>
            <p:nvPr/>
          </p:nvSpPr>
          <p:spPr bwMode="auto">
            <a:xfrm>
              <a:off x="3408" y="1464"/>
              <a:ext cx="576"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1077" name="Line 21">
              <a:extLst>
                <a:ext uri="{FF2B5EF4-FFF2-40B4-BE49-F238E27FC236}">
                  <a16:creationId xmlns:a16="http://schemas.microsoft.com/office/drawing/2014/main" id="{52A2E8A7-41D7-45C2-A587-1D6D7AF79AED}"/>
                </a:ext>
              </a:extLst>
            </p:cNvPr>
            <p:cNvSpPr>
              <a:spLocks noChangeShapeType="1"/>
            </p:cNvSpPr>
            <p:nvPr/>
          </p:nvSpPr>
          <p:spPr bwMode="auto">
            <a:xfrm>
              <a:off x="3696" y="1464"/>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1078" name="Rectangle 22">
              <a:extLst>
                <a:ext uri="{FF2B5EF4-FFF2-40B4-BE49-F238E27FC236}">
                  <a16:creationId xmlns:a16="http://schemas.microsoft.com/office/drawing/2014/main" id="{926EE21B-63DE-4FB5-9517-9719919C3D73}"/>
                </a:ext>
              </a:extLst>
            </p:cNvPr>
            <p:cNvSpPr>
              <a:spLocks noChangeArrowheads="1"/>
            </p:cNvSpPr>
            <p:nvPr/>
          </p:nvSpPr>
          <p:spPr bwMode="auto">
            <a:xfrm>
              <a:off x="3984" y="1464"/>
              <a:ext cx="192"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1079" name="Rectangle 23">
              <a:extLst>
                <a:ext uri="{FF2B5EF4-FFF2-40B4-BE49-F238E27FC236}">
                  <a16:creationId xmlns:a16="http://schemas.microsoft.com/office/drawing/2014/main" id="{DB89F2A7-F06A-4177-A6FB-3F861BEBF484}"/>
                </a:ext>
              </a:extLst>
            </p:cNvPr>
            <p:cNvSpPr>
              <a:spLocks noChangeArrowheads="1"/>
            </p:cNvSpPr>
            <p:nvPr/>
          </p:nvSpPr>
          <p:spPr bwMode="auto">
            <a:xfrm>
              <a:off x="4416" y="1464"/>
              <a:ext cx="576"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1080" name="Line 24">
              <a:extLst>
                <a:ext uri="{FF2B5EF4-FFF2-40B4-BE49-F238E27FC236}">
                  <a16:creationId xmlns:a16="http://schemas.microsoft.com/office/drawing/2014/main" id="{9E5544BB-F8F3-4FA2-9757-836C395E5C5E}"/>
                </a:ext>
              </a:extLst>
            </p:cNvPr>
            <p:cNvSpPr>
              <a:spLocks noChangeShapeType="1"/>
            </p:cNvSpPr>
            <p:nvPr/>
          </p:nvSpPr>
          <p:spPr bwMode="auto">
            <a:xfrm>
              <a:off x="4704" y="1464"/>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1081" name="Rectangle 25">
              <a:extLst>
                <a:ext uri="{FF2B5EF4-FFF2-40B4-BE49-F238E27FC236}">
                  <a16:creationId xmlns:a16="http://schemas.microsoft.com/office/drawing/2014/main" id="{4DEEA8DA-4A06-4287-B055-DB2F62505E3C}"/>
                </a:ext>
              </a:extLst>
            </p:cNvPr>
            <p:cNvSpPr>
              <a:spLocks noChangeArrowheads="1"/>
            </p:cNvSpPr>
            <p:nvPr/>
          </p:nvSpPr>
          <p:spPr bwMode="auto">
            <a:xfrm>
              <a:off x="4992" y="1464"/>
              <a:ext cx="192"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1082" name="Line 26">
              <a:extLst>
                <a:ext uri="{FF2B5EF4-FFF2-40B4-BE49-F238E27FC236}">
                  <a16:creationId xmlns:a16="http://schemas.microsoft.com/office/drawing/2014/main" id="{2E845E4E-56BB-4F80-8AB6-DE6C0C63E71E}"/>
                </a:ext>
              </a:extLst>
            </p:cNvPr>
            <p:cNvSpPr>
              <a:spLocks noChangeShapeType="1"/>
            </p:cNvSpPr>
            <p:nvPr/>
          </p:nvSpPr>
          <p:spPr bwMode="auto">
            <a:xfrm>
              <a:off x="1152" y="888"/>
              <a:ext cx="240" cy="0"/>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1083" name="Line 27">
              <a:extLst>
                <a:ext uri="{FF2B5EF4-FFF2-40B4-BE49-F238E27FC236}">
                  <a16:creationId xmlns:a16="http://schemas.microsoft.com/office/drawing/2014/main" id="{24BD2983-B6A5-49BC-BD0D-725FF549F1D2}"/>
                </a:ext>
              </a:extLst>
            </p:cNvPr>
            <p:cNvSpPr>
              <a:spLocks noChangeShapeType="1"/>
            </p:cNvSpPr>
            <p:nvPr/>
          </p:nvSpPr>
          <p:spPr bwMode="auto">
            <a:xfrm>
              <a:off x="2016" y="1656"/>
              <a:ext cx="384" cy="0"/>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1084" name="Line 28">
              <a:extLst>
                <a:ext uri="{FF2B5EF4-FFF2-40B4-BE49-F238E27FC236}">
                  <a16:creationId xmlns:a16="http://schemas.microsoft.com/office/drawing/2014/main" id="{99C2EAD5-E95F-4BA0-A387-ED2C469AE8ED}"/>
                </a:ext>
              </a:extLst>
            </p:cNvPr>
            <p:cNvSpPr>
              <a:spLocks noChangeShapeType="1"/>
            </p:cNvSpPr>
            <p:nvPr/>
          </p:nvSpPr>
          <p:spPr bwMode="auto">
            <a:xfrm>
              <a:off x="3072" y="1656"/>
              <a:ext cx="336" cy="0"/>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1085" name="Line 29">
              <a:extLst>
                <a:ext uri="{FF2B5EF4-FFF2-40B4-BE49-F238E27FC236}">
                  <a16:creationId xmlns:a16="http://schemas.microsoft.com/office/drawing/2014/main" id="{23F7E141-F810-4D17-81C5-40D52DF67F43}"/>
                </a:ext>
              </a:extLst>
            </p:cNvPr>
            <p:cNvSpPr>
              <a:spLocks noChangeShapeType="1"/>
            </p:cNvSpPr>
            <p:nvPr/>
          </p:nvSpPr>
          <p:spPr bwMode="auto">
            <a:xfrm>
              <a:off x="4080" y="1656"/>
              <a:ext cx="336" cy="0"/>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1086" name="Line 30">
              <a:extLst>
                <a:ext uri="{FF2B5EF4-FFF2-40B4-BE49-F238E27FC236}">
                  <a16:creationId xmlns:a16="http://schemas.microsoft.com/office/drawing/2014/main" id="{46A3576B-1492-45A1-A9DA-CC8EDAF62E7B}"/>
                </a:ext>
              </a:extLst>
            </p:cNvPr>
            <p:cNvSpPr>
              <a:spLocks noChangeShapeType="1"/>
            </p:cNvSpPr>
            <p:nvPr/>
          </p:nvSpPr>
          <p:spPr bwMode="auto">
            <a:xfrm>
              <a:off x="4080" y="888"/>
              <a:ext cx="336" cy="0"/>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1087" name="Text Box 31">
              <a:extLst>
                <a:ext uri="{FF2B5EF4-FFF2-40B4-BE49-F238E27FC236}">
                  <a16:creationId xmlns:a16="http://schemas.microsoft.com/office/drawing/2014/main" id="{BDF35442-D895-4CD8-B8D2-5FA730B29753}"/>
                </a:ext>
              </a:extLst>
            </p:cNvPr>
            <p:cNvSpPr txBox="1">
              <a:spLocks noChangeArrowheads="1"/>
            </p:cNvSpPr>
            <p:nvPr/>
          </p:nvSpPr>
          <p:spPr bwMode="auto">
            <a:xfrm>
              <a:off x="4961" y="667"/>
              <a:ext cx="27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1088" name="Text Box 32">
              <a:extLst>
                <a:ext uri="{FF2B5EF4-FFF2-40B4-BE49-F238E27FC236}">
                  <a16:creationId xmlns:a16="http://schemas.microsoft.com/office/drawing/2014/main" id="{F96E0683-1898-4374-8DD7-159513837F45}"/>
                </a:ext>
              </a:extLst>
            </p:cNvPr>
            <p:cNvSpPr txBox="1">
              <a:spLocks noChangeArrowheads="1"/>
            </p:cNvSpPr>
            <p:nvPr/>
          </p:nvSpPr>
          <p:spPr bwMode="auto">
            <a:xfrm>
              <a:off x="4961" y="1435"/>
              <a:ext cx="27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1089" name="Text Box 33">
              <a:extLst>
                <a:ext uri="{FF2B5EF4-FFF2-40B4-BE49-F238E27FC236}">
                  <a16:creationId xmlns:a16="http://schemas.microsoft.com/office/drawing/2014/main" id="{FA954201-CD17-4BAC-A180-D90234A11DAA}"/>
                </a:ext>
              </a:extLst>
            </p:cNvPr>
            <p:cNvSpPr txBox="1">
              <a:spLocks noChangeArrowheads="1"/>
            </p:cNvSpPr>
            <p:nvPr/>
          </p:nvSpPr>
          <p:spPr bwMode="auto">
            <a:xfrm>
              <a:off x="726" y="2710"/>
              <a:ext cx="385"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CC0000"/>
                  </a:solidFill>
                  <a:effectLst/>
                  <a:uLnTx/>
                  <a:uFillTx/>
                  <a:latin typeface="Arial Narrow" panose="020B0606020202030204" pitchFamily="34" charset="0"/>
                  <a:ea typeface="宋体" panose="02010600030101010101" pitchFamily="2" charset="-122"/>
                  <a:cs typeface="+mn-cs"/>
                </a:rPr>
                <a:t>CH</a:t>
              </a:r>
              <a:endParaRPr kumimoji="1" lang="en-US" altLang="zh-CN" sz="2400" b="0" i="0" u="none" strike="noStrike" kern="1200" cap="none" spc="0" normalizeH="0" baseline="0" noProof="0" dirty="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1090" name="Rectangle 34">
              <a:extLst>
                <a:ext uri="{FF2B5EF4-FFF2-40B4-BE49-F238E27FC236}">
                  <a16:creationId xmlns:a16="http://schemas.microsoft.com/office/drawing/2014/main" id="{725C0AFA-8A17-4067-AE1A-63BBECCBDA65}"/>
                </a:ext>
              </a:extLst>
            </p:cNvPr>
            <p:cNvSpPr>
              <a:spLocks noChangeArrowheads="1"/>
            </p:cNvSpPr>
            <p:nvPr/>
          </p:nvSpPr>
          <p:spPr bwMode="auto">
            <a:xfrm>
              <a:off x="1392" y="2701"/>
              <a:ext cx="528" cy="336"/>
            </a:xfrm>
            <a:prstGeom prst="rect">
              <a:avLst/>
            </a:prstGeom>
            <a:solidFill>
              <a:srgbClr val="FF6600"/>
            </a:solid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1091" name="Line 35">
              <a:extLst>
                <a:ext uri="{FF2B5EF4-FFF2-40B4-BE49-F238E27FC236}">
                  <a16:creationId xmlns:a16="http://schemas.microsoft.com/office/drawing/2014/main" id="{503E6030-9B67-4F9B-9684-53BDA9CAE499}"/>
                </a:ext>
              </a:extLst>
            </p:cNvPr>
            <p:cNvSpPr>
              <a:spLocks noChangeShapeType="1"/>
            </p:cNvSpPr>
            <p:nvPr/>
          </p:nvSpPr>
          <p:spPr bwMode="auto">
            <a:xfrm>
              <a:off x="1680" y="2720"/>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1092" name="Rectangle 36">
              <a:extLst>
                <a:ext uri="{FF2B5EF4-FFF2-40B4-BE49-F238E27FC236}">
                  <a16:creationId xmlns:a16="http://schemas.microsoft.com/office/drawing/2014/main" id="{4D0E73FE-1DDA-4842-A6F0-97219EACC041}"/>
                </a:ext>
              </a:extLst>
            </p:cNvPr>
            <p:cNvSpPr>
              <a:spLocks noChangeArrowheads="1"/>
            </p:cNvSpPr>
            <p:nvPr/>
          </p:nvSpPr>
          <p:spPr bwMode="auto">
            <a:xfrm>
              <a:off x="1920" y="2701"/>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1093" name="Rectangle 37">
              <a:extLst>
                <a:ext uri="{FF2B5EF4-FFF2-40B4-BE49-F238E27FC236}">
                  <a16:creationId xmlns:a16="http://schemas.microsoft.com/office/drawing/2014/main" id="{3EE8DC5A-6A95-4698-8276-2E95EAD8A962}"/>
                </a:ext>
              </a:extLst>
            </p:cNvPr>
            <p:cNvSpPr>
              <a:spLocks noChangeArrowheads="1"/>
            </p:cNvSpPr>
            <p:nvPr/>
          </p:nvSpPr>
          <p:spPr bwMode="auto">
            <a:xfrm>
              <a:off x="2400" y="2712"/>
              <a:ext cx="528"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1094" name="Line 38">
              <a:extLst>
                <a:ext uri="{FF2B5EF4-FFF2-40B4-BE49-F238E27FC236}">
                  <a16:creationId xmlns:a16="http://schemas.microsoft.com/office/drawing/2014/main" id="{3E22DF09-0E1D-4A7B-9D6C-F44E5E70EFBE}"/>
                </a:ext>
              </a:extLst>
            </p:cNvPr>
            <p:cNvSpPr>
              <a:spLocks noChangeShapeType="1"/>
            </p:cNvSpPr>
            <p:nvPr/>
          </p:nvSpPr>
          <p:spPr bwMode="auto">
            <a:xfrm>
              <a:off x="2688" y="2704"/>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1095" name="Rectangle 39">
              <a:extLst>
                <a:ext uri="{FF2B5EF4-FFF2-40B4-BE49-F238E27FC236}">
                  <a16:creationId xmlns:a16="http://schemas.microsoft.com/office/drawing/2014/main" id="{AB7710B3-59E9-411D-8B6F-4068B0E7DB4C}"/>
                </a:ext>
              </a:extLst>
            </p:cNvPr>
            <p:cNvSpPr>
              <a:spLocks noChangeArrowheads="1"/>
            </p:cNvSpPr>
            <p:nvPr/>
          </p:nvSpPr>
          <p:spPr bwMode="auto">
            <a:xfrm>
              <a:off x="2928" y="2712"/>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1099" name="Line 43">
              <a:extLst>
                <a:ext uri="{FF2B5EF4-FFF2-40B4-BE49-F238E27FC236}">
                  <a16:creationId xmlns:a16="http://schemas.microsoft.com/office/drawing/2014/main" id="{A1F9DEE2-511E-4375-91F1-97FC70386591}"/>
                </a:ext>
              </a:extLst>
            </p:cNvPr>
            <p:cNvSpPr>
              <a:spLocks noChangeShapeType="1"/>
            </p:cNvSpPr>
            <p:nvPr/>
          </p:nvSpPr>
          <p:spPr bwMode="auto">
            <a:xfrm>
              <a:off x="1152" y="2893"/>
              <a:ext cx="240" cy="0"/>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1100" name="Line 44">
              <a:extLst>
                <a:ext uri="{FF2B5EF4-FFF2-40B4-BE49-F238E27FC236}">
                  <a16:creationId xmlns:a16="http://schemas.microsoft.com/office/drawing/2014/main" id="{A3FF935B-784C-4231-9598-604615ACAEFC}"/>
                </a:ext>
              </a:extLst>
            </p:cNvPr>
            <p:cNvSpPr>
              <a:spLocks noChangeShapeType="1"/>
            </p:cNvSpPr>
            <p:nvPr/>
          </p:nvSpPr>
          <p:spPr bwMode="auto">
            <a:xfrm>
              <a:off x="2064" y="2893"/>
              <a:ext cx="336" cy="0"/>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1106" name="Line 50">
              <a:extLst>
                <a:ext uri="{FF2B5EF4-FFF2-40B4-BE49-F238E27FC236}">
                  <a16:creationId xmlns:a16="http://schemas.microsoft.com/office/drawing/2014/main" id="{0147A183-CF42-4E00-9DDC-5B9AE60A76D7}"/>
                </a:ext>
              </a:extLst>
            </p:cNvPr>
            <p:cNvSpPr>
              <a:spLocks noChangeShapeType="1"/>
            </p:cNvSpPr>
            <p:nvPr/>
          </p:nvSpPr>
          <p:spPr bwMode="auto">
            <a:xfrm>
              <a:off x="4704" y="3509"/>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1110" name="Text Box 54">
              <a:extLst>
                <a:ext uri="{FF2B5EF4-FFF2-40B4-BE49-F238E27FC236}">
                  <a16:creationId xmlns:a16="http://schemas.microsoft.com/office/drawing/2014/main" id="{16D1D024-9E5C-4800-87F2-34BB6A3B8ABF}"/>
                </a:ext>
              </a:extLst>
            </p:cNvPr>
            <p:cNvSpPr txBox="1">
              <a:spLocks noChangeArrowheads="1"/>
            </p:cNvSpPr>
            <p:nvPr/>
          </p:nvSpPr>
          <p:spPr bwMode="auto">
            <a:xfrm>
              <a:off x="2927" y="2656"/>
              <a:ext cx="27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1115" name="Text Box 59">
              <a:extLst>
                <a:ext uri="{FF2B5EF4-FFF2-40B4-BE49-F238E27FC236}">
                  <a16:creationId xmlns:a16="http://schemas.microsoft.com/office/drawing/2014/main" id="{07E1861E-6776-43D2-BB16-84BBAD4D0BE8}"/>
                </a:ext>
              </a:extLst>
            </p:cNvPr>
            <p:cNvSpPr txBox="1">
              <a:spLocks noChangeArrowheads="1"/>
            </p:cNvSpPr>
            <p:nvPr/>
          </p:nvSpPr>
          <p:spPr bwMode="auto">
            <a:xfrm>
              <a:off x="2428" y="667"/>
              <a:ext cx="50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1  0</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1116" name="Text Box 60">
              <a:extLst>
                <a:ext uri="{FF2B5EF4-FFF2-40B4-BE49-F238E27FC236}">
                  <a16:creationId xmlns:a16="http://schemas.microsoft.com/office/drawing/2014/main" id="{AAAA2ED4-73B5-4D8A-ABDA-D318F0A64EA5}"/>
                </a:ext>
              </a:extLst>
            </p:cNvPr>
            <p:cNvSpPr txBox="1">
              <a:spLocks noChangeArrowheads="1"/>
            </p:cNvSpPr>
            <p:nvPr/>
          </p:nvSpPr>
          <p:spPr bwMode="auto">
            <a:xfrm>
              <a:off x="2428" y="2683"/>
              <a:ext cx="50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1  0</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1117" name="Text Box 61">
              <a:extLst>
                <a:ext uri="{FF2B5EF4-FFF2-40B4-BE49-F238E27FC236}">
                  <a16:creationId xmlns:a16="http://schemas.microsoft.com/office/drawing/2014/main" id="{5B4DF962-2210-4BEE-AD9E-EF449BBDFEAD}"/>
                </a:ext>
              </a:extLst>
            </p:cNvPr>
            <p:cNvSpPr txBox="1">
              <a:spLocks noChangeArrowheads="1"/>
            </p:cNvSpPr>
            <p:nvPr/>
          </p:nvSpPr>
          <p:spPr bwMode="auto">
            <a:xfrm>
              <a:off x="1392" y="1435"/>
              <a:ext cx="52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-1 4</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1119" name="Text Box 63">
              <a:extLst>
                <a:ext uri="{FF2B5EF4-FFF2-40B4-BE49-F238E27FC236}">
                  <a16:creationId xmlns:a16="http://schemas.microsoft.com/office/drawing/2014/main" id="{9A2B76C5-274D-4BB5-A0C3-E9D95EABD3F4}"/>
                </a:ext>
              </a:extLst>
            </p:cNvPr>
            <p:cNvSpPr txBox="1">
              <a:spLocks noChangeArrowheads="1"/>
            </p:cNvSpPr>
            <p:nvPr/>
          </p:nvSpPr>
          <p:spPr bwMode="auto">
            <a:xfrm>
              <a:off x="3408" y="667"/>
              <a:ext cx="52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-3 6</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1120" name="Text Box 64">
              <a:extLst>
                <a:ext uri="{FF2B5EF4-FFF2-40B4-BE49-F238E27FC236}">
                  <a16:creationId xmlns:a16="http://schemas.microsoft.com/office/drawing/2014/main" id="{46DB4714-012A-4CD9-BA5D-69B7D3B3197C}"/>
                </a:ext>
              </a:extLst>
            </p:cNvPr>
            <p:cNvSpPr txBox="1">
              <a:spLocks noChangeArrowheads="1"/>
            </p:cNvSpPr>
            <p:nvPr/>
          </p:nvSpPr>
          <p:spPr bwMode="auto">
            <a:xfrm>
              <a:off x="2428" y="1435"/>
              <a:ext cx="50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3  6</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1121" name="Text Box 65">
              <a:extLst>
                <a:ext uri="{FF2B5EF4-FFF2-40B4-BE49-F238E27FC236}">
                  <a16:creationId xmlns:a16="http://schemas.microsoft.com/office/drawing/2014/main" id="{605AD627-F9B3-4BFE-9323-4776017D44B1}"/>
                </a:ext>
              </a:extLst>
            </p:cNvPr>
            <p:cNvSpPr txBox="1">
              <a:spLocks noChangeArrowheads="1"/>
            </p:cNvSpPr>
            <p:nvPr/>
          </p:nvSpPr>
          <p:spPr bwMode="auto">
            <a:xfrm>
              <a:off x="3383" y="1435"/>
              <a:ext cx="649"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-9 10</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1122" name="Text Box 66">
              <a:extLst>
                <a:ext uri="{FF2B5EF4-FFF2-40B4-BE49-F238E27FC236}">
                  <a16:creationId xmlns:a16="http://schemas.microsoft.com/office/drawing/2014/main" id="{DCFD0FC2-7765-44CF-8973-91AACD3A16A3}"/>
                </a:ext>
              </a:extLst>
            </p:cNvPr>
            <p:cNvSpPr txBox="1">
              <a:spLocks noChangeArrowheads="1"/>
            </p:cNvSpPr>
            <p:nvPr/>
          </p:nvSpPr>
          <p:spPr bwMode="auto">
            <a:xfrm>
              <a:off x="4428" y="667"/>
              <a:ext cx="56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7 12</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1124" name="Text Box 68">
              <a:extLst>
                <a:ext uri="{FF2B5EF4-FFF2-40B4-BE49-F238E27FC236}">
                  <a16:creationId xmlns:a16="http://schemas.microsoft.com/office/drawing/2014/main" id="{A80C2B62-9D89-4761-B6D9-FA5BC8F4838E}"/>
                </a:ext>
              </a:extLst>
            </p:cNvPr>
            <p:cNvSpPr txBox="1">
              <a:spLocks noChangeArrowheads="1"/>
            </p:cNvSpPr>
            <p:nvPr/>
          </p:nvSpPr>
          <p:spPr bwMode="auto">
            <a:xfrm>
              <a:off x="4476" y="1435"/>
              <a:ext cx="56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8 14</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1126" name="Line 70">
              <a:extLst>
                <a:ext uri="{FF2B5EF4-FFF2-40B4-BE49-F238E27FC236}">
                  <a16:creationId xmlns:a16="http://schemas.microsoft.com/office/drawing/2014/main" id="{9CEE1092-C771-46DB-88F0-464F81529FCB}"/>
                </a:ext>
              </a:extLst>
            </p:cNvPr>
            <p:cNvSpPr>
              <a:spLocks noChangeShapeType="1"/>
            </p:cNvSpPr>
            <p:nvPr/>
          </p:nvSpPr>
          <p:spPr bwMode="auto">
            <a:xfrm flipH="1">
              <a:off x="3607" y="456"/>
              <a:ext cx="240" cy="240"/>
            </a:xfrm>
            <a:prstGeom prst="line">
              <a:avLst/>
            </a:prstGeom>
            <a:noFill/>
            <a:ln w="38100">
              <a:solidFill>
                <a:schemeClr val="accent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1127" name="Text Box 71">
              <a:extLst>
                <a:ext uri="{FF2B5EF4-FFF2-40B4-BE49-F238E27FC236}">
                  <a16:creationId xmlns:a16="http://schemas.microsoft.com/office/drawing/2014/main" id="{5CC7685F-9280-4B15-B9A4-CB9FFA2832B9}"/>
                </a:ext>
              </a:extLst>
            </p:cNvPr>
            <p:cNvSpPr txBox="1">
              <a:spLocks noChangeArrowheads="1"/>
            </p:cNvSpPr>
            <p:nvPr/>
          </p:nvSpPr>
          <p:spPr bwMode="auto">
            <a:xfrm>
              <a:off x="3839" y="273"/>
              <a:ext cx="353"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3366FF"/>
                  </a:solidFill>
                  <a:effectLst/>
                  <a:uLnTx/>
                  <a:uFillTx/>
                  <a:latin typeface="Times New Roman" panose="02020603050405020304" pitchFamily="18" charset="0"/>
                  <a:ea typeface="宋体" panose="02010600030101010101" pitchFamily="2" charset="-122"/>
                  <a:cs typeface="+mn-cs"/>
                </a:rPr>
                <a:t>pa</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1128" name="Line 72">
              <a:extLst>
                <a:ext uri="{FF2B5EF4-FFF2-40B4-BE49-F238E27FC236}">
                  <a16:creationId xmlns:a16="http://schemas.microsoft.com/office/drawing/2014/main" id="{D82212DF-F7F3-4512-B4DE-73D3A0E35356}"/>
                </a:ext>
              </a:extLst>
            </p:cNvPr>
            <p:cNvSpPr>
              <a:spLocks noChangeShapeType="1"/>
            </p:cNvSpPr>
            <p:nvPr/>
          </p:nvSpPr>
          <p:spPr bwMode="auto">
            <a:xfrm flipH="1" flipV="1">
              <a:off x="1634" y="1848"/>
              <a:ext cx="199" cy="206"/>
            </a:xfrm>
            <a:prstGeom prst="line">
              <a:avLst/>
            </a:prstGeom>
            <a:noFill/>
            <a:ln w="38100">
              <a:solidFill>
                <a:schemeClr val="accent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1129" name="Text Box 73">
              <a:extLst>
                <a:ext uri="{FF2B5EF4-FFF2-40B4-BE49-F238E27FC236}">
                  <a16:creationId xmlns:a16="http://schemas.microsoft.com/office/drawing/2014/main" id="{4DF74CEC-A25B-40D6-A8B5-3804F8AA8ED5}"/>
                </a:ext>
              </a:extLst>
            </p:cNvPr>
            <p:cNvSpPr txBox="1">
              <a:spLocks noChangeArrowheads="1"/>
            </p:cNvSpPr>
            <p:nvPr/>
          </p:nvSpPr>
          <p:spPr bwMode="auto">
            <a:xfrm>
              <a:off x="1794" y="1905"/>
              <a:ext cx="36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3366FF"/>
                  </a:solidFill>
                  <a:effectLst/>
                  <a:uLnTx/>
                  <a:uFillTx/>
                  <a:latin typeface="Times New Roman" panose="02020603050405020304" pitchFamily="18" charset="0"/>
                  <a:ea typeface="宋体" panose="02010600030101010101" pitchFamily="2" charset="-122"/>
                  <a:cs typeface="+mn-cs"/>
                </a:rPr>
                <a:t>pb</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1130" name="Rectangle 74">
              <a:extLst>
                <a:ext uri="{FF2B5EF4-FFF2-40B4-BE49-F238E27FC236}">
                  <a16:creationId xmlns:a16="http://schemas.microsoft.com/office/drawing/2014/main" id="{C2F60F84-4D6B-4DF5-9FB4-2598BAB0FEAD}"/>
                </a:ext>
              </a:extLst>
            </p:cNvPr>
            <p:cNvSpPr>
              <a:spLocks noChangeArrowheads="1"/>
            </p:cNvSpPr>
            <p:nvPr/>
          </p:nvSpPr>
          <p:spPr bwMode="auto">
            <a:xfrm>
              <a:off x="2928" y="696"/>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1131" name="Rectangle 75">
              <a:extLst>
                <a:ext uri="{FF2B5EF4-FFF2-40B4-BE49-F238E27FC236}">
                  <a16:creationId xmlns:a16="http://schemas.microsoft.com/office/drawing/2014/main" id="{8F921C6A-13E4-4C79-9717-C071C5788858}"/>
                </a:ext>
              </a:extLst>
            </p:cNvPr>
            <p:cNvSpPr>
              <a:spLocks noChangeArrowheads="1"/>
            </p:cNvSpPr>
            <p:nvPr/>
          </p:nvSpPr>
          <p:spPr bwMode="auto">
            <a:xfrm>
              <a:off x="1920" y="696"/>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1132" name="Line 76">
              <a:extLst>
                <a:ext uri="{FF2B5EF4-FFF2-40B4-BE49-F238E27FC236}">
                  <a16:creationId xmlns:a16="http://schemas.microsoft.com/office/drawing/2014/main" id="{FC2DDA59-370B-4165-9E34-78180380B3B5}"/>
                </a:ext>
              </a:extLst>
            </p:cNvPr>
            <p:cNvSpPr>
              <a:spLocks noChangeShapeType="1"/>
            </p:cNvSpPr>
            <p:nvPr/>
          </p:nvSpPr>
          <p:spPr bwMode="auto">
            <a:xfrm>
              <a:off x="3024" y="888"/>
              <a:ext cx="384"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1133" name="Line 77">
              <a:extLst>
                <a:ext uri="{FF2B5EF4-FFF2-40B4-BE49-F238E27FC236}">
                  <a16:creationId xmlns:a16="http://schemas.microsoft.com/office/drawing/2014/main" id="{2112088F-14B2-4AC7-B647-E23020150D2C}"/>
                </a:ext>
              </a:extLst>
            </p:cNvPr>
            <p:cNvSpPr>
              <a:spLocks noChangeShapeType="1"/>
            </p:cNvSpPr>
            <p:nvPr/>
          </p:nvSpPr>
          <p:spPr bwMode="auto">
            <a:xfrm>
              <a:off x="2016" y="888"/>
              <a:ext cx="384" cy="0"/>
            </a:xfrm>
            <a:prstGeom prst="line">
              <a:avLst/>
            </a:prstGeom>
            <a:noFill/>
            <a:ln w="3810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1134" name="Line 78">
              <a:extLst>
                <a:ext uri="{FF2B5EF4-FFF2-40B4-BE49-F238E27FC236}">
                  <a16:creationId xmlns:a16="http://schemas.microsoft.com/office/drawing/2014/main" id="{5638B742-358B-4223-9A2A-E426DC38A40A}"/>
                </a:ext>
              </a:extLst>
            </p:cNvPr>
            <p:cNvSpPr>
              <a:spLocks noChangeShapeType="1"/>
            </p:cNvSpPr>
            <p:nvPr/>
          </p:nvSpPr>
          <p:spPr bwMode="auto">
            <a:xfrm>
              <a:off x="2411" y="2519"/>
              <a:ext cx="192" cy="192"/>
            </a:xfrm>
            <a:prstGeom prst="line">
              <a:avLst/>
            </a:prstGeom>
            <a:noFill/>
            <a:ln w="38100">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1135" name="Text Box 79">
              <a:extLst>
                <a:ext uri="{FF2B5EF4-FFF2-40B4-BE49-F238E27FC236}">
                  <a16:creationId xmlns:a16="http://schemas.microsoft.com/office/drawing/2014/main" id="{1EE579C5-BA1A-453A-9B5F-0E562BF467DF}"/>
                </a:ext>
              </a:extLst>
            </p:cNvPr>
            <p:cNvSpPr txBox="1">
              <a:spLocks noChangeArrowheads="1"/>
            </p:cNvSpPr>
            <p:nvPr/>
          </p:nvSpPr>
          <p:spPr bwMode="auto">
            <a:xfrm>
              <a:off x="2079" y="2291"/>
              <a:ext cx="34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008080"/>
                  </a:solidFill>
                  <a:effectLst/>
                  <a:uLnTx/>
                  <a:uFillTx/>
                  <a:latin typeface="Times New Roman" panose="02020603050405020304" pitchFamily="18" charset="0"/>
                  <a:ea typeface="宋体" panose="02010600030101010101" pitchFamily="2" charset="-122"/>
                  <a:cs typeface="+mn-cs"/>
                </a:rPr>
                <a:t>pc</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grpSp>
          <p:nvGrpSpPr>
            <p:cNvPr id="301146" name="Group 90">
              <a:extLst>
                <a:ext uri="{FF2B5EF4-FFF2-40B4-BE49-F238E27FC236}">
                  <a16:creationId xmlns:a16="http://schemas.microsoft.com/office/drawing/2014/main" id="{82FEC478-F699-4960-9037-5B2B89325523}"/>
                </a:ext>
              </a:extLst>
            </p:cNvPr>
            <p:cNvGrpSpPr>
              <a:grpSpLocks/>
            </p:cNvGrpSpPr>
            <p:nvPr/>
          </p:nvGrpSpPr>
          <p:grpSpPr bwMode="auto">
            <a:xfrm>
              <a:off x="372" y="1462"/>
              <a:ext cx="1014" cy="855"/>
              <a:chOff x="372" y="1390"/>
              <a:chExt cx="1014" cy="855"/>
            </a:xfrm>
          </p:grpSpPr>
          <p:sp>
            <p:nvSpPr>
              <p:cNvPr id="301139" name="Rectangle 83">
                <a:extLst>
                  <a:ext uri="{FF2B5EF4-FFF2-40B4-BE49-F238E27FC236}">
                    <a16:creationId xmlns:a16="http://schemas.microsoft.com/office/drawing/2014/main" id="{C619F5DE-5CC7-44D1-B4BC-538E4C260ED7}"/>
                  </a:ext>
                </a:extLst>
              </p:cNvPr>
              <p:cNvSpPr>
                <a:spLocks noChangeArrowheads="1"/>
              </p:cNvSpPr>
              <p:nvPr/>
            </p:nvSpPr>
            <p:spPr bwMode="auto">
              <a:xfrm>
                <a:off x="378" y="1390"/>
                <a:ext cx="528" cy="336"/>
              </a:xfrm>
              <a:prstGeom prst="rect">
                <a:avLst/>
              </a:prstGeom>
              <a:solidFill>
                <a:srgbClr val="FF6600"/>
              </a:solid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1141" name="Line 85">
                <a:extLst>
                  <a:ext uri="{FF2B5EF4-FFF2-40B4-BE49-F238E27FC236}">
                    <a16:creationId xmlns:a16="http://schemas.microsoft.com/office/drawing/2014/main" id="{6A3EFFCE-E245-41B6-8C8D-38F390AEFFF2}"/>
                  </a:ext>
                </a:extLst>
              </p:cNvPr>
              <p:cNvSpPr>
                <a:spLocks noChangeShapeType="1"/>
              </p:cNvSpPr>
              <p:nvPr/>
            </p:nvSpPr>
            <p:spPr bwMode="auto">
              <a:xfrm>
                <a:off x="666" y="1390"/>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1140" name="Text Box 84">
                <a:extLst>
                  <a:ext uri="{FF2B5EF4-FFF2-40B4-BE49-F238E27FC236}">
                    <a16:creationId xmlns:a16="http://schemas.microsoft.com/office/drawing/2014/main" id="{48B9E1EE-2135-4E99-AD76-3D57279431E6}"/>
                  </a:ext>
                </a:extLst>
              </p:cNvPr>
              <p:cNvSpPr txBox="1">
                <a:spLocks noChangeArrowheads="1"/>
              </p:cNvSpPr>
              <p:nvPr/>
            </p:nvSpPr>
            <p:spPr bwMode="auto">
              <a:xfrm>
                <a:off x="372" y="1915"/>
                <a:ext cx="385"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CC0000"/>
                    </a:solidFill>
                    <a:effectLst/>
                    <a:uLnTx/>
                    <a:uFillTx/>
                    <a:latin typeface="Arial Narrow" panose="020B0606020202030204" pitchFamily="34" charset="0"/>
                    <a:ea typeface="宋体" panose="02010600030101010101" pitchFamily="2" charset="-122"/>
                    <a:cs typeface="+mn-cs"/>
                  </a:rPr>
                  <a:t>BH</a:t>
                </a:r>
                <a:endParaRPr kumimoji="1" lang="en-US" altLang="zh-CN" sz="2400" b="0" i="0" u="none" strike="noStrike" kern="1200" cap="none" spc="0" normalizeH="0" baseline="0" noProof="0" dirty="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1142" name="Line 86">
                <a:extLst>
                  <a:ext uri="{FF2B5EF4-FFF2-40B4-BE49-F238E27FC236}">
                    <a16:creationId xmlns:a16="http://schemas.microsoft.com/office/drawing/2014/main" id="{6B3B8EC4-66D6-425E-9774-B542D66C4DC9}"/>
                  </a:ext>
                </a:extLst>
              </p:cNvPr>
              <p:cNvSpPr>
                <a:spLocks noChangeShapeType="1"/>
              </p:cNvSpPr>
              <p:nvPr/>
            </p:nvSpPr>
            <p:spPr bwMode="auto">
              <a:xfrm flipH="1" flipV="1">
                <a:off x="615" y="1768"/>
                <a:ext cx="5" cy="178"/>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1143" name="Rectangle 87">
                <a:extLst>
                  <a:ext uri="{FF2B5EF4-FFF2-40B4-BE49-F238E27FC236}">
                    <a16:creationId xmlns:a16="http://schemas.microsoft.com/office/drawing/2014/main" id="{43791EB6-A793-4220-891A-E9B206C30E94}"/>
                  </a:ext>
                </a:extLst>
              </p:cNvPr>
              <p:cNvSpPr>
                <a:spLocks noChangeArrowheads="1"/>
              </p:cNvSpPr>
              <p:nvPr/>
            </p:nvSpPr>
            <p:spPr bwMode="auto">
              <a:xfrm>
                <a:off x="906" y="1390"/>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1144" name="Line 88">
                <a:extLst>
                  <a:ext uri="{FF2B5EF4-FFF2-40B4-BE49-F238E27FC236}">
                    <a16:creationId xmlns:a16="http://schemas.microsoft.com/office/drawing/2014/main" id="{B670B888-61A3-4408-9757-C397C0A760DA}"/>
                  </a:ext>
                </a:extLst>
              </p:cNvPr>
              <p:cNvSpPr>
                <a:spLocks noChangeShapeType="1"/>
              </p:cNvSpPr>
              <p:nvPr/>
            </p:nvSpPr>
            <p:spPr bwMode="auto">
              <a:xfrm>
                <a:off x="1002" y="1582"/>
                <a:ext cx="384" cy="0"/>
              </a:xfrm>
              <a:prstGeom prst="line">
                <a:avLst/>
              </a:prstGeom>
              <a:noFill/>
              <a:ln w="3810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grpSp>
      </p:grpSp>
    </p:spTree>
  </p:cSld>
  <p:clrMapOvr>
    <a:masterClrMapping/>
  </p:clrMapOvr>
  <p:transition>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2171" name="Group 91">
            <a:extLst>
              <a:ext uri="{FF2B5EF4-FFF2-40B4-BE49-F238E27FC236}">
                <a16:creationId xmlns:a16="http://schemas.microsoft.com/office/drawing/2014/main" id="{0E911793-B6C3-4F65-BFA4-278E2EE6BB93}"/>
              </a:ext>
            </a:extLst>
          </p:cNvPr>
          <p:cNvGrpSpPr>
            <a:grpSpLocks/>
          </p:cNvGrpSpPr>
          <p:nvPr/>
        </p:nvGrpSpPr>
        <p:grpSpPr bwMode="auto">
          <a:xfrm>
            <a:off x="590550" y="433388"/>
            <a:ext cx="7715250" cy="4519612"/>
            <a:chOff x="372" y="273"/>
            <a:chExt cx="4860" cy="2847"/>
          </a:xfrm>
        </p:grpSpPr>
        <p:sp>
          <p:nvSpPr>
            <p:cNvPr id="302082" name="Rectangle 2">
              <a:extLst>
                <a:ext uri="{FF2B5EF4-FFF2-40B4-BE49-F238E27FC236}">
                  <a16:creationId xmlns:a16="http://schemas.microsoft.com/office/drawing/2014/main" id="{C060DD3F-B16B-470A-96A6-4CEB61CD6D2A}"/>
                </a:ext>
              </a:extLst>
            </p:cNvPr>
            <p:cNvSpPr>
              <a:spLocks noChangeArrowheads="1"/>
            </p:cNvSpPr>
            <p:nvPr/>
          </p:nvSpPr>
          <p:spPr bwMode="auto">
            <a:xfrm>
              <a:off x="4416" y="696"/>
              <a:ext cx="528"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2083" name="Line 3">
              <a:extLst>
                <a:ext uri="{FF2B5EF4-FFF2-40B4-BE49-F238E27FC236}">
                  <a16:creationId xmlns:a16="http://schemas.microsoft.com/office/drawing/2014/main" id="{20CE1E7F-CD9E-4433-BAED-C7453BA71E2F}"/>
                </a:ext>
              </a:extLst>
            </p:cNvPr>
            <p:cNvSpPr>
              <a:spLocks noChangeShapeType="1"/>
            </p:cNvSpPr>
            <p:nvPr/>
          </p:nvSpPr>
          <p:spPr bwMode="auto">
            <a:xfrm>
              <a:off x="4704" y="696"/>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2084" name="Rectangle 4">
              <a:extLst>
                <a:ext uri="{FF2B5EF4-FFF2-40B4-BE49-F238E27FC236}">
                  <a16:creationId xmlns:a16="http://schemas.microsoft.com/office/drawing/2014/main" id="{B0E0967D-B2AB-4162-BD41-EC4A3F48C170}"/>
                </a:ext>
              </a:extLst>
            </p:cNvPr>
            <p:cNvSpPr>
              <a:spLocks noChangeArrowheads="1"/>
            </p:cNvSpPr>
            <p:nvPr/>
          </p:nvSpPr>
          <p:spPr bwMode="auto">
            <a:xfrm>
              <a:off x="1392" y="696"/>
              <a:ext cx="528" cy="336"/>
            </a:xfrm>
            <a:prstGeom prst="rect">
              <a:avLst/>
            </a:prstGeom>
            <a:solidFill>
              <a:srgbClr val="FF6600"/>
            </a:solid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2085" name="Text Box 5">
              <a:extLst>
                <a:ext uri="{FF2B5EF4-FFF2-40B4-BE49-F238E27FC236}">
                  <a16:creationId xmlns:a16="http://schemas.microsoft.com/office/drawing/2014/main" id="{6A397AE7-BE46-4B16-832C-FC282C9CF472}"/>
                </a:ext>
              </a:extLst>
            </p:cNvPr>
            <p:cNvSpPr txBox="1">
              <a:spLocks noChangeArrowheads="1"/>
            </p:cNvSpPr>
            <p:nvPr/>
          </p:nvSpPr>
          <p:spPr bwMode="auto">
            <a:xfrm>
              <a:off x="771" y="696"/>
              <a:ext cx="385"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CC0000"/>
                  </a:solidFill>
                  <a:effectLst/>
                  <a:uLnTx/>
                  <a:uFillTx/>
                  <a:latin typeface="Arial Narrow" panose="020B0606020202030204" pitchFamily="34" charset="0"/>
                  <a:ea typeface="宋体" panose="02010600030101010101" pitchFamily="2" charset="-122"/>
                  <a:cs typeface="+mn-cs"/>
                </a:rPr>
                <a:t>AH</a:t>
              </a:r>
              <a:endParaRPr kumimoji="1" lang="en-US" altLang="zh-CN" sz="2400" b="0" i="0" u="none" strike="noStrike" kern="1200" cap="none" spc="0" normalizeH="0" baseline="0" noProof="0" dirty="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2086" name="Line 6">
              <a:extLst>
                <a:ext uri="{FF2B5EF4-FFF2-40B4-BE49-F238E27FC236}">
                  <a16:creationId xmlns:a16="http://schemas.microsoft.com/office/drawing/2014/main" id="{14EC0E70-4CAF-4279-B775-1924C70926A0}"/>
                </a:ext>
              </a:extLst>
            </p:cNvPr>
            <p:cNvSpPr>
              <a:spLocks noChangeShapeType="1"/>
            </p:cNvSpPr>
            <p:nvPr/>
          </p:nvSpPr>
          <p:spPr bwMode="auto">
            <a:xfrm>
              <a:off x="1680" y="696"/>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2087" name="Rectangle 7">
              <a:extLst>
                <a:ext uri="{FF2B5EF4-FFF2-40B4-BE49-F238E27FC236}">
                  <a16:creationId xmlns:a16="http://schemas.microsoft.com/office/drawing/2014/main" id="{AC9E5B72-5F8B-4C26-8CEC-B3BFD3B9C9CE}"/>
                </a:ext>
              </a:extLst>
            </p:cNvPr>
            <p:cNvSpPr>
              <a:spLocks noChangeArrowheads="1"/>
            </p:cNvSpPr>
            <p:nvPr/>
          </p:nvSpPr>
          <p:spPr bwMode="auto">
            <a:xfrm>
              <a:off x="4944" y="696"/>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2088" name="Rectangle 8">
              <a:extLst>
                <a:ext uri="{FF2B5EF4-FFF2-40B4-BE49-F238E27FC236}">
                  <a16:creationId xmlns:a16="http://schemas.microsoft.com/office/drawing/2014/main" id="{E089693E-C81F-4448-921C-42379199B88D}"/>
                </a:ext>
              </a:extLst>
            </p:cNvPr>
            <p:cNvSpPr>
              <a:spLocks noChangeArrowheads="1"/>
            </p:cNvSpPr>
            <p:nvPr/>
          </p:nvSpPr>
          <p:spPr bwMode="auto">
            <a:xfrm>
              <a:off x="1392" y="1464"/>
              <a:ext cx="528"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2089" name="Line 9">
              <a:extLst>
                <a:ext uri="{FF2B5EF4-FFF2-40B4-BE49-F238E27FC236}">
                  <a16:creationId xmlns:a16="http://schemas.microsoft.com/office/drawing/2014/main" id="{FDB228C5-D1E7-4E18-A905-51FF1FEA1E66}"/>
                </a:ext>
              </a:extLst>
            </p:cNvPr>
            <p:cNvSpPr>
              <a:spLocks noChangeShapeType="1"/>
            </p:cNvSpPr>
            <p:nvPr/>
          </p:nvSpPr>
          <p:spPr bwMode="auto">
            <a:xfrm>
              <a:off x="1680" y="1464"/>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2090" name="Rectangle 10">
              <a:extLst>
                <a:ext uri="{FF2B5EF4-FFF2-40B4-BE49-F238E27FC236}">
                  <a16:creationId xmlns:a16="http://schemas.microsoft.com/office/drawing/2014/main" id="{909A6056-4497-4063-9883-EB9EC212DD38}"/>
                </a:ext>
              </a:extLst>
            </p:cNvPr>
            <p:cNvSpPr>
              <a:spLocks noChangeArrowheads="1"/>
            </p:cNvSpPr>
            <p:nvPr/>
          </p:nvSpPr>
          <p:spPr bwMode="auto">
            <a:xfrm>
              <a:off x="1920" y="1464"/>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2091" name="Rectangle 11">
              <a:extLst>
                <a:ext uri="{FF2B5EF4-FFF2-40B4-BE49-F238E27FC236}">
                  <a16:creationId xmlns:a16="http://schemas.microsoft.com/office/drawing/2014/main" id="{1D19DBB3-D0CA-4455-AD1F-0A6F859DCCC5}"/>
                </a:ext>
              </a:extLst>
            </p:cNvPr>
            <p:cNvSpPr>
              <a:spLocks noChangeArrowheads="1"/>
            </p:cNvSpPr>
            <p:nvPr/>
          </p:nvSpPr>
          <p:spPr bwMode="auto">
            <a:xfrm>
              <a:off x="2400" y="696"/>
              <a:ext cx="528"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2092" name="Line 12">
              <a:extLst>
                <a:ext uri="{FF2B5EF4-FFF2-40B4-BE49-F238E27FC236}">
                  <a16:creationId xmlns:a16="http://schemas.microsoft.com/office/drawing/2014/main" id="{84E151B7-33F0-43F8-B640-8F1931FA8577}"/>
                </a:ext>
              </a:extLst>
            </p:cNvPr>
            <p:cNvSpPr>
              <a:spLocks noChangeShapeType="1"/>
            </p:cNvSpPr>
            <p:nvPr/>
          </p:nvSpPr>
          <p:spPr bwMode="auto">
            <a:xfrm>
              <a:off x="2688" y="696"/>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2093" name="Rectangle 13">
              <a:extLst>
                <a:ext uri="{FF2B5EF4-FFF2-40B4-BE49-F238E27FC236}">
                  <a16:creationId xmlns:a16="http://schemas.microsoft.com/office/drawing/2014/main" id="{B3002F5C-9873-42C3-B55A-B99F4EBDA432}"/>
                </a:ext>
              </a:extLst>
            </p:cNvPr>
            <p:cNvSpPr>
              <a:spLocks noChangeArrowheads="1"/>
            </p:cNvSpPr>
            <p:nvPr/>
          </p:nvSpPr>
          <p:spPr bwMode="auto">
            <a:xfrm>
              <a:off x="3936" y="696"/>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2094" name="Rectangle 14">
              <a:extLst>
                <a:ext uri="{FF2B5EF4-FFF2-40B4-BE49-F238E27FC236}">
                  <a16:creationId xmlns:a16="http://schemas.microsoft.com/office/drawing/2014/main" id="{64F8EDF7-D268-4E8F-AF70-88A135A1ED9A}"/>
                </a:ext>
              </a:extLst>
            </p:cNvPr>
            <p:cNvSpPr>
              <a:spLocks noChangeArrowheads="1"/>
            </p:cNvSpPr>
            <p:nvPr/>
          </p:nvSpPr>
          <p:spPr bwMode="auto">
            <a:xfrm>
              <a:off x="2400" y="1464"/>
              <a:ext cx="528"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2095" name="Line 15">
              <a:extLst>
                <a:ext uri="{FF2B5EF4-FFF2-40B4-BE49-F238E27FC236}">
                  <a16:creationId xmlns:a16="http://schemas.microsoft.com/office/drawing/2014/main" id="{4EA979FF-5746-42C3-BC91-7B4629D0CAE4}"/>
                </a:ext>
              </a:extLst>
            </p:cNvPr>
            <p:cNvSpPr>
              <a:spLocks noChangeShapeType="1"/>
            </p:cNvSpPr>
            <p:nvPr/>
          </p:nvSpPr>
          <p:spPr bwMode="auto">
            <a:xfrm>
              <a:off x="2688" y="1464"/>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2096" name="Rectangle 16">
              <a:extLst>
                <a:ext uri="{FF2B5EF4-FFF2-40B4-BE49-F238E27FC236}">
                  <a16:creationId xmlns:a16="http://schemas.microsoft.com/office/drawing/2014/main" id="{A520FAE2-0AC3-491A-B07E-094C66CEC52B}"/>
                </a:ext>
              </a:extLst>
            </p:cNvPr>
            <p:cNvSpPr>
              <a:spLocks noChangeArrowheads="1"/>
            </p:cNvSpPr>
            <p:nvPr/>
          </p:nvSpPr>
          <p:spPr bwMode="auto">
            <a:xfrm>
              <a:off x="2928" y="1464"/>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2097" name="Rectangle 17">
              <a:extLst>
                <a:ext uri="{FF2B5EF4-FFF2-40B4-BE49-F238E27FC236}">
                  <a16:creationId xmlns:a16="http://schemas.microsoft.com/office/drawing/2014/main" id="{80E27E2B-7024-47F2-A9E9-996B683705CA}"/>
                </a:ext>
              </a:extLst>
            </p:cNvPr>
            <p:cNvSpPr>
              <a:spLocks noChangeArrowheads="1"/>
            </p:cNvSpPr>
            <p:nvPr/>
          </p:nvSpPr>
          <p:spPr bwMode="auto">
            <a:xfrm>
              <a:off x="3408" y="696"/>
              <a:ext cx="576"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2098" name="Line 18">
              <a:extLst>
                <a:ext uri="{FF2B5EF4-FFF2-40B4-BE49-F238E27FC236}">
                  <a16:creationId xmlns:a16="http://schemas.microsoft.com/office/drawing/2014/main" id="{E9D6142B-0101-4432-B8BD-6E2817B77440}"/>
                </a:ext>
              </a:extLst>
            </p:cNvPr>
            <p:cNvSpPr>
              <a:spLocks noChangeShapeType="1"/>
            </p:cNvSpPr>
            <p:nvPr/>
          </p:nvSpPr>
          <p:spPr bwMode="auto">
            <a:xfrm>
              <a:off x="3696" y="696"/>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2099" name="Rectangle 19">
              <a:extLst>
                <a:ext uri="{FF2B5EF4-FFF2-40B4-BE49-F238E27FC236}">
                  <a16:creationId xmlns:a16="http://schemas.microsoft.com/office/drawing/2014/main" id="{FD192172-863B-4A2B-A55F-0E2F057B37B5}"/>
                </a:ext>
              </a:extLst>
            </p:cNvPr>
            <p:cNvSpPr>
              <a:spLocks noChangeArrowheads="1"/>
            </p:cNvSpPr>
            <p:nvPr/>
          </p:nvSpPr>
          <p:spPr bwMode="auto">
            <a:xfrm>
              <a:off x="3984" y="696"/>
              <a:ext cx="192"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2100" name="Rectangle 20">
              <a:extLst>
                <a:ext uri="{FF2B5EF4-FFF2-40B4-BE49-F238E27FC236}">
                  <a16:creationId xmlns:a16="http://schemas.microsoft.com/office/drawing/2014/main" id="{1B1A7F3D-1763-4EBB-AAEF-251B8C92A43A}"/>
                </a:ext>
              </a:extLst>
            </p:cNvPr>
            <p:cNvSpPr>
              <a:spLocks noChangeArrowheads="1"/>
            </p:cNvSpPr>
            <p:nvPr/>
          </p:nvSpPr>
          <p:spPr bwMode="auto">
            <a:xfrm>
              <a:off x="3408" y="1464"/>
              <a:ext cx="576"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2101" name="Line 21">
              <a:extLst>
                <a:ext uri="{FF2B5EF4-FFF2-40B4-BE49-F238E27FC236}">
                  <a16:creationId xmlns:a16="http://schemas.microsoft.com/office/drawing/2014/main" id="{87CF99E6-494E-4DA2-AEF4-E36D409E758D}"/>
                </a:ext>
              </a:extLst>
            </p:cNvPr>
            <p:cNvSpPr>
              <a:spLocks noChangeShapeType="1"/>
            </p:cNvSpPr>
            <p:nvPr/>
          </p:nvSpPr>
          <p:spPr bwMode="auto">
            <a:xfrm>
              <a:off x="3696" y="1464"/>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2102" name="Rectangle 22">
              <a:extLst>
                <a:ext uri="{FF2B5EF4-FFF2-40B4-BE49-F238E27FC236}">
                  <a16:creationId xmlns:a16="http://schemas.microsoft.com/office/drawing/2014/main" id="{258013D6-8D40-436E-956A-7E3E29E3954A}"/>
                </a:ext>
              </a:extLst>
            </p:cNvPr>
            <p:cNvSpPr>
              <a:spLocks noChangeArrowheads="1"/>
            </p:cNvSpPr>
            <p:nvPr/>
          </p:nvSpPr>
          <p:spPr bwMode="auto">
            <a:xfrm>
              <a:off x="3984" y="1464"/>
              <a:ext cx="192"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2103" name="Rectangle 23">
              <a:extLst>
                <a:ext uri="{FF2B5EF4-FFF2-40B4-BE49-F238E27FC236}">
                  <a16:creationId xmlns:a16="http://schemas.microsoft.com/office/drawing/2014/main" id="{AF423EB8-6A31-47AE-865E-41EF5EF5E637}"/>
                </a:ext>
              </a:extLst>
            </p:cNvPr>
            <p:cNvSpPr>
              <a:spLocks noChangeArrowheads="1"/>
            </p:cNvSpPr>
            <p:nvPr/>
          </p:nvSpPr>
          <p:spPr bwMode="auto">
            <a:xfrm>
              <a:off x="4416" y="1464"/>
              <a:ext cx="576"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2104" name="Line 24">
              <a:extLst>
                <a:ext uri="{FF2B5EF4-FFF2-40B4-BE49-F238E27FC236}">
                  <a16:creationId xmlns:a16="http://schemas.microsoft.com/office/drawing/2014/main" id="{BD6E87CF-3D28-4750-86BF-3D1AB102974E}"/>
                </a:ext>
              </a:extLst>
            </p:cNvPr>
            <p:cNvSpPr>
              <a:spLocks noChangeShapeType="1"/>
            </p:cNvSpPr>
            <p:nvPr/>
          </p:nvSpPr>
          <p:spPr bwMode="auto">
            <a:xfrm>
              <a:off x="4704" y="1464"/>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2105" name="Rectangle 25">
              <a:extLst>
                <a:ext uri="{FF2B5EF4-FFF2-40B4-BE49-F238E27FC236}">
                  <a16:creationId xmlns:a16="http://schemas.microsoft.com/office/drawing/2014/main" id="{8233D32D-4EC0-4106-A66C-861FE8AFE6A0}"/>
                </a:ext>
              </a:extLst>
            </p:cNvPr>
            <p:cNvSpPr>
              <a:spLocks noChangeArrowheads="1"/>
            </p:cNvSpPr>
            <p:nvPr/>
          </p:nvSpPr>
          <p:spPr bwMode="auto">
            <a:xfrm>
              <a:off x="4992" y="1464"/>
              <a:ext cx="192"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2106" name="Line 26">
              <a:extLst>
                <a:ext uri="{FF2B5EF4-FFF2-40B4-BE49-F238E27FC236}">
                  <a16:creationId xmlns:a16="http://schemas.microsoft.com/office/drawing/2014/main" id="{5319F21B-8AE6-488E-B922-F723CEA80E4D}"/>
                </a:ext>
              </a:extLst>
            </p:cNvPr>
            <p:cNvSpPr>
              <a:spLocks noChangeShapeType="1"/>
            </p:cNvSpPr>
            <p:nvPr/>
          </p:nvSpPr>
          <p:spPr bwMode="auto">
            <a:xfrm>
              <a:off x="1152" y="888"/>
              <a:ext cx="240" cy="0"/>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2107" name="Line 27">
              <a:extLst>
                <a:ext uri="{FF2B5EF4-FFF2-40B4-BE49-F238E27FC236}">
                  <a16:creationId xmlns:a16="http://schemas.microsoft.com/office/drawing/2014/main" id="{E2FF559B-AFA7-422E-AB07-AD750BB5A71C}"/>
                </a:ext>
              </a:extLst>
            </p:cNvPr>
            <p:cNvSpPr>
              <a:spLocks noChangeShapeType="1"/>
            </p:cNvSpPr>
            <p:nvPr/>
          </p:nvSpPr>
          <p:spPr bwMode="auto">
            <a:xfrm>
              <a:off x="2016" y="1656"/>
              <a:ext cx="384" cy="0"/>
            </a:xfrm>
            <a:prstGeom prst="line">
              <a:avLst/>
            </a:prstGeom>
            <a:noFill/>
            <a:ln w="38100">
              <a:solidFill>
                <a:schemeClr val="bg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2108" name="Line 28">
              <a:extLst>
                <a:ext uri="{FF2B5EF4-FFF2-40B4-BE49-F238E27FC236}">
                  <a16:creationId xmlns:a16="http://schemas.microsoft.com/office/drawing/2014/main" id="{742F7659-2B83-4877-9B3F-A642C2820254}"/>
                </a:ext>
              </a:extLst>
            </p:cNvPr>
            <p:cNvSpPr>
              <a:spLocks noChangeShapeType="1"/>
            </p:cNvSpPr>
            <p:nvPr/>
          </p:nvSpPr>
          <p:spPr bwMode="auto">
            <a:xfrm>
              <a:off x="3072" y="1656"/>
              <a:ext cx="336" cy="0"/>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2109" name="Line 29">
              <a:extLst>
                <a:ext uri="{FF2B5EF4-FFF2-40B4-BE49-F238E27FC236}">
                  <a16:creationId xmlns:a16="http://schemas.microsoft.com/office/drawing/2014/main" id="{D4A639A1-2A90-4560-8BBF-0EA0F5257A9C}"/>
                </a:ext>
              </a:extLst>
            </p:cNvPr>
            <p:cNvSpPr>
              <a:spLocks noChangeShapeType="1"/>
            </p:cNvSpPr>
            <p:nvPr/>
          </p:nvSpPr>
          <p:spPr bwMode="auto">
            <a:xfrm>
              <a:off x="4080" y="1656"/>
              <a:ext cx="336" cy="0"/>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2110" name="Line 30">
              <a:extLst>
                <a:ext uri="{FF2B5EF4-FFF2-40B4-BE49-F238E27FC236}">
                  <a16:creationId xmlns:a16="http://schemas.microsoft.com/office/drawing/2014/main" id="{3FAB0733-94DD-45F6-BA86-3B022D05DF6C}"/>
                </a:ext>
              </a:extLst>
            </p:cNvPr>
            <p:cNvSpPr>
              <a:spLocks noChangeShapeType="1"/>
            </p:cNvSpPr>
            <p:nvPr/>
          </p:nvSpPr>
          <p:spPr bwMode="auto">
            <a:xfrm>
              <a:off x="4080" y="888"/>
              <a:ext cx="336" cy="0"/>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2111" name="Text Box 31">
              <a:extLst>
                <a:ext uri="{FF2B5EF4-FFF2-40B4-BE49-F238E27FC236}">
                  <a16:creationId xmlns:a16="http://schemas.microsoft.com/office/drawing/2014/main" id="{6791B4CA-2826-4756-BD0F-FECD4427C507}"/>
                </a:ext>
              </a:extLst>
            </p:cNvPr>
            <p:cNvSpPr txBox="1">
              <a:spLocks noChangeArrowheads="1"/>
            </p:cNvSpPr>
            <p:nvPr/>
          </p:nvSpPr>
          <p:spPr bwMode="auto">
            <a:xfrm>
              <a:off x="4961" y="667"/>
              <a:ext cx="27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2112" name="Text Box 32">
              <a:extLst>
                <a:ext uri="{FF2B5EF4-FFF2-40B4-BE49-F238E27FC236}">
                  <a16:creationId xmlns:a16="http://schemas.microsoft.com/office/drawing/2014/main" id="{964A40E2-4B28-436A-8C4E-8BC0FCDCCCBB}"/>
                </a:ext>
              </a:extLst>
            </p:cNvPr>
            <p:cNvSpPr txBox="1">
              <a:spLocks noChangeArrowheads="1"/>
            </p:cNvSpPr>
            <p:nvPr/>
          </p:nvSpPr>
          <p:spPr bwMode="auto">
            <a:xfrm>
              <a:off x="4961" y="1435"/>
              <a:ext cx="27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2113" name="Text Box 33">
              <a:extLst>
                <a:ext uri="{FF2B5EF4-FFF2-40B4-BE49-F238E27FC236}">
                  <a16:creationId xmlns:a16="http://schemas.microsoft.com/office/drawing/2014/main" id="{B9E3F386-F64E-4744-AD31-F9128AD9B95B}"/>
                </a:ext>
              </a:extLst>
            </p:cNvPr>
            <p:cNvSpPr txBox="1">
              <a:spLocks noChangeArrowheads="1"/>
            </p:cNvSpPr>
            <p:nvPr/>
          </p:nvSpPr>
          <p:spPr bwMode="auto">
            <a:xfrm>
              <a:off x="771" y="2766"/>
              <a:ext cx="385"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CC0000"/>
                  </a:solidFill>
                  <a:effectLst/>
                  <a:uLnTx/>
                  <a:uFillTx/>
                  <a:latin typeface="Arial Narrow" panose="020B0606020202030204" pitchFamily="34" charset="0"/>
                  <a:ea typeface="宋体" panose="02010600030101010101" pitchFamily="2" charset="-122"/>
                  <a:cs typeface="+mn-cs"/>
                </a:rPr>
                <a:t>CH</a:t>
              </a:r>
              <a:endParaRPr kumimoji="1" lang="en-US" altLang="zh-CN" sz="2400" b="0" i="0" u="none" strike="noStrike" kern="1200" cap="none" spc="0" normalizeH="0" baseline="0" noProof="0" dirty="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2114" name="Rectangle 34">
              <a:extLst>
                <a:ext uri="{FF2B5EF4-FFF2-40B4-BE49-F238E27FC236}">
                  <a16:creationId xmlns:a16="http://schemas.microsoft.com/office/drawing/2014/main" id="{E4CE70EF-70AA-40BC-9518-3595058B01D3}"/>
                </a:ext>
              </a:extLst>
            </p:cNvPr>
            <p:cNvSpPr>
              <a:spLocks noChangeArrowheads="1"/>
            </p:cNvSpPr>
            <p:nvPr/>
          </p:nvSpPr>
          <p:spPr bwMode="auto">
            <a:xfrm>
              <a:off x="1392" y="2773"/>
              <a:ext cx="528" cy="336"/>
            </a:xfrm>
            <a:prstGeom prst="rect">
              <a:avLst/>
            </a:prstGeom>
            <a:solidFill>
              <a:srgbClr val="FF6600"/>
            </a:solid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2115" name="Line 35">
              <a:extLst>
                <a:ext uri="{FF2B5EF4-FFF2-40B4-BE49-F238E27FC236}">
                  <a16:creationId xmlns:a16="http://schemas.microsoft.com/office/drawing/2014/main" id="{18A6AE6D-0823-4AFD-9752-45BA8BE57607}"/>
                </a:ext>
              </a:extLst>
            </p:cNvPr>
            <p:cNvSpPr>
              <a:spLocks noChangeShapeType="1"/>
            </p:cNvSpPr>
            <p:nvPr/>
          </p:nvSpPr>
          <p:spPr bwMode="auto">
            <a:xfrm>
              <a:off x="1680" y="2768"/>
              <a:ext cx="0" cy="328"/>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2116" name="Rectangle 36">
              <a:extLst>
                <a:ext uri="{FF2B5EF4-FFF2-40B4-BE49-F238E27FC236}">
                  <a16:creationId xmlns:a16="http://schemas.microsoft.com/office/drawing/2014/main" id="{06E29460-68DF-4AB1-999E-75395EB4A068}"/>
                </a:ext>
              </a:extLst>
            </p:cNvPr>
            <p:cNvSpPr>
              <a:spLocks noChangeArrowheads="1"/>
            </p:cNvSpPr>
            <p:nvPr/>
          </p:nvSpPr>
          <p:spPr bwMode="auto">
            <a:xfrm>
              <a:off x="1920" y="2773"/>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2117" name="Rectangle 37">
              <a:extLst>
                <a:ext uri="{FF2B5EF4-FFF2-40B4-BE49-F238E27FC236}">
                  <a16:creationId xmlns:a16="http://schemas.microsoft.com/office/drawing/2014/main" id="{2AFE2B61-D9FF-4E56-9740-0B35A9C95420}"/>
                </a:ext>
              </a:extLst>
            </p:cNvPr>
            <p:cNvSpPr>
              <a:spLocks noChangeArrowheads="1"/>
            </p:cNvSpPr>
            <p:nvPr/>
          </p:nvSpPr>
          <p:spPr bwMode="auto">
            <a:xfrm>
              <a:off x="2400" y="2776"/>
              <a:ext cx="528"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2118" name="Line 38">
              <a:extLst>
                <a:ext uri="{FF2B5EF4-FFF2-40B4-BE49-F238E27FC236}">
                  <a16:creationId xmlns:a16="http://schemas.microsoft.com/office/drawing/2014/main" id="{1761813D-1D6D-4CBB-8214-84A70D910F79}"/>
                </a:ext>
              </a:extLst>
            </p:cNvPr>
            <p:cNvSpPr>
              <a:spLocks noChangeShapeType="1"/>
            </p:cNvSpPr>
            <p:nvPr/>
          </p:nvSpPr>
          <p:spPr bwMode="auto">
            <a:xfrm>
              <a:off x="2688" y="2776"/>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2119" name="Rectangle 39">
              <a:extLst>
                <a:ext uri="{FF2B5EF4-FFF2-40B4-BE49-F238E27FC236}">
                  <a16:creationId xmlns:a16="http://schemas.microsoft.com/office/drawing/2014/main" id="{9F41C673-867A-45C5-B023-859D6C4205CE}"/>
                </a:ext>
              </a:extLst>
            </p:cNvPr>
            <p:cNvSpPr>
              <a:spLocks noChangeArrowheads="1"/>
            </p:cNvSpPr>
            <p:nvPr/>
          </p:nvSpPr>
          <p:spPr bwMode="auto">
            <a:xfrm>
              <a:off x="2928" y="2776"/>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2120" name="Rectangle 40">
              <a:extLst>
                <a:ext uri="{FF2B5EF4-FFF2-40B4-BE49-F238E27FC236}">
                  <a16:creationId xmlns:a16="http://schemas.microsoft.com/office/drawing/2014/main" id="{088F2EE7-F223-45B9-976A-6D87932F6B23}"/>
                </a:ext>
              </a:extLst>
            </p:cNvPr>
            <p:cNvSpPr>
              <a:spLocks noChangeArrowheads="1"/>
            </p:cNvSpPr>
            <p:nvPr/>
          </p:nvSpPr>
          <p:spPr bwMode="auto">
            <a:xfrm>
              <a:off x="3408" y="2776"/>
              <a:ext cx="576"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2121" name="Line 41">
              <a:extLst>
                <a:ext uri="{FF2B5EF4-FFF2-40B4-BE49-F238E27FC236}">
                  <a16:creationId xmlns:a16="http://schemas.microsoft.com/office/drawing/2014/main" id="{19CDAC5C-3588-4F63-A911-086D47E514CF}"/>
                </a:ext>
              </a:extLst>
            </p:cNvPr>
            <p:cNvSpPr>
              <a:spLocks noChangeShapeType="1"/>
            </p:cNvSpPr>
            <p:nvPr/>
          </p:nvSpPr>
          <p:spPr bwMode="auto">
            <a:xfrm>
              <a:off x="3696" y="2784"/>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2122" name="Rectangle 42">
              <a:extLst>
                <a:ext uri="{FF2B5EF4-FFF2-40B4-BE49-F238E27FC236}">
                  <a16:creationId xmlns:a16="http://schemas.microsoft.com/office/drawing/2014/main" id="{8A62F9A5-0E47-4E8E-A5F4-8CC1820DBE4A}"/>
                </a:ext>
              </a:extLst>
            </p:cNvPr>
            <p:cNvSpPr>
              <a:spLocks noChangeArrowheads="1"/>
            </p:cNvSpPr>
            <p:nvPr/>
          </p:nvSpPr>
          <p:spPr bwMode="auto">
            <a:xfrm>
              <a:off x="3984" y="2776"/>
              <a:ext cx="192"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2123" name="Line 43">
              <a:extLst>
                <a:ext uri="{FF2B5EF4-FFF2-40B4-BE49-F238E27FC236}">
                  <a16:creationId xmlns:a16="http://schemas.microsoft.com/office/drawing/2014/main" id="{D0D647F7-4839-4F27-BFD5-527DC07B051E}"/>
                </a:ext>
              </a:extLst>
            </p:cNvPr>
            <p:cNvSpPr>
              <a:spLocks noChangeShapeType="1"/>
            </p:cNvSpPr>
            <p:nvPr/>
          </p:nvSpPr>
          <p:spPr bwMode="auto">
            <a:xfrm>
              <a:off x="1152" y="2949"/>
              <a:ext cx="240" cy="0"/>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2124" name="Line 44">
              <a:extLst>
                <a:ext uri="{FF2B5EF4-FFF2-40B4-BE49-F238E27FC236}">
                  <a16:creationId xmlns:a16="http://schemas.microsoft.com/office/drawing/2014/main" id="{129D5AF5-4BB8-4389-BD49-8996F72E2194}"/>
                </a:ext>
              </a:extLst>
            </p:cNvPr>
            <p:cNvSpPr>
              <a:spLocks noChangeShapeType="1"/>
            </p:cNvSpPr>
            <p:nvPr/>
          </p:nvSpPr>
          <p:spPr bwMode="auto">
            <a:xfrm>
              <a:off x="2064" y="2949"/>
              <a:ext cx="336" cy="0"/>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2125" name="Line 45">
              <a:extLst>
                <a:ext uri="{FF2B5EF4-FFF2-40B4-BE49-F238E27FC236}">
                  <a16:creationId xmlns:a16="http://schemas.microsoft.com/office/drawing/2014/main" id="{92CFD992-F843-4B5F-986E-9B6ADA328679}"/>
                </a:ext>
              </a:extLst>
            </p:cNvPr>
            <p:cNvSpPr>
              <a:spLocks noChangeShapeType="1"/>
            </p:cNvSpPr>
            <p:nvPr/>
          </p:nvSpPr>
          <p:spPr bwMode="auto">
            <a:xfrm>
              <a:off x="3072" y="2949"/>
              <a:ext cx="336" cy="0"/>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2134" name="Text Box 54">
              <a:extLst>
                <a:ext uri="{FF2B5EF4-FFF2-40B4-BE49-F238E27FC236}">
                  <a16:creationId xmlns:a16="http://schemas.microsoft.com/office/drawing/2014/main" id="{E9420C5E-7289-4D21-B938-4E134C2986EF}"/>
                </a:ext>
              </a:extLst>
            </p:cNvPr>
            <p:cNvSpPr txBox="1">
              <a:spLocks noChangeArrowheads="1"/>
            </p:cNvSpPr>
            <p:nvPr/>
          </p:nvSpPr>
          <p:spPr bwMode="auto">
            <a:xfrm>
              <a:off x="3945" y="2730"/>
              <a:ext cx="27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2139" name="Text Box 59">
              <a:extLst>
                <a:ext uri="{FF2B5EF4-FFF2-40B4-BE49-F238E27FC236}">
                  <a16:creationId xmlns:a16="http://schemas.microsoft.com/office/drawing/2014/main" id="{EBFB6463-52F3-4014-B57C-AFCE4E1F3BA1}"/>
                </a:ext>
              </a:extLst>
            </p:cNvPr>
            <p:cNvSpPr txBox="1">
              <a:spLocks noChangeArrowheads="1"/>
            </p:cNvSpPr>
            <p:nvPr/>
          </p:nvSpPr>
          <p:spPr bwMode="auto">
            <a:xfrm>
              <a:off x="2428" y="667"/>
              <a:ext cx="50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1  0</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2140" name="Text Box 60">
              <a:extLst>
                <a:ext uri="{FF2B5EF4-FFF2-40B4-BE49-F238E27FC236}">
                  <a16:creationId xmlns:a16="http://schemas.microsoft.com/office/drawing/2014/main" id="{58176A04-373B-44D9-AED6-BF8DA2001540}"/>
                </a:ext>
              </a:extLst>
            </p:cNvPr>
            <p:cNvSpPr txBox="1">
              <a:spLocks noChangeArrowheads="1"/>
            </p:cNvSpPr>
            <p:nvPr/>
          </p:nvSpPr>
          <p:spPr bwMode="auto">
            <a:xfrm>
              <a:off x="2428" y="2747"/>
              <a:ext cx="50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1  0</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2141" name="Text Box 61">
              <a:extLst>
                <a:ext uri="{FF2B5EF4-FFF2-40B4-BE49-F238E27FC236}">
                  <a16:creationId xmlns:a16="http://schemas.microsoft.com/office/drawing/2014/main" id="{BD0502BF-F461-4183-A512-7D2CE9A76AF8}"/>
                </a:ext>
              </a:extLst>
            </p:cNvPr>
            <p:cNvSpPr txBox="1">
              <a:spLocks noChangeArrowheads="1"/>
            </p:cNvSpPr>
            <p:nvPr/>
          </p:nvSpPr>
          <p:spPr bwMode="auto">
            <a:xfrm>
              <a:off x="1392" y="1435"/>
              <a:ext cx="52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-1 4</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2142" name="Text Box 62">
              <a:extLst>
                <a:ext uri="{FF2B5EF4-FFF2-40B4-BE49-F238E27FC236}">
                  <a16:creationId xmlns:a16="http://schemas.microsoft.com/office/drawing/2014/main" id="{F2EE69D3-F301-4180-963A-63D7DFB20DD1}"/>
                </a:ext>
              </a:extLst>
            </p:cNvPr>
            <p:cNvSpPr txBox="1">
              <a:spLocks noChangeArrowheads="1"/>
            </p:cNvSpPr>
            <p:nvPr/>
          </p:nvSpPr>
          <p:spPr bwMode="auto">
            <a:xfrm>
              <a:off x="3400" y="2747"/>
              <a:ext cx="52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-1 4</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2143" name="Text Box 63">
              <a:extLst>
                <a:ext uri="{FF2B5EF4-FFF2-40B4-BE49-F238E27FC236}">
                  <a16:creationId xmlns:a16="http://schemas.microsoft.com/office/drawing/2014/main" id="{AFA3831A-82A5-432F-80E3-FED3E0813FD7}"/>
                </a:ext>
              </a:extLst>
            </p:cNvPr>
            <p:cNvSpPr txBox="1">
              <a:spLocks noChangeArrowheads="1"/>
            </p:cNvSpPr>
            <p:nvPr/>
          </p:nvSpPr>
          <p:spPr bwMode="auto">
            <a:xfrm>
              <a:off x="3408" y="667"/>
              <a:ext cx="52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-3 6</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2144" name="Text Box 64">
              <a:extLst>
                <a:ext uri="{FF2B5EF4-FFF2-40B4-BE49-F238E27FC236}">
                  <a16:creationId xmlns:a16="http://schemas.microsoft.com/office/drawing/2014/main" id="{ABA57A9F-135F-4524-862A-E27A7278B8BF}"/>
                </a:ext>
              </a:extLst>
            </p:cNvPr>
            <p:cNvSpPr txBox="1">
              <a:spLocks noChangeArrowheads="1"/>
            </p:cNvSpPr>
            <p:nvPr/>
          </p:nvSpPr>
          <p:spPr bwMode="auto">
            <a:xfrm>
              <a:off x="2428" y="1435"/>
              <a:ext cx="50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3  6</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2145" name="Text Box 65">
              <a:extLst>
                <a:ext uri="{FF2B5EF4-FFF2-40B4-BE49-F238E27FC236}">
                  <a16:creationId xmlns:a16="http://schemas.microsoft.com/office/drawing/2014/main" id="{C04F44EB-8A45-4B6F-9762-DF94623666D4}"/>
                </a:ext>
              </a:extLst>
            </p:cNvPr>
            <p:cNvSpPr txBox="1">
              <a:spLocks noChangeArrowheads="1"/>
            </p:cNvSpPr>
            <p:nvPr/>
          </p:nvSpPr>
          <p:spPr bwMode="auto">
            <a:xfrm>
              <a:off x="3383" y="1435"/>
              <a:ext cx="649"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-9 10</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2146" name="Text Box 66">
              <a:extLst>
                <a:ext uri="{FF2B5EF4-FFF2-40B4-BE49-F238E27FC236}">
                  <a16:creationId xmlns:a16="http://schemas.microsoft.com/office/drawing/2014/main" id="{3E69DA26-3A16-4D70-A04C-8CC20CF87F20}"/>
                </a:ext>
              </a:extLst>
            </p:cNvPr>
            <p:cNvSpPr txBox="1">
              <a:spLocks noChangeArrowheads="1"/>
            </p:cNvSpPr>
            <p:nvPr/>
          </p:nvSpPr>
          <p:spPr bwMode="auto">
            <a:xfrm>
              <a:off x="4428" y="667"/>
              <a:ext cx="56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7 12</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2148" name="Text Box 68">
              <a:extLst>
                <a:ext uri="{FF2B5EF4-FFF2-40B4-BE49-F238E27FC236}">
                  <a16:creationId xmlns:a16="http://schemas.microsoft.com/office/drawing/2014/main" id="{DC9ABA52-C466-4103-9DB4-E81866521F1A}"/>
                </a:ext>
              </a:extLst>
            </p:cNvPr>
            <p:cNvSpPr txBox="1">
              <a:spLocks noChangeArrowheads="1"/>
            </p:cNvSpPr>
            <p:nvPr/>
          </p:nvSpPr>
          <p:spPr bwMode="auto">
            <a:xfrm>
              <a:off x="4476" y="1435"/>
              <a:ext cx="56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8 14</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2150" name="Line 70">
              <a:extLst>
                <a:ext uri="{FF2B5EF4-FFF2-40B4-BE49-F238E27FC236}">
                  <a16:creationId xmlns:a16="http://schemas.microsoft.com/office/drawing/2014/main" id="{F36F42A5-7592-404B-BD2C-9C5A9A9315E8}"/>
                </a:ext>
              </a:extLst>
            </p:cNvPr>
            <p:cNvSpPr>
              <a:spLocks noChangeShapeType="1"/>
            </p:cNvSpPr>
            <p:nvPr/>
          </p:nvSpPr>
          <p:spPr bwMode="auto">
            <a:xfrm flipH="1">
              <a:off x="3535" y="456"/>
              <a:ext cx="240" cy="240"/>
            </a:xfrm>
            <a:prstGeom prst="line">
              <a:avLst/>
            </a:prstGeom>
            <a:noFill/>
            <a:ln w="38100">
              <a:solidFill>
                <a:schemeClr val="accent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2151" name="Text Box 71">
              <a:extLst>
                <a:ext uri="{FF2B5EF4-FFF2-40B4-BE49-F238E27FC236}">
                  <a16:creationId xmlns:a16="http://schemas.microsoft.com/office/drawing/2014/main" id="{3869B731-3965-42C9-A9D8-666BCC46EB10}"/>
                </a:ext>
              </a:extLst>
            </p:cNvPr>
            <p:cNvSpPr txBox="1">
              <a:spLocks noChangeArrowheads="1"/>
            </p:cNvSpPr>
            <p:nvPr/>
          </p:nvSpPr>
          <p:spPr bwMode="auto">
            <a:xfrm>
              <a:off x="3775" y="273"/>
              <a:ext cx="353"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3366FF"/>
                  </a:solidFill>
                  <a:effectLst/>
                  <a:uLnTx/>
                  <a:uFillTx/>
                  <a:latin typeface="Times New Roman" panose="02020603050405020304" pitchFamily="18" charset="0"/>
                  <a:ea typeface="宋体" panose="02010600030101010101" pitchFamily="2" charset="-122"/>
                  <a:cs typeface="+mn-cs"/>
                </a:rPr>
                <a:t>pa</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2152" name="Line 72">
              <a:extLst>
                <a:ext uri="{FF2B5EF4-FFF2-40B4-BE49-F238E27FC236}">
                  <a16:creationId xmlns:a16="http://schemas.microsoft.com/office/drawing/2014/main" id="{560B896E-343C-4B0D-8B8B-797BF9808B91}"/>
                </a:ext>
              </a:extLst>
            </p:cNvPr>
            <p:cNvSpPr>
              <a:spLocks noChangeShapeType="1"/>
            </p:cNvSpPr>
            <p:nvPr/>
          </p:nvSpPr>
          <p:spPr bwMode="auto">
            <a:xfrm flipH="1" flipV="1">
              <a:off x="2592" y="1848"/>
              <a:ext cx="240" cy="240"/>
            </a:xfrm>
            <a:prstGeom prst="line">
              <a:avLst/>
            </a:prstGeom>
            <a:noFill/>
            <a:ln w="38100">
              <a:solidFill>
                <a:schemeClr val="accent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2153" name="Text Box 73">
              <a:extLst>
                <a:ext uri="{FF2B5EF4-FFF2-40B4-BE49-F238E27FC236}">
                  <a16:creationId xmlns:a16="http://schemas.microsoft.com/office/drawing/2014/main" id="{9D17A4D5-3191-4924-9F03-EE9C0D61E07B}"/>
                </a:ext>
              </a:extLst>
            </p:cNvPr>
            <p:cNvSpPr txBox="1">
              <a:spLocks noChangeArrowheads="1"/>
            </p:cNvSpPr>
            <p:nvPr/>
          </p:nvSpPr>
          <p:spPr bwMode="auto">
            <a:xfrm>
              <a:off x="2832" y="1905"/>
              <a:ext cx="36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3366FF"/>
                  </a:solidFill>
                  <a:effectLst/>
                  <a:uLnTx/>
                  <a:uFillTx/>
                  <a:latin typeface="Times New Roman" panose="02020603050405020304" pitchFamily="18" charset="0"/>
                  <a:ea typeface="宋体" panose="02010600030101010101" pitchFamily="2" charset="-122"/>
                  <a:cs typeface="+mn-cs"/>
                </a:rPr>
                <a:t>pb</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2154" name="Rectangle 74">
              <a:extLst>
                <a:ext uri="{FF2B5EF4-FFF2-40B4-BE49-F238E27FC236}">
                  <a16:creationId xmlns:a16="http://schemas.microsoft.com/office/drawing/2014/main" id="{24B8FAFD-8620-4041-8BF2-0691803EAA74}"/>
                </a:ext>
              </a:extLst>
            </p:cNvPr>
            <p:cNvSpPr>
              <a:spLocks noChangeArrowheads="1"/>
            </p:cNvSpPr>
            <p:nvPr/>
          </p:nvSpPr>
          <p:spPr bwMode="auto">
            <a:xfrm>
              <a:off x="2928" y="696"/>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2155" name="Rectangle 75">
              <a:extLst>
                <a:ext uri="{FF2B5EF4-FFF2-40B4-BE49-F238E27FC236}">
                  <a16:creationId xmlns:a16="http://schemas.microsoft.com/office/drawing/2014/main" id="{2FF104D3-6268-4D78-B45B-66025E5400EE}"/>
                </a:ext>
              </a:extLst>
            </p:cNvPr>
            <p:cNvSpPr>
              <a:spLocks noChangeArrowheads="1"/>
            </p:cNvSpPr>
            <p:nvPr/>
          </p:nvSpPr>
          <p:spPr bwMode="auto">
            <a:xfrm>
              <a:off x="1920" y="696"/>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2156" name="Line 76">
              <a:extLst>
                <a:ext uri="{FF2B5EF4-FFF2-40B4-BE49-F238E27FC236}">
                  <a16:creationId xmlns:a16="http://schemas.microsoft.com/office/drawing/2014/main" id="{D2D99A3D-D57F-41A9-A672-2D670178DD42}"/>
                </a:ext>
              </a:extLst>
            </p:cNvPr>
            <p:cNvSpPr>
              <a:spLocks noChangeShapeType="1"/>
            </p:cNvSpPr>
            <p:nvPr/>
          </p:nvSpPr>
          <p:spPr bwMode="auto">
            <a:xfrm>
              <a:off x="3024" y="888"/>
              <a:ext cx="373" cy="0"/>
            </a:xfrm>
            <a:prstGeom prst="line">
              <a:avLst/>
            </a:prstGeom>
            <a:noFill/>
            <a:ln w="3810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2157" name="Line 77">
              <a:extLst>
                <a:ext uri="{FF2B5EF4-FFF2-40B4-BE49-F238E27FC236}">
                  <a16:creationId xmlns:a16="http://schemas.microsoft.com/office/drawing/2014/main" id="{A4964CE9-3E1B-4839-951F-7390FC3C8303}"/>
                </a:ext>
              </a:extLst>
            </p:cNvPr>
            <p:cNvSpPr>
              <a:spLocks noChangeShapeType="1"/>
            </p:cNvSpPr>
            <p:nvPr/>
          </p:nvSpPr>
          <p:spPr bwMode="auto">
            <a:xfrm>
              <a:off x="2016" y="888"/>
              <a:ext cx="384" cy="0"/>
            </a:xfrm>
            <a:prstGeom prst="line">
              <a:avLst/>
            </a:prstGeom>
            <a:noFill/>
            <a:ln w="3810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2158" name="Line 78">
              <a:extLst>
                <a:ext uri="{FF2B5EF4-FFF2-40B4-BE49-F238E27FC236}">
                  <a16:creationId xmlns:a16="http://schemas.microsoft.com/office/drawing/2014/main" id="{B81FF663-FE2C-44E8-A002-EE806936E1BE}"/>
                </a:ext>
              </a:extLst>
            </p:cNvPr>
            <p:cNvSpPr>
              <a:spLocks noChangeShapeType="1"/>
            </p:cNvSpPr>
            <p:nvPr/>
          </p:nvSpPr>
          <p:spPr bwMode="auto">
            <a:xfrm>
              <a:off x="3380" y="2590"/>
              <a:ext cx="192" cy="192"/>
            </a:xfrm>
            <a:prstGeom prst="line">
              <a:avLst/>
            </a:prstGeom>
            <a:noFill/>
            <a:ln w="38100">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2159" name="Text Box 79">
              <a:extLst>
                <a:ext uri="{FF2B5EF4-FFF2-40B4-BE49-F238E27FC236}">
                  <a16:creationId xmlns:a16="http://schemas.microsoft.com/office/drawing/2014/main" id="{3CECB2BC-A06C-4405-AC0A-C7807C8C5F00}"/>
                </a:ext>
              </a:extLst>
            </p:cNvPr>
            <p:cNvSpPr txBox="1">
              <a:spLocks noChangeArrowheads="1"/>
            </p:cNvSpPr>
            <p:nvPr/>
          </p:nvSpPr>
          <p:spPr bwMode="auto">
            <a:xfrm>
              <a:off x="3098" y="2302"/>
              <a:ext cx="34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008080"/>
                  </a:solidFill>
                  <a:effectLst/>
                  <a:uLnTx/>
                  <a:uFillTx/>
                  <a:latin typeface="Times New Roman" panose="02020603050405020304" pitchFamily="18" charset="0"/>
                  <a:ea typeface="宋体" panose="02010600030101010101" pitchFamily="2" charset="-122"/>
                  <a:cs typeface="+mn-cs"/>
                </a:rPr>
                <a:t>pc</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grpSp>
          <p:nvGrpSpPr>
            <p:cNvPr id="302163" name="Group 83">
              <a:extLst>
                <a:ext uri="{FF2B5EF4-FFF2-40B4-BE49-F238E27FC236}">
                  <a16:creationId xmlns:a16="http://schemas.microsoft.com/office/drawing/2014/main" id="{5245C12F-C1A6-4949-8450-5C4C8C031CEA}"/>
                </a:ext>
              </a:extLst>
            </p:cNvPr>
            <p:cNvGrpSpPr>
              <a:grpSpLocks/>
            </p:cNvGrpSpPr>
            <p:nvPr/>
          </p:nvGrpSpPr>
          <p:grpSpPr bwMode="auto">
            <a:xfrm>
              <a:off x="372" y="1462"/>
              <a:ext cx="1014" cy="855"/>
              <a:chOff x="372" y="1390"/>
              <a:chExt cx="1014" cy="855"/>
            </a:xfrm>
          </p:grpSpPr>
          <p:sp>
            <p:nvSpPr>
              <p:cNvPr id="302164" name="Rectangle 84">
                <a:extLst>
                  <a:ext uri="{FF2B5EF4-FFF2-40B4-BE49-F238E27FC236}">
                    <a16:creationId xmlns:a16="http://schemas.microsoft.com/office/drawing/2014/main" id="{E0108BD9-DD5E-41F0-A607-1ED2C895673D}"/>
                  </a:ext>
                </a:extLst>
              </p:cNvPr>
              <p:cNvSpPr>
                <a:spLocks noChangeArrowheads="1"/>
              </p:cNvSpPr>
              <p:nvPr/>
            </p:nvSpPr>
            <p:spPr bwMode="auto">
              <a:xfrm>
                <a:off x="378" y="1390"/>
                <a:ext cx="528" cy="336"/>
              </a:xfrm>
              <a:prstGeom prst="rect">
                <a:avLst/>
              </a:prstGeom>
              <a:solidFill>
                <a:srgbClr val="FF6600"/>
              </a:solid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2165" name="Line 85">
                <a:extLst>
                  <a:ext uri="{FF2B5EF4-FFF2-40B4-BE49-F238E27FC236}">
                    <a16:creationId xmlns:a16="http://schemas.microsoft.com/office/drawing/2014/main" id="{4414A140-81D0-4A3E-BFE1-BAECBD498183}"/>
                  </a:ext>
                </a:extLst>
              </p:cNvPr>
              <p:cNvSpPr>
                <a:spLocks noChangeShapeType="1"/>
              </p:cNvSpPr>
              <p:nvPr/>
            </p:nvSpPr>
            <p:spPr bwMode="auto">
              <a:xfrm>
                <a:off x="666" y="1390"/>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2166" name="Text Box 86">
                <a:extLst>
                  <a:ext uri="{FF2B5EF4-FFF2-40B4-BE49-F238E27FC236}">
                    <a16:creationId xmlns:a16="http://schemas.microsoft.com/office/drawing/2014/main" id="{98A8EEC0-2A2D-46AA-8480-383E80F7865E}"/>
                  </a:ext>
                </a:extLst>
              </p:cNvPr>
              <p:cNvSpPr txBox="1">
                <a:spLocks noChangeArrowheads="1"/>
              </p:cNvSpPr>
              <p:nvPr/>
            </p:nvSpPr>
            <p:spPr bwMode="auto">
              <a:xfrm>
                <a:off x="372" y="1915"/>
                <a:ext cx="385"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CC0000"/>
                    </a:solidFill>
                    <a:effectLst/>
                    <a:uLnTx/>
                    <a:uFillTx/>
                    <a:latin typeface="Arial Narrow" panose="020B0606020202030204" pitchFamily="34" charset="0"/>
                    <a:ea typeface="宋体" panose="02010600030101010101" pitchFamily="2" charset="-122"/>
                    <a:cs typeface="+mn-cs"/>
                  </a:rPr>
                  <a:t>BH</a:t>
                </a:r>
                <a:endParaRPr kumimoji="1" lang="en-US" altLang="zh-CN" sz="2400" b="0" i="0" u="none" strike="noStrike" kern="1200" cap="none" spc="0" normalizeH="0" baseline="0" noProof="0" dirty="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2167" name="Line 87">
                <a:extLst>
                  <a:ext uri="{FF2B5EF4-FFF2-40B4-BE49-F238E27FC236}">
                    <a16:creationId xmlns:a16="http://schemas.microsoft.com/office/drawing/2014/main" id="{7D18B070-0B9A-4D32-B37F-749145C31C4B}"/>
                  </a:ext>
                </a:extLst>
              </p:cNvPr>
              <p:cNvSpPr>
                <a:spLocks noChangeShapeType="1"/>
              </p:cNvSpPr>
              <p:nvPr/>
            </p:nvSpPr>
            <p:spPr bwMode="auto">
              <a:xfrm flipH="1" flipV="1">
                <a:off x="615" y="1768"/>
                <a:ext cx="5" cy="178"/>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2168" name="Rectangle 88">
                <a:extLst>
                  <a:ext uri="{FF2B5EF4-FFF2-40B4-BE49-F238E27FC236}">
                    <a16:creationId xmlns:a16="http://schemas.microsoft.com/office/drawing/2014/main" id="{54A9738B-D929-4966-B8D7-241CDA2309A8}"/>
                  </a:ext>
                </a:extLst>
              </p:cNvPr>
              <p:cNvSpPr>
                <a:spLocks noChangeArrowheads="1"/>
              </p:cNvSpPr>
              <p:nvPr/>
            </p:nvSpPr>
            <p:spPr bwMode="auto">
              <a:xfrm>
                <a:off x="906" y="1390"/>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2169" name="Line 89">
                <a:extLst>
                  <a:ext uri="{FF2B5EF4-FFF2-40B4-BE49-F238E27FC236}">
                    <a16:creationId xmlns:a16="http://schemas.microsoft.com/office/drawing/2014/main" id="{CDA0BBE6-1C87-44F0-ABCE-AFB6E5101B26}"/>
                  </a:ext>
                </a:extLst>
              </p:cNvPr>
              <p:cNvSpPr>
                <a:spLocks noChangeShapeType="1"/>
              </p:cNvSpPr>
              <p:nvPr/>
            </p:nvSpPr>
            <p:spPr bwMode="auto">
              <a:xfrm>
                <a:off x="1002" y="1582"/>
                <a:ext cx="384" cy="0"/>
              </a:xfrm>
              <a:prstGeom prst="line">
                <a:avLst/>
              </a:prstGeom>
              <a:noFill/>
              <a:ln w="3810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grpSp>
      </p:grpSp>
    </p:spTree>
  </p:cSld>
  <p:clrMapOvr>
    <a:masterClrMapping/>
  </p:clrMapOvr>
  <p:transition>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7630" name="Group 78">
            <a:extLst>
              <a:ext uri="{FF2B5EF4-FFF2-40B4-BE49-F238E27FC236}">
                <a16:creationId xmlns:a16="http://schemas.microsoft.com/office/drawing/2014/main" id="{B5AFC1AE-6700-4628-BDCE-EA3173A56206}"/>
              </a:ext>
            </a:extLst>
          </p:cNvPr>
          <p:cNvGrpSpPr>
            <a:grpSpLocks/>
          </p:cNvGrpSpPr>
          <p:nvPr/>
        </p:nvGrpSpPr>
        <p:grpSpPr bwMode="auto">
          <a:xfrm>
            <a:off x="590550" y="433388"/>
            <a:ext cx="7715250" cy="5556250"/>
            <a:chOff x="372" y="273"/>
            <a:chExt cx="4860" cy="3500"/>
          </a:xfrm>
        </p:grpSpPr>
        <p:sp>
          <p:nvSpPr>
            <p:cNvPr id="407555" name="Rectangle 3">
              <a:extLst>
                <a:ext uri="{FF2B5EF4-FFF2-40B4-BE49-F238E27FC236}">
                  <a16:creationId xmlns:a16="http://schemas.microsoft.com/office/drawing/2014/main" id="{0EFAE25C-5A5F-42D2-BC61-6ABCA6C420F4}"/>
                </a:ext>
              </a:extLst>
            </p:cNvPr>
            <p:cNvSpPr>
              <a:spLocks noChangeArrowheads="1"/>
            </p:cNvSpPr>
            <p:nvPr/>
          </p:nvSpPr>
          <p:spPr bwMode="auto">
            <a:xfrm>
              <a:off x="4416" y="696"/>
              <a:ext cx="528"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7556" name="Line 4">
              <a:extLst>
                <a:ext uri="{FF2B5EF4-FFF2-40B4-BE49-F238E27FC236}">
                  <a16:creationId xmlns:a16="http://schemas.microsoft.com/office/drawing/2014/main" id="{4884FFCA-ACD6-428A-BF86-F5FCF335A1B1}"/>
                </a:ext>
              </a:extLst>
            </p:cNvPr>
            <p:cNvSpPr>
              <a:spLocks noChangeShapeType="1"/>
            </p:cNvSpPr>
            <p:nvPr/>
          </p:nvSpPr>
          <p:spPr bwMode="auto">
            <a:xfrm>
              <a:off x="4704" y="696"/>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7557" name="Rectangle 5">
              <a:extLst>
                <a:ext uri="{FF2B5EF4-FFF2-40B4-BE49-F238E27FC236}">
                  <a16:creationId xmlns:a16="http://schemas.microsoft.com/office/drawing/2014/main" id="{B53025B6-98F1-44BB-AC41-D52C82633675}"/>
                </a:ext>
              </a:extLst>
            </p:cNvPr>
            <p:cNvSpPr>
              <a:spLocks noChangeArrowheads="1"/>
            </p:cNvSpPr>
            <p:nvPr/>
          </p:nvSpPr>
          <p:spPr bwMode="auto">
            <a:xfrm>
              <a:off x="1392" y="696"/>
              <a:ext cx="528" cy="336"/>
            </a:xfrm>
            <a:prstGeom prst="rect">
              <a:avLst/>
            </a:prstGeom>
            <a:solidFill>
              <a:srgbClr val="FF6600"/>
            </a:solid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7558" name="Text Box 6">
              <a:extLst>
                <a:ext uri="{FF2B5EF4-FFF2-40B4-BE49-F238E27FC236}">
                  <a16:creationId xmlns:a16="http://schemas.microsoft.com/office/drawing/2014/main" id="{8188F121-8022-4062-A0DC-00EC8E116D27}"/>
                </a:ext>
              </a:extLst>
            </p:cNvPr>
            <p:cNvSpPr txBox="1">
              <a:spLocks noChangeArrowheads="1"/>
            </p:cNvSpPr>
            <p:nvPr/>
          </p:nvSpPr>
          <p:spPr bwMode="auto">
            <a:xfrm>
              <a:off x="771" y="696"/>
              <a:ext cx="385"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CC0000"/>
                  </a:solidFill>
                  <a:effectLst/>
                  <a:uLnTx/>
                  <a:uFillTx/>
                  <a:latin typeface="Arial Narrow" panose="020B0606020202030204" pitchFamily="34" charset="0"/>
                  <a:ea typeface="宋体" panose="02010600030101010101" pitchFamily="2" charset="-122"/>
                  <a:cs typeface="+mn-cs"/>
                </a:rPr>
                <a:t>AH</a:t>
              </a:r>
              <a:endParaRPr kumimoji="1" lang="en-US" altLang="zh-CN" sz="2400" b="0" i="0" u="none" strike="noStrike" kern="1200" cap="none" spc="0" normalizeH="0" baseline="0" noProof="0" dirty="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407559" name="Line 7">
              <a:extLst>
                <a:ext uri="{FF2B5EF4-FFF2-40B4-BE49-F238E27FC236}">
                  <a16:creationId xmlns:a16="http://schemas.microsoft.com/office/drawing/2014/main" id="{69A3E135-7B99-4430-B6D9-75ACF0A4B3A5}"/>
                </a:ext>
              </a:extLst>
            </p:cNvPr>
            <p:cNvSpPr>
              <a:spLocks noChangeShapeType="1"/>
            </p:cNvSpPr>
            <p:nvPr/>
          </p:nvSpPr>
          <p:spPr bwMode="auto">
            <a:xfrm>
              <a:off x="1680" y="696"/>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7560" name="Rectangle 8">
              <a:extLst>
                <a:ext uri="{FF2B5EF4-FFF2-40B4-BE49-F238E27FC236}">
                  <a16:creationId xmlns:a16="http://schemas.microsoft.com/office/drawing/2014/main" id="{038AA31C-7A1C-4561-A4A6-CDF60A1E9CAA}"/>
                </a:ext>
              </a:extLst>
            </p:cNvPr>
            <p:cNvSpPr>
              <a:spLocks noChangeArrowheads="1"/>
            </p:cNvSpPr>
            <p:nvPr/>
          </p:nvSpPr>
          <p:spPr bwMode="auto">
            <a:xfrm>
              <a:off x="4944" y="696"/>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7561" name="Rectangle 9">
              <a:extLst>
                <a:ext uri="{FF2B5EF4-FFF2-40B4-BE49-F238E27FC236}">
                  <a16:creationId xmlns:a16="http://schemas.microsoft.com/office/drawing/2014/main" id="{ED7B5AC4-BAFC-4F9F-8886-EB9568FDE14E}"/>
                </a:ext>
              </a:extLst>
            </p:cNvPr>
            <p:cNvSpPr>
              <a:spLocks noChangeArrowheads="1"/>
            </p:cNvSpPr>
            <p:nvPr/>
          </p:nvSpPr>
          <p:spPr bwMode="auto">
            <a:xfrm>
              <a:off x="1392" y="1464"/>
              <a:ext cx="528"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7562" name="Line 10">
              <a:extLst>
                <a:ext uri="{FF2B5EF4-FFF2-40B4-BE49-F238E27FC236}">
                  <a16:creationId xmlns:a16="http://schemas.microsoft.com/office/drawing/2014/main" id="{1A7EC615-0A86-4DBC-88DB-2EE95ADE8019}"/>
                </a:ext>
              </a:extLst>
            </p:cNvPr>
            <p:cNvSpPr>
              <a:spLocks noChangeShapeType="1"/>
            </p:cNvSpPr>
            <p:nvPr/>
          </p:nvSpPr>
          <p:spPr bwMode="auto">
            <a:xfrm>
              <a:off x="1680" y="1464"/>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7563" name="Rectangle 11">
              <a:extLst>
                <a:ext uri="{FF2B5EF4-FFF2-40B4-BE49-F238E27FC236}">
                  <a16:creationId xmlns:a16="http://schemas.microsoft.com/office/drawing/2014/main" id="{3027EB14-9271-4042-8C02-007C1E30BAB5}"/>
                </a:ext>
              </a:extLst>
            </p:cNvPr>
            <p:cNvSpPr>
              <a:spLocks noChangeArrowheads="1"/>
            </p:cNvSpPr>
            <p:nvPr/>
          </p:nvSpPr>
          <p:spPr bwMode="auto">
            <a:xfrm>
              <a:off x="1920" y="1464"/>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7564" name="Rectangle 12">
              <a:extLst>
                <a:ext uri="{FF2B5EF4-FFF2-40B4-BE49-F238E27FC236}">
                  <a16:creationId xmlns:a16="http://schemas.microsoft.com/office/drawing/2014/main" id="{A071CA0B-2CFD-4839-A84E-B994DB98E885}"/>
                </a:ext>
              </a:extLst>
            </p:cNvPr>
            <p:cNvSpPr>
              <a:spLocks noChangeArrowheads="1"/>
            </p:cNvSpPr>
            <p:nvPr/>
          </p:nvSpPr>
          <p:spPr bwMode="auto">
            <a:xfrm>
              <a:off x="2400" y="696"/>
              <a:ext cx="528"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7565" name="Line 13">
              <a:extLst>
                <a:ext uri="{FF2B5EF4-FFF2-40B4-BE49-F238E27FC236}">
                  <a16:creationId xmlns:a16="http://schemas.microsoft.com/office/drawing/2014/main" id="{91E9C8A2-5652-4783-9117-94ECB3A2BA1E}"/>
                </a:ext>
              </a:extLst>
            </p:cNvPr>
            <p:cNvSpPr>
              <a:spLocks noChangeShapeType="1"/>
            </p:cNvSpPr>
            <p:nvPr/>
          </p:nvSpPr>
          <p:spPr bwMode="auto">
            <a:xfrm>
              <a:off x="2688" y="696"/>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7566" name="Rectangle 14">
              <a:extLst>
                <a:ext uri="{FF2B5EF4-FFF2-40B4-BE49-F238E27FC236}">
                  <a16:creationId xmlns:a16="http://schemas.microsoft.com/office/drawing/2014/main" id="{2E418E32-0A29-4AF4-BEF2-0717A8D77206}"/>
                </a:ext>
              </a:extLst>
            </p:cNvPr>
            <p:cNvSpPr>
              <a:spLocks noChangeArrowheads="1"/>
            </p:cNvSpPr>
            <p:nvPr/>
          </p:nvSpPr>
          <p:spPr bwMode="auto">
            <a:xfrm>
              <a:off x="3936" y="696"/>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7567" name="Rectangle 15">
              <a:extLst>
                <a:ext uri="{FF2B5EF4-FFF2-40B4-BE49-F238E27FC236}">
                  <a16:creationId xmlns:a16="http://schemas.microsoft.com/office/drawing/2014/main" id="{84CBE079-7C6B-45AE-AD7D-3E6A3AFC7A75}"/>
                </a:ext>
              </a:extLst>
            </p:cNvPr>
            <p:cNvSpPr>
              <a:spLocks noChangeArrowheads="1"/>
            </p:cNvSpPr>
            <p:nvPr/>
          </p:nvSpPr>
          <p:spPr bwMode="auto">
            <a:xfrm>
              <a:off x="2400" y="1464"/>
              <a:ext cx="528"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7568" name="Line 16">
              <a:extLst>
                <a:ext uri="{FF2B5EF4-FFF2-40B4-BE49-F238E27FC236}">
                  <a16:creationId xmlns:a16="http://schemas.microsoft.com/office/drawing/2014/main" id="{BBA6E8FD-73C1-4E47-8174-5E580DA16116}"/>
                </a:ext>
              </a:extLst>
            </p:cNvPr>
            <p:cNvSpPr>
              <a:spLocks noChangeShapeType="1"/>
            </p:cNvSpPr>
            <p:nvPr/>
          </p:nvSpPr>
          <p:spPr bwMode="auto">
            <a:xfrm>
              <a:off x="2688" y="1464"/>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7569" name="Rectangle 17">
              <a:extLst>
                <a:ext uri="{FF2B5EF4-FFF2-40B4-BE49-F238E27FC236}">
                  <a16:creationId xmlns:a16="http://schemas.microsoft.com/office/drawing/2014/main" id="{132B7C69-01AF-4C7E-908E-E79807E9A685}"/>
                </a:ext>
              </a:extLst>
            </p:cNvPr>
            <p:cNvSpPr>
              <a:spLocks noChangeArrowheads="1"/>
            </p:cNvSpPr>
            <p:nvPr/>
          </p:nvSpPr>
          <p:spPr bwMode="auto">
            <a:xfrm>
              <a:off x="2928" y="1464"/>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7570" name="Rectangle 18">
              <a:extLst>
                <a:ext uri="{FF2B5EF4-FFF2-40B4-BE49-F238E27FC236}">
                  <a16:creationId xmlns:a16="http://schemas.microsoft.com/office/drawing/2014/main" id="{BF3EE9D4-0A7B-46EA-AAA8-A720438BA208}"/>
                </a:ext>
              </a:extLst>
            </p:cNvPr>
            <p:cNvSpPr>
              <a:spLocks noChangeArrowheads="1"/>
            </p:cNvSpPr>
            <p:nvPr/>
          </p:nvSpPr>
          <p:spPr bwMode="auto">
            <a:xfrm>
              <a:off x="3408" y="696"/>
              <a:ext cx="576"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7571" name="Line 19">
              <a:extLst>
                <a:ext uri="{FF2B5EF4-FFF2-40B4-BE49-F238E27FC236}">
                  <a16:creationId xmlns:a16="http://schemas.microsoft.com/office/drawing/2014/main" id="{5886FB10-AFA0-4F2F-8CB2-12D2594230C3}"/>
                </a:ext>
              </a:extLst>
            </p:cNvPr>
            <p:cNvSpPr>
              <a:spLocks noChangeShapeType="1"/>
            </p:cNvSpPr>
            <p:nvPr/>
          </p:nvSpPr>
          <p:spPr bwMode="auto">
            <a:xfrm>
              <a:off x="3696" y="696"/>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7572" name="Rectangle 20">
              <a:extLst>
                <a:ext uri="{FF2B5EF4-FFF2-40B4-BE49-F238E27FC236}">
                  <a16:creationId xmlns:a16="http://schemas.microsoft.com/office/drawing/2014/main" id="{0EA3455A-C58D-4EEA-BD0E-BE1D5464815C}"/>
                </a:ext>
              </a:extLst>
            </p:cNvPr>
            <p:cNvSpPr>
              <a:spLocks noChangeArrowheads="1"/>
            </p:cNvSpPr>
            <p:nvPr/>
          </p:nvSpPr>
          <p:spPr bwMode="auto">
            <a:xfrm>
              <a:off x="3984" y="696"/>
              <a:ext cx="192"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7573" name="Rectangle 21">
              <a:extLst>
                <a:ext uri="{FF2B5EF4-FFF2-40B4-BE49-F238E27FC236}">
                  <a16:creationId xmlns:a16="http://schemas.microsoft.com/office/drawing/2014/main" id="{E093FD22-7854-4171-93B6-54FD37C67529}"/>
                </a:ext>
              </a:extLst>
            </p:cNvPr>
            <p:cNvSpPr>
              <a:spLocks noChangeArrowheads="1"/>
            </p:cNvSpPr>
            <p:nvPr/>
          </p:nvSpPr>
          <p:spPr bwMode="auto">
            <a:xfrm>
              <a:off x="3408" y="1464"/>
              <a:ext cx="576"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7574" name="Line 22">
              <a:extLst>
                <a:ext uri="{FF2B5EF4-FFF2-40B4-BE49-F238E27FC236}">
                  <a16:creationId xmlns:a16="http://schemas.microsoft.com/office/drawing/2014/main" id="{25512EBE-8103-4176-BD93-3A72CD337079}"/>
                </a:ext>
              </a:extLst>
            </p:cNvPr>
            <p:cNvSpPr>
              <a:spLocks noChangeShapeType="1"/>
            </p:cNvSpPr>
            <p:nvPr/>
          </p:nvSpPr>
          <p:spPr bwMode="auto">
            <a:xfrm>
              <a:off x="3696" y="1464"/>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7575" name="Rectangle 23">
              <a:extLst>
                <a:ext uri="{FF2B5EF4-FFF2-40B4-BE49-F238E27FC236}">
                  <a16:creationId xmlns:a16="http://schemas.microsoft.com/office/drawing/2014/main" id="{A994354C-697A-4EFA-9C12-384748006ED6}"/>
                </a:ext>
              </a:extLst>
            </p:cNvPr>
            <p:cNvSpPr>
              <a:spLocks noChangeArrowheads="1"/>
            </p:cNvSpPr>
            <p:nvPr/>
          </p:nvSpPr>
          <p:spPr bwMode="auto">
            <a:xfrm>
              <a:off x="3984" y="1464"/>
              <a:ext cx="192"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7576" name="Rectangle 24">
              <a:extLst>
                <a:ext uri="{FF2B5EF4-FFF2-40B4-BE49-F238E27FC236}">
                  <a16:creationId xmlns:a16="http://schemas.microsoft.com/office/drawing/2014/main" id="{0E64D6D6-BDF1-408E-9890-07DEDDC1D77D}"/>
                </a:ext>
              </a:extLst>
            </p:cNvPr>
            <p:cNvSpPr>
              <a:spLocks noChangeArrowheads="1"/>
            </p:cNvSpPr>
            <p:nvPr/>
          </p:nvSpPr>
          <p:spPr bwMode="auto">
            <a:xfrm>
              <a:off x="4416" y="1464"/>
              <a:ext cx="576"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7577" name="Line 25">
              <a:extLst>
                <a:ext uri="{FF2B5EF4-FFF2-40B4-BE49-F238E27FC236}">
                  <a16:creationId xmlns:a16="http://schemas.microsoft.com/office/drawing/2014/main" id="{C957F961-969E-426D-B887-D5EAACF9D8CF}"/>
                </a:ext>
              </a:extLst>
            </p:cNvPr>
            <p:cNvSpPr>
              <a:spLocks noChangeShapeType="1"/>
            </p:cNvSpPr>
            <p:nvPr/>
          </p:nvSpPr>
          <p:spPr bwMode="auto">
            <a:xfrm>
              <a:off x="4704" y="1464"/>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7578" name="Rectangle 26">
              <a:extLst>
                <a:ext uri="{FF2B5EF4-FFF2-40B4-BE49-F238E27FC236}">
                  <a16:creationId xmlns:a16="http://schemas.microsoft.com/office/drawing/2014/main" id="{BBB52347-B97C-4DB3-B8E6-FEB7CFD49472}"/>
                </a:ext>
              </a:extLst>
            </p:cNvPr>
            <p:cNvSpPr>
              <a:spLocks noChangeArrowheads="1"/>
            </p:cNvSpPr>
            <p:nvPr/>
          </p:nvSpPr>
          <p:spPr bwMode="auto">
            <a:xfrm>
              <a:off x="4992" y="1464"/>
              <a:ext cx="192"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7579" name="Line 27">
              <a:extLst>
                <a:ext uri="{FF2B5EF4-FFF2-40B4-BE49-F238E27FC236}">
                  <a16:creationId xmlns:a16="http://schemas.microsoft.com/office/drawing/2014/main" id="{BE0E9BE0-5327-4BC5-BBA9-E35F39A8AC31}"/>
                </a:ext>
              </a:extLst>
            </p:cNvPr>
            <p:cNvSpPr>
              <a:spLocks noChangeShapeType="1"/>
            </p:cNvSpPr>
            <p:nvPr/>
          </p:nvSpPr>
          <p:spPr bwMode="auto">
            <a:xfrm>
              <a:off x="1152" y="888"/>
              <a:ext cx="240" cy="0"/>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7580" name="Line 28">
              <a:extLst>
                <a:ext uri="{FF2B5EF4-FFF2-40B4-BE49-F238E27FC236}">
                  <a16:creationId xmlns:a16="http://schemas.microsoft.com/office/drawing/2014/main" id="{F235DBFA-7668-4E67-B0F4-3270479F4190}"/>
                </a:ext>
              </a:extLst>
            </p:cNvPr>
            <p:cNvSpPr>
              <a:spLocks noChangeShapeType="1"/>
            </p:cNvSpPr>
            <p:nvPr/>
          </p:nvSpPr>
          <p:spPr bwMode="auto">
            <a:xfrm>
              <a:off x="2016" y="1656"/>
              <a:ext cx="384" cy="0"/>
            </a:xfrm>
            <a:prstGeom prst="line">
              <a:avLst/>
            </a:prstGeom>
            <a:noFill/>
            <a:ln w="38100">
              <a:solidFill>
                <a:schemeClr val="bg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7581" name="Line 29">
              <a:extLst>
                <a:ext uri="{FF2B5EF4-FFF2-40B4-BE49-F238E27FC236}">
                  <a16:creationId xmlns:a16="http://schemas.microsoft.com/office/drawing/2014/main" id="{99A94357-9330-44AA-9D46-4670B7C70C24}"/>
                </a:ext>
              </a:extLst>
            </p:cNvPr>
            <p:cNvSpPr>
              <a:spLocks noChangeShapeType="1"/>
            </p:cNvSpPr>
            <p:nvPr/>
          </p:nvSpPr>
          <p:spPr bwMode="auto">
            <a:xfrm>
              <a:off x="3072" y="1656"/>
              <a:ext cx="336" cy="0"/>
            </a:xfrm>
            <a:prstGeom prst="line">
              <a:avLst/>
            </a:prstGeom>
            <a:noFill/>
            <a:ln w="38100">
              <a:solidFill>
                <a:schemeClr val="bg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7582" name="Line 30">
              <a:extLst>
                <a:ext uri="{FF2B5EF4-FFF2-40B4-BE49-F238E27FC236}">
                  <a16:creationId xmlns:a16="http://schemas.microsoft.com/office/drawing/2014/main" id="{AE494AF9-52D6-4FC0-9FCE-70F3D3A27A21}"/>
                </a:ext>
              </a:extLst>
            </p:cNvPr>
            <p:cNvSpPr>
              <a:spLocks noChangeShapeType="1"/>
            </p:cNvSpPr>
            <p:nvPr/>
          </p:nvSpPr>
          <p:spPr bwMode="auto">
            <a:xfrm>
              <a:off x="4080" y="1656"/>
              <a:ext cx="336" cy="0"/>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7583" name="Line 31">
              <a:extLst>
                <a:ext uri="{FF2B5EF4-FFF2-40B4-BE49-F238E27FC236}">
                  <a16:creationId xmlns:a16="http://schemas.microsoft.com/office/drawing/2014/main" id="{3D37EF20-93B1-4E37-9852-9C0E99AB9958}"/>
                </a:ext>
              </a:extLst>
            </p:cNvPr>
            <p:cNvSpPr>
              <a:spLocks noChangeShapeType="1"/>
            </p:cNvSpPr>
            <p:nvPr/>
          </p:nvSpPr>
          <p:spPr bwMode="auto">
            <a:xfrm>
              <a:off x="4080" y="888"/>
              <a:ext cx="336" cy="0"/>
            </a:xfrm>
            <a:prstGeom prst="line">
              <a:avLst/>
            </a:prstGeom>
            <a:noFill/>
            <a:ln w="38100">
              <a:solidFill>
                <a:schemeClr val="bg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7584" name="Text Box 32">
              <a:extLst>
                <a:ext uri="{FF2B5EF4-FFF2-40B4-BE49-F238E27FC236}">
                  <a16:creationId xmlns:a16="http://schemas.microsoft.com/office/drawing/2014/main" id="{A0B59B54-3989-49D3-9058-4EBC133CCC70}"/>
                </a:ext>
              </a:extLst>
            </p:cNvPr>
            <p:cNvSpPr txBox="1">
              <a:spLocks noChangeArrowheads="1"/>
            </p:cNvSpPr>
            <p:nvPr/>
          </p:nvSpPr>
          <p:spPr bwMode="auto">
            <a:xfrm>
              <a:off x="4961" y="667"/>
              <a:ext cx="27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407585" name="Text Box 33">
              <a:extLst>
                <a:ext uri="{FF2B5EF4-FFF2-40B4-BE49-F238E27FC236}">
                  <a16:creationId xmlns:a16="http://schemas.microsoft.com/office/drawing/2014/main" id="{03526527-BFC6-48D5-997B-80E9C2D5E14A}"/>
                </a:ext>
              </a:extLst>
            </p:cNvPr>
            <p:cNvSpPr txBox="1">
              <a:spLocks noChangeArrowheads="1"/>
            </p:cNvSpPr>
            <p:nvPr/>
          </p:nvSpPr>
          <p:spPr bwMode="auto">
            <a:xfrm>
              <a:off x="4961" y="1435"/>
              <a:ext cx="27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407586" name="Text Box 34">
              <a:extLst>
                <a:ext uri="{FF2B5EF4-FFF2-40B4-BE49-F238E27FC236}">
                  <a16:creationId xmlns:a16="http://schemas.microsoft.com/office/drawing/2014/main" id="{F2AA3565-01AA-4FD5-AD50-E99332CDE113}"/>
                </a:ext>
              </a:extLst>
            </p:cNvPr>
            <p:cNvSpPr txBox="1">
              <a:spLocks noChangeArrowheads="1"/>
            </p:cNvSpPr>
            <p:nvPr/>
          </p:nvSpPr>
          <p:spPr bwMode="auto">
            <a:xfrm>
              <a:off x="771" y="2766"/>
              <a:ext cx="385"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CC0000"/>
                  </a:solidFill>
                  <a:effectLst/>
                  <a:uLnTx/>
                  <a:uFillTx/>
                  <a:latin typeface="Arial Narrow" panose="020B0606020202030204" pitchFamily="34" charset="0"/>
                  <a:ea typeface="宋体" panose="02010600030101010101" pitchFamily="2" charset="-122"/>
                  <a:cs typeface="+mn-cs"/>
                </a:rPr>
                <a:t>CH</a:t>
              </a:r>
              <a:endParaRPr kumimoji="1" lang="en-US" altLang="zh-CN" sz="2400" b="0" i="0" u="none" strike="noStrike" kern="1200" cap="none" spc="0" normalizeH="0" baseline="0" noProof="0" dirty="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407587" name="Rectangle 35">
              <a:extLst>
                <a:ext uri="{FF2B5EF4-FFF2-40B4-BE49-F238E27FC236}">
                  <a16:creationId xmlns:a16="http://schemas.microsoft.com/office/drawing/2014/main" id="{3694C84C-29C1-438C-A007-5AF1136969CC}"/>
                </a:ext>
              </a:extLst>
            </p:cNvPr>
            <p:cNvSpPr>
              <a:spLocks noChangeArrowheads="1"/>
            </p:cNvSpPr>
            <p:nvPr/>
          </p:nvSpPr>
          <p:spPr bwMode="auto">
            <a:xfrm>
              <a:off x="1392" y="2773"/>
              <a:ext cx="528" cy="336"/>
            </a:xfrm>
            <a:prstGeom prst="rect">
              <a:avLst/>
            </a:prstGeom>
            <a:solidFill>
              <a:srgbClr val="FF6600"/>
            </a:solid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7588" name="Line 36">
              <a:extLst>
                <a:ext uri="{FF2B5EF4-FFF2-40B4-BE49-F238E27FC236}">
                  <a16:creationId xmlns:a16="http://schemas.microsoft.com/office/drawing/2014/main" id="{CA4FE513-30A4-4107-8072-958EDB86CE09}"/>
                </a:ext>
              </a:extLst>
            </p:cNvPr>
            <p:cNvSpPr>
              <a:spLocks noChangeShapeType="1"/>
            </p:cNvSpPr>
            <p:nvPr/>
          </p:nvSpPr>
          <p:spPr bwMode="auto">
            <a:xfrm>
              <a:off x="1680" y="2768"/>
              <a:ext cx="0" cy="328"/>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7589" name="Rectangle 37">
              <a:extLst>
                <a:ext uri="{FF2B5EF4-FFF2-40B4-BE49-F238E27FC236}">
                  <a16:creationId xmlns:a16="http://schemas.microsoft.com/office/drawing/2014/main" id="{ABBA1B45-E6E5-466B-88EC-40D455FF85B4}"/>
                </a:ext>
              </a:extLst>
            </p:cNvPr>
            <p:cNvSpPr>
              <a:spLocks noChangeArrowheads="1"/>
            </p:cNvSpPr>
            <p:nvPr/>
          </p:nvSpPr>
          <p:spPr bwMode="auto">
            <a:xfrm>
              <a:off x="1920" y="2773"/>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7590" name="Rectangle 38">
              <a:extLst>
                <a:ext uri="{FF2B5EF4-FFF2-40B4-BE49-F238E27FC236}">
                  <a16:creationId xmlns:a16="http://schemas.microsoft.com/office/drawing/2014/main" id="{3085FE76-9478-4F3D-9C34-8BB5C81E6973}"/>
                </a:ext>
              </a:extLst>
            </p:cNvPr>
            <p:cNvSpPr>
              <a:spLocks noChangeArrowheads="1"/>
            </p:cNvSpPr>
            <p:nvPr/>
          </p:nvSpPr>
          <p:spPr bwMode="auto">
            <a:xfrm>
              <a:off x="2400" y="2776"/>
              <a:ext cx="528"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7591" name="Line 39">
              <a:extLst>
                <a:ext uri="{FF2B5EF4-FFF2-40B4-BE49-F238E27FC236}">
                  <a16:creationId xmlns:a16="http://schemas.microsoft.com/office/drawing/2014/main" id="{C0395230-3F23-4E6D-92A3-6D411C098FF8}"/>
                </a:ext>
              </a:extLst>
            </p:cNvPr>
            <p:cNvSpPr>
              <a:spLocks noChangeShapeType="1"/>
            </p:cNvSpPr>
            <p:nvPr/>
          </p:nvSpPr>
          <p:spPr bwMode="auto">
            <a:xfrm>
              <a:off x="2688" y="2776"/>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7592" name="Rectangle 40">
              <a:extLst>
                <a:ext uri="{FF2B5EF4-FFF2-40B4-BE49-F238E27FC236}">
                  <a16:creationId xmlns:a16="http://schemas.microsoft.com/office/drawing/2014/main" id="{2904EA9F-45C6-4EDF-A418-8ECB698152C2}"/>
                </a:ext>
              </a:extLst>
            </p:cNvPr>
            <p:cNvSpPr>
              <a:spLocks noChangeArrowheads="1"/>
            </p:cNvSpPr>
            <p:nvPr/>
          </p:nvSpPr>
          <p:spPr bwMode="auto">
            <a:xfrm>
              <a:off x="2928" y="2776"/>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7593" name="Rectangle 41">
              <a:extLst>
                <a:ext uri="{FF2B5EF4-FFF2-40B4-BE49-F238E27FC236}">
                  <a16:creationId xmlns:a16="http://schemas.microsoft.com/office/drawing/2014/main" id="{F1A55667-A8DC-46E5-B820-B3DAFFE530F4}"/>
                </a:ext>
              </a:extLst>
            </p:cNvPr>
            <p:cNvSpPr>
              <a:spLocks noChangeArrowheads="1"/>
            </p:cNvSpPr>
            <p:nvPr/>
          </p:nvSpPr>
          <p:spPr bwMode="auto">
            <a:xfrm>
              <a:off x="3408" y="2776"/>
              <a:ext cx="576"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7594" name="Line 42">
              <a:extLst>
                <a:ext uri="{FF2B5EF4-FFF2-40B4-BE49-F238E27FC236}">
                  <a16:creationId xmlns:a16="http://schemas.microsoft.com/office/drawing/2014/main" id="{AA05C7B2-A45E-474D-BC74-3FAABB7B3B93}"/>
                </a:ext>
              </a:extLst>
            </p:cNvPr>
            <p:cNvSpPr>
              <a:spLocks noChangeShapeType="1"/>
            </p:cNvSpPr>
            <p:nvPr/>
          </p:nvSpPr>
          <p:spPr bwMode="auto">
            <a:xfrm>
              <a:off x="3696" y="2784"/>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7595" name="Rectangle 43">
              <a:extLst>
                <a:ext uri="{FF2B5EF4-FFF2-40B4-BE49-F238E27FC236}">
                  <a16:creationId xmlns:a16="http://schemas.microsoft.com/office/drawing/2014/main" id="{29AF6624-3022-4436-96B4-5690CAD164A8}"/>
                </a:ext>
              </a:extLst>
            </p:cNvPr>
            <p:cNvSpPr>
              <a:spLocks noChangeArrowheads="1"/>
            </p:cNvSpPr>
            <p:nvPr/>
          </p:nvSpPr>
          <p:spPr bwMode="auto">
            <a:xfrm>
              <a:off x="3984" y="2776"/>
              <a:ext cx="192"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7596" name="Line 44">
              <a:extLst>
                <a:ext uri="{FF2B5EF4-FFF2-40B4-BE49-F238E27FC236}">
                  <a16:creationId xmlns:a16="http://schemas.microsoft.com/office/drawing/2014/main" id="{ADE54F30-111E-42A3-8ADD-069F0B5BDEB8}"/>
                </a:ext>
              </a:extLst>
            </p:cNvPr>
            <p:cNvSpPr>
              <a:spLocks noChangeShapeType="1"/>
            </p:cNvSpPr>
            <p:nvPr/>
          </p:nvSpPr>
          <p:spPr bwMode="auto">
            <a:xfrm>
              <a:off x="1152" y="2949"/>
              <a:ext cx="240" cy="0"/>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7597" name="Line 45">
              <a:extLst>
                <a:ext uri="{FF2B5EF4-FFF2-40B4-BE49-F238E27FC236}">
                  <a16:creationId xmlns:a16="http://schemas.microsoft.com/office/drawing/2014/main" id="{A7077E2B-1457-4BA2-9C32-0C1F1A3E9CBA}"/>
                </a:ext>
              </a:extLst>
            </p:cNvPr>
            <p:cNvSpPr>
              <a:spLocks noChangeShapeType="1"/>
            </p:cNvSpPr>
            <p:nvPr/>
          </p:nvSpPr>
          <p:spPr bwMode="auto">
            <a:xfrm>
              <a:off x="2064" y="2949"/>
              <a:ext cx="336" cy="0"/>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7598" name="Line 46">
              <a:extLst>
                <a:ext uri="{FF2B5EF4-FFF2-40B4-BE49-F238E27FC236}">
                  <a16:creationId xmlns:a16="http://schemas.microsoft.com/office/drawing/2014/main" id="{5522B275-5D4A-4E73-B3E4-452916CEE244}"/>
                </a:ext>
              </a:extLst>
            </p:cNvPr>
            <p:cNvSpPr>
              <a:spLocks noChangeShapeType="1"/>
            </p:cNvSpPr>
            <p:nvPr/>
          </p:nvSpPr>
          <p:spPr bwMode="auto">
            <a:xfrm>
              <a:off x="3072" y="2949"/>
              <a:ext cx="336" cy="0"/>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7599" name="Text Box 47">
              <a:extLst>
                <a:ext uri="{FF2B5EF4-FFF2-40B4-BE49-F238E27FC236}">
                  <a16:creationId xmlns:a16="http://schemas.microsoft.com/office/drawing/2014/main" id="{10A662ED-2332-4DEC-B392-468DB3400311}"/>
                </a:ext>
              </a:extLst>
            </p:cNvPr>
            <p:cNvSpPr txBox="1">
              <a:spLocks noChangeArrowheads="1"/>
            </p:cNvSpPr>
            <p:nvPr/>
          </p:nvSpPr>
          <p:spPr bwMode="auto">
            <a:xfrm>
              <a:off x="3945" y="2730"/>
              <a:ext cx="27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407600" name="Text Box 48">
              <a:extLst>
                <a:ext uri="{FF2B5EF4-FFF2-40B4-BE49-F238E27FC236}">
                  <a16:creationId xmlns:a16="http://schemas.microsoft.com/office/drawing/2014/main" id="{82560F32-80E4-4D7C-8BC6-3B0685F0D60C}"/>
                </a:ext>
              </a:extLst>
            </p:cNvPr>
            <p:cNvSpPr txBox="1">
              <a:spLocks noChangeArrowheads="1"/>
            </p:cNvSpPr>
            <p:nvPr/>
          </p:nvSpPr>
          <p:spPr bwMode="auto">
            <a:xfrm>
              <a:off x="2428" y="667"/>
              <a:ext cx="50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1  0</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407601" name="Text Box 49">
              <a:extLst>
                <a:ext uri="{FF2B5EF4-FFF2-40B4-BE49-F238E27FC236}">
                  <a16:creationId xmlns:a16="http://schemas.microsoft.com/office/drawing/2014/main" id="{AE819958-3C60-4686-AF15-89E94E77C7D4}"/>
                </a:ext>
              </a:extLst>
            </p:cNvPr>
            <p:cNvSpPr txBox="1">
              <a:spLocks noChangeArrowheads="1"/>
            </p:cNvSpPr>
            <p:nvPr/>
          </p:nvSpPr>
          <p:spPr bwMode="auto">
            <a:xfrm>
              <a:off x="2428" y="2747"/>
              <a:ext cx="50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1  0</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407602" name="Text Box 50">
              <a:extLst>
                <a:ext uri="{FF2B5EF4-FFF2-40B4-BE49-F238E27FC236}">
                  <a16:creationId xmlns:a16="http://schemas.microsoft.com/office/drawing/2014/main" id="{549DBFD9-CBF5-470E-A312-6C4C80D22538}"/>
                </a:ext>
              </a:extLst>
            </p:cNvPr>
            <p:cNvSpPr txBox="1">
              <a:spLocks noChangeArrowheads="1"/>
            </p:cNvSpPr>
            <p:nvPr/>
          </p:nvSpPr>
          <p:spPr bwMode="auto">
            <a:xfrm>
              <a:off x="1392" y="1435"/>
              <a:ext cx="52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-1 4</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407603" name="Text Box 51">
              <a:extLst>
                <a:ext uri="{FF2B5EF4-FFF2-40B4-BE49-F238E27FC236}">
                  <a16:creationId xmlns:a16="http://schemas.microsoft.com/office/drawing/2014/main" id="{242C19EC-C438-4391-BBA3-F198AFDBC1E6}"/>
                </a:ext>
              </a:extLst>
            </p:cNvPr>
            <p:cNvSpPr txBox="1">
              <a:spLocks noChangeArrowheads="1"/>
            </p:cNvSpPr>
            <p:nvPr/>
          </p:nvSpPr>
          <p:spPr bwMode="auto">
            <a:xfrm>
              <a:off x="3400" y="2747"/>
              <a:ext cx="52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-1 4</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407604" name="Text Box 52">
              <a:extLst>
                <a:ext uri="{FF2B5EF4-FFF2-40B4-BE49-F238E27FC236}">
                  <a16:creationId xmlns:a16="http://schemas.microsoft.com/office/drawing/2014/main" id="{788F9073-F7FD-4467-9244-B6205B71D558}"/>
                </a:ext>
              </a:extLst>
            </p:cNvPr>
            <p:cNvSpPr txBox="1">
              <a:spLocks noChangeArrowheads="1"/>
            </p:cNvSpPr>
            <p:nvPr/>
          </p:nvSpPr>
          <p:spPr bwMode="auto">
            <a:xfrm>
              <a:off x="3408" y="667"/>
              <a:ext cx="52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-3 6</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407605" name="Text Box 53">
              <a:extLst>
                <a:ext uri="{FF2B5EF4-FFF2-40B4-BE49-F238E27FC236}">
                  <a16:creationId xmlns:a16="http://schemas.microsoft.com/office/drawing/2014/main" id="{10112581-9015-4CB3-8329-39DB61AF9579}"/>
                </a:ext>
              </a:extLst>
            </p:cNvPr>
            <p:cNvSpPr txBox="1">
              <a:spLocks noChangeArrowheads="1"/>
            </p:cNvSpPr>
            <p:nvPr/>
          </p:nvSpPr>
          <p:spPr bwMode="auto">
            <a:xfrm>
              <a:off x="2428" y="1435"/>
              <a:ext cx="50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3  6</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407606" name="Text Box 54">
              <a:extLst>
                <a:ext uri="{FF2B5EF4-FFF2-40B4-BE49-F238E27FC236}">
                  <a16:creationId xmlns:a16="http://schemas.microsoft.com/office/drawing/2014/main" id="{687DF6AA-280B-4A47-AF56-A7C2DADBBA9C}"/>
                </a:ext>
              </a:extLst>
            </p:cNvPr>
            <p:cNvSpPr txBox="1">
              <a:spLocks noChangeArrowheads="1"/>
            </p:cNvSpPr>
            <p:nvPr/>
          </p:nvSpPr>
          <p:spPr bwMode="auto">
            <a:xfrm>
              <a:off x="3383" y="1435"/>
              <a:ext cx="649"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-9 10</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407607" name="Text Box 55">
              <a:extLst>
                <a:ext uri="{FF2B5EF4-FFF2-40B4-BE49-F238E27FC236}">
                  <a16:creationId xmlns:a16="http://schemas.microsoft.com/office/drawing/2014/main" id="{C9A42DBB-9C45-4C88-B3E1-CF01DDE87E00}"/>
                </a:ext>
              </a:extLst>
            </p:cNvPr>
            <p:cNvSpPr txBox="1">
              <a:spLocks noChangeArrowheads="1"/>
            </p:cNvSpPr>
            <p:nvPr/>
          </p:nvSpPr>
          <p:spPr bwMode="auto">
            <a:xfrm>
              <a:off x="4428" y="667"/>
              <a:ext cx="56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7 12</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407608" name="Text Box 56">
              <a:extLst>
                <a:ext uri="{FF2B5EF4-FFF2-40B4-BE49-F238E27FC236}">
                  <a16:creationId xmlns:a16="http://schemas.microsoft.com/office/drawing/2014/main" id="{1AEA0877-1BBE-451F-8E87-33DD3DF20855}"/>
                </a:ext>
              </a:extLst>
            </p:cNvPr>
            <p:cNvSpPr txBox="1">
              <a:spLocks noChangeArrowheads="1"/>
            </p:cNvSpPr>
            <p:nvPr/>
          </p:nvSpPr>
          <p:spPr bwMode="auto">
            <a:xfrm>
              <a:off x="4476" y="1435"/>
              <a:ext cx="56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8 14</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407609" name="Line 57">
              <a:extLst>
                <a:ext uri="{FF2B5EF4-FFF2-40B4-BE49-F238E27FC236}">
                  <a16:creationId xmlns:a16="http://schemas.microsoft.com/office/drawing/2014/main" id="{211395BF-6F8D-4ED8-B7F1-EA35EEF7F9E0}"/>
                </a:ext>
              </a:extLst>
            </p:cNvPr>
            <p:cNvSpPr>
              <a:spLocks noChangeShapeType="1"/>
            </p:cNvSpPr>
            <p:nvPr/>
          </p:nvSpPr>
          <p:spPr bwMode="auto">
            <a:xfrm flipH="1">
              <a:off x="4599" y="456"/>
              <a:ext cx="240" cy="240"/>
            </a:xfrm>
            <a:prstGeom prst="line">
              <a:avLst/>
            </a:prstGeom>
            <a:noFill/>
            <a:ln w="38100">
              <a:solidFill>
                <a:schemeClr val="accent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7610" name="Text Box 58">
              <a:extLst>
                <a:ext uri="{FF2B5EF4-FFF2-40B4-BE49-F238E27FC236}">
                  <a16:creationId xmlns:a16="http://schemas.microsoft.com/office/drawing/2014/main" id="{B20437DF-C23C-43AF-AB6F-59C5BA5707E5}"/>
                </a:ext>
              </a:extLst>
            </p:cNvPr>
            <p:cNvSpPr txBox="1">
              <a:spLocks noChangeArrowheads="1"/>
            </p:cNvSpPr>
            <p:nvPr/>
          </p:nvSpPr>
          <p:spPr bwMode="auto">
            <a:xfrm>
              <a:off x="4839" y="273"/>
              <a:ext cx="353"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3366FF"/>
                  </a:solidFill>
                  <a:effectLst/>
                  <a:uLnTx/>
                  <a:uFillTx/>
                  <a:latin typeface="Times New Roman" panose="02020603050405020304" pitchFamily="18" charset="0"/>
                  <a:ea typeface="宋体" panose="02010600030101010101" pitchFamily="2" charset="-122"/>
                  <a:cs typeface="+mn-cs"/>
                </a:rPr>
                <a:t>pa</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407611" name="Line 59">
              <a:extLst>
                <a:ext uri="{FF2B5EF4-FFF2-40B4-BE49-F238E27FC236}">
                  <a16:creationId xmlns:a16="http://schemas.microsoft.com/office/drawing/2014/main" id="{0E26644D-E54E-484F-8745-F21D7D463341}"/>
                </a:ext>
              </a:extLst>
            </p:cNvPr>
            <p:cNvSpPr>
              <a:spLocks noChangeShapeType="1"/>
            </p:cNvSpPr>
            <p:nvPr/>
          </p:nvSpPr>
          <p:spPr bwMode="auto">
            <a:xfrm flipH="1" flipV="1">
              <a:off x="3592" y="1848"/>
              <a:ext cx="240" cy="240"/>
            </a:xfrm>
            <a:prstGeom prst="line">
              <a:avLst/>
            </a:prstGeom>
            <a:noFill/>
            <a:ln w="38100">
              <a:solidFill>
                <a:schemeClr val="accent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7612" name="Text Box 60">
              <a:extLst>
                <a:ext uri="{FF2B5EF4-FFF2-40B4-BE49-F238E27FC236}">
                  <a16:creationId xmlns:a16="http://schemas.microsoft.com/office/drawing/2014/main" id="{F8099556-DD3F-408E-B1A5-5010B88A7731}"/>
                </a:ext>
              </a:extLst>
            </p:cNvPr>
            <p:cNvSpPr txBox="1">
              <a:spLocks noChangeArrowheads="1"/>
            </p:cNvSpPr>
            <p:nvPr/>
          </p:nvSpPr>
          <p:spPr bwMode="auto">
            <a:xfrm>
              <a:off x="3832" y="1905"/>
              <a:ext cx="36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3366FF"/>
                  </a:solidFill>
                  <a:effectLst/>
                  <a:uLnTx/>
                  <a:uFillTx/>
                  <a:latin typeface="Times New Roman" panose="02020603050405020304" pitchFamily="18" charset="0"/>
                  <a:ea typeface="宋体" panose="02010600030101010101" pitchFamily="2" charset="-122"/>
                  <a:cs typeface="+mn-cs"/>
                </a:rPr>
                <a:t>pb</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407613" name="Rectangle 61">
              <a:extLst>
                <a:ext uri="{FF2B5EF4-FFF2-40B4-BE49-F238E27FC236}">
                  <a16:creationId xmlns:a16="http://schemas.microsoft.com/office/drawing/2014/main" id="{08B06953-1D7B-41DA-82B9-66D70C1FD9C4}"/>
                </a:ext>
              </a:extLst>
            </p:cNvPr>
            <p:cNvSpPr>
              <a:spLocks noChangeArrowheads="1"/>
            </p:cNvSpPr>
            <p:nvPr/>
          </p:nvSpPr>
          <p:spPr bwMode="auto">
            <a:xfrm>
              <a:off x="2928" y="696"/>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7614" name="Rectangle 62">
              <a:extLst>
                <a:ext uri="{FF2B5EF4-FFF2-40B4-BE49-F238E27FC236}">
                  <a16:creationId xmlns:a16="http://schemas.microsoft.com/office/drawing/2014/main" id="{8DE12C8E-DA6C-4FF7-A7BF-D0C12EA23FFB}"/>
                </a:ext>
              </a:extLst>
            </p:cNvPr>
            <p:cNvSpPr>
              <a:spLocks noChangeArrowheads="1"/>
            </p:cNvSpPr>
            <p:nvPr/>
          </p:nvSpPr>
          <p:spPr bwMode="auto">
            <a:xfrm>
              <a:off x="1920" y="696"/>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7615" name="Line 63">
              <a:extLst>
                <a:ext uri="{FF2B5EF4-FFF2-40B4-BE49-F238E27FC236}">
                  <a16:creationId xmlns:a16="http://schemas.microsoft.com/office/drawing/2014/main" id="{298D1FC1-D89E-4D1B-80E1-DF956CF737DD}"/>
                </a:ext>
              </a:extLst>
            </p:cNvPr>
            <p:cNvSpPr>
              <a:spLocks noChangeShapeType="1"/>
            </p:cNvSpPr>
            <p:nvPr/>
          </p:nvSpPr>
          <p:spPr bwMode="auto">
            <a:xfrm>
              <a:off x="3024" y="888"/>
              <a:ext cx="373" cy="0"/>
            </a:xfrm>
            <a:prstGeom prst="line">
              <a:avLst/>
            </a:prstGeom>
            <a:noFill/>
            <a:ln w="3810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7616" name="Line 64">
              <a:extLst>
                <a:ext uri="{FF2B5EF4-FFF2-40B4-BE49-F238E27FC236}">
                  <a16:creationId xmlns:a16="http://schemas.microsoft.com/office/drawing/2014/main" id="{B9649FA2-44ED-4753-ADAC-577F519B7B59}"/>
                </a:ext>
              </a:extLst>
            </p:cNvPr>
            <p:cNvSpPr>
              <a:spLocks noChangeShapeType="1"/>
            </p:cNvSpPr>
            <p:nvPr/>
          </p:nvSpPr>
          <p:spPr bwMode="auto">
            <a:xfrm>
              <a:off x="2016" y="888"/>
              <a:ext cx="384" cy="0"/>
            </a:xfrm>
            <a:prstGeom prst="line">
              <a:avLst/>
            </a:prstGeom>
            <a:noFill/>
            <a:ln w="3810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7617" name="Line 65">
              <a:extLst>
                <a:ext uri="{FF2B5EF4-FFF2-40B4-BE49-F238E27FC236}">
                  <a16:creationId xmlns:a16="http://schemas.microsoft.com/office/drawing/2014/main" id="{3A148CA3-D5FD-4C8D-9A77-B8576E7A6AE8}"/>
                </a:ext>
              </a:extLst>
            </p:cNvPr>
            <p:cNvSpPr>
              <a:spLocks noChangeShapeType="1"/>
            </p:cNvSpPr>
            <p:nvPr/>
          </p:nvSpPr>
          <p:spPr bwMode="auto">
            <a:xfrm>
              <a:off x="3380" y="2590"/>
              <a:ext cx="192" cy="192"/>
            </a:xfrm>
            <a:prstGeom prst="line">
              <a:avLst/>
            </a:prstGeom>
            <a:noFill/>
            <a:ln w="38100">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7618" name="Text Box 66">
              <a:extLst>
                <a:ext uri="{FF2B5EF4-FFF2-40B4-BE49-F238E27FC236}">
                  <a16:creationId xmlns:a16="http://schemas.microsoft.com/office/drawing/2014/main" id="{6046161C-5066-4DC1-9F76-9316A9A632DE}"/>
                </a:ext>
              </a:extLst>
            </p:cNvPr>
            <p:cNvSpPr txBox="1">
              <a:spLocks noChangeArrowheads="1"/>
            </p:cNvSpPr>
            <p:nvPr/>
          </p:nvSpPr>
          <p:spPr bwMode="auto">
            <a:xfrm>
              <a:off x="3098" y="2302"/>
              <a:ext cx="34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008080"/>
                  </a:solidFill>
                  <a:effectLst/>
                  <a:uLnTx/>
                  <a:uFillTx/>
                  <a:latin typeface="Times New Roman" panose="02020603050405020304" pitchFamily="18" charset="0"/>
                  <a:ea typeface="宋体" panose="02010600030101010101" pitchFamily="2" charset="-122"/>
                  <a:cs typeface="+mn-cs"/>
                </a:rPr>
                <a:t>pc</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grpSp>
          <p:nvGrpSpPr>
            <p:cNvPr id="407619" name="Group 67">
              <a:extLst>
                <a:ext uri="{FF2B5EF4-FFF2-40B4-BE49-F238E27FC236}">
                  <a16:creationId xmlns:a16="http://schemas.microsoft.com/office/drawing/2014/main" id="{9DA1352E-4418-419A-8EAA-E923E5684F0D}"/>
                </a:ext>
              </a:extLst>
            </p:cNvPr>
            <p:cNvGrpSpPr>
              <a:grpSpLocks/>
            </p:cNvGrpSpPr>
            <p:nvPr/>
          </p:nvGrpSpPr>
          <p:grpSpPr bwMode="auto">
            <a:xfrm>
              <a:off x="372" y="1462"/>
              <a:ext cx="1014" cy="855"/>
              <a:chOff x="372" y="1390"/>
              <a:chExt cx="1014" cy="855"/>
            </a:xfrm>
          </p:grpSpPr>
          <p:sp>
            <p:nvSpPr>
              <p:cNvPr id="407620" name="Rectangle 68">
                <a:extLst>
                  <a:ext uri="{FF2B5EF4-FFF2-40B4-BE49-F238E27FC236}">
                    <a16:creationId xmlns:a16="http://schemas.microsoft.com/office/drawing/2014/main" id="{BB4D12E3-F28B-4F12-9DCC-48DD3D480A3A}"/>
                  </a:ext>
                </a:extLst>
              </p:cNvPr>
              <p:cNvSpPr>
                <a:spLocks noChangeArrowheads="1"/>
              </p:cNvSpPr>
              <p:nvPr/>
            </p:nvSpPr>
            <p:spPr bwMode="auto">
              <a:xfrm>
                <a:off x="378" y="1390"/>
                <a:ext cx="528" cy="336"/>
              </a:xfrm>
              <a:prstGeom prst="rect">
                <a:avLst/>
              </a:prstGeom>
              <a:solidFill>
                <a:srgbClr val="FF6600"/>
              </a:solid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7621" name="Line 69">
                <a:extLst>
                  <a:ext uri="{FF2B5EF4-FFF2-40B4-BE49-F238E27FC236}">
                    <a16:creationId xmlns:a16="http://schemas.microsoft.com/office/drawing/2014/main" id="{54964FA7-244A-4061-8F4E-70F485A387BF}"/>
                  </a:ext>
                </a:extLst>
              </p:cNvPr>
              <p:cNvSpPr>
                <a:spLocks noChangeShapeType="1"/>
              </p:cNvSpPr>
              <p:nvPr/>
            </p:nvSpPr>
            <p:spPr bwMode="auto">
              <a:xfrm>
                <a:off x="666" y="1390"/>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7622" name="Text Box 70">
                <a:extLst>
                  <a:ext uri="{FF2B5EF4-FFF2-40B4-BE49-F238E27FC236}">
                    <a16:creationId xmlns:a16="http://schemas.microsoft.com/office/drawing/2014/main" id="{08B9EBBD-E0DB-4020-872F-32BE7A1C908D}"/>
                  </a:ext>
                </a:extLst>
              </p:cNvPr>
              <p:cNvSpPr txBox="1">
                <a:spLocks noChangeArrowheads="1"/>
              </p:cNvSpPr>
              <p:nvPr/>
            </p:nvSpPr>
            <p:spPr bwMode="auto">
              <a:xfrm>
                <a:off x="372" y="1915"/>
                <a:ext cx="385"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CC0000"/>
                    </a:solidFill>
                    <a:effectLst/>
                    <a:uLnTx/>
                    <a:uFillTx/>
                    <a:latin typeface="Arial Narrow" panose="020B0606020202030204" pitchFamily="34" charset="0"/>
                    <a:ea typeface="宋体" panose="02010600030101010101" pitchFamily="2" charset="-122"/>
                    <a:cs typeface="+mn-cs"/>
                  </a:rPr>
                  <a:t>BH</a:t>
                </a:r>
                <a:endParaRPr kumimoji="1" lang="en-US" altLang="zh-CN" sz="2400" b="0" i="0" u="none" strike="noStrike" kern="1200" cap="none" spc="0" normalizeH="0" baseline="0" noProof="0" dirty="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407623" name="Line 71">
                <a:extLst>
                  <a:ext uri="{FF2B5EF4-FFF2-40B4-BE49-F238E27FC236}">
                    <a16:creationId xmlns:a16="http://schemas.microsoft.com/office/drawing/2014/main" id="{91BF1D65-B250-454E-B67F-220003688382}"/>
                  </a:ext>
                </a:extLst>
              </p:cNvPr>
              <p:cNvSpPr>
                <a:spLocks noChangeShapeType="1"/>
              </p:cNvSpPr>
              <p:nvPr/>
            </p:nvSpPr>
            <p:spPr bwMode="auto">
              <a:xfrm flipH="1" flipV="1">
                <a:off x="615" y="1768"/>
                <a:ext cx="5" cy="178"/>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7624" name="Rectangle 72">
                <a:extLst>
                  <a:ext uri="{FF2B5EF4-FFF2-40B4-BE49-F238E27FC236}">
                    <a16:creationId xmlns:a16="http://schemas.microsoft.com/office/drawing/2014/main" id="{5E5ABF16-CF22-47DD-971F-DB51BADEB283}"/>
                  </a:ext>
                </a:extLst>
              </p:cNvPr>
              <p:cNvSpPr>
                <a:spLocks noChangeArrowheads="1"/>
              </p:cNvSpPr>
              <p:nvPr/>
            </p:nvSpPr>
            <p:spPr bwMode="auto">
              <a:xfrm>
                <a:off x="906" y="1390"/>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7625" name="Line 73">
                <a:extLst>
                  <a:ext uri="{FF2B5EF4-FFF2-40B4-BE49-F238E27FC236}">
                    <a16:creationId xmlns:a16="http://schemas.microsoft.com/office/drawing/2014/main" id="{DD1DA602-CEB8-4A78-BD56-672BD20E9F77}"/>
                  </a:ext>
                </a:extLst>
              </p:cNvPr>
              <p:cNvSpPr>
                <a:spLocks noChangeShapeType="1"/>
              </p:cNvSpPr>
              <p:nvPr/>
            </p:nvSpPr>
            <p:spPr bwMode="auto">
              <a:xfrm>
                <a:off x="1002" y="1582"/>
                <a:ext cx="384" cy="0"/>
              </a:xfrm>
              <a:prstGeom prst="line">
                <a:avLst/>
              </a:prstGeom>
              <a:noFill/>
              <a:ln w="3810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grpSp>
        <p:sp>
          <p:nvSpPr>
            <p:cNvPr id="407626" name="Line 74">
              <a:extLst>
                <a:ext uri="{FF2B5EF4-FFF2-40B4-BE49-F238E27FC236}">
                  <a16:creationId xmlns:a16="http://schemas.microsoft.com/office/drawing/2014/main" id="{476B1945-73AB-421B-B2E2-00D3D18A0E5A}"/>
                </a:ext>
              </a:extLst>
            </p:cNvPr>
            <p:cNvSpPr>
              <a:spLocks noChangeShapeType="1"/>
            </p:cNvSpPr>
            <p:nvPr/>
          </p:nvSpPr>
          <p:spPr bwMode="auto">
            <a:xfrm>
              <a:off x="4704" y="3437"/>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7627" name="Text Box 75">
              <a:extLst>
                <a:ext uri="{FF2B5EF4-FFF2-40B4-BE49-F238E27FC236}">
                  <a16:creationId xmlns:a16="http://schemas.microsoft.com/office/drawing/2014/main" id="{3D03D2BD-A14D-4551-B942-5311E21F7B34}"/>
                </a:ext>
              </a:extLst>
            </p:cNvPr>
            <p:cNvSpPr txBox="1">
              <a:spLocks noChangeArrowheads="1"/>
            </p:cNvSpPr>
            <p:nvPr/>
          </p:nvSpPr>
          <p:spPr bwMode="auto">
            <a:xfrm>
              <a:off x="1854" y="1998"/>
              <a:ext cx="1522" cy="327"/>
            </a:xfrm>
            <a:prstGeom prst="rect">
              <a:avLst/>
            </a:prstGeom>
            <a:solidFill>
              <a:srgbClr val="FF99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1"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rPr>
                <a:t>tmp = -3+3 = 0</a:t>
              </a:r>
            </a:p>
          </p:txBody>
        </p:sp>
        <p:sp>
          <p:nvSpPr>
            <p:cNvPr id="407628" name="Line 76">
              <a:extLst>
                <a:ext uri="{FF2B5EF4-FFF2-40B4-BE49-F238E27FC236}">
                  <a16:creationId xmlns:a16="http://schemas.microsoft.com/office/drawing/2014/main" id="{43F9EBE2-D082-4F98-8A79-B4802C192A8D}"/>
                </a:ext>
              </a:extLst>
            </p:cNvPr>
            <p:cNvSpPr>
              <a:spLocks noChangeShapeType="1"/>
            </p:cNvSpPr>
            <p:nvPr/>
          </p:nvSpPr>
          <p:spPr bwMode="auto">
            <a:xfrm flipV="1">
              <a:off x="2406" y="1770"/>
              <a:ext cx="118" cy="245"/>
            </a:xfrm>
            <a:prstGeom prst="line">
              <a:avLst/>
            </a:prstGeom>
            <a:noFill/>
            <a:ln w="28575">
              <a:solidFill>
                <a:srgbClr val="FF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7629" name="Line 77">
              <a:extLst>
                <a:ext uri="{FF2B5EF4-FFF2-40B4-BE49-F238E27FC236}">
                  <a16:creationId xmlns:a16="http://schemas.microsoft.com/office/drawing/2014/main" id="{22003EA6-3CE6-4989-9B10-115DB743F591}"/>
                </a:ext>
              </a:extLst>
            </p:cNvPr>
            <p:cNvSpPr>
              <a:spLocks noChangeShapeType="1"/>
            </p:cNvSpPr>
            <p:nvPr/>
          </p:nvSpPr>
          <p:spPr bwMode="auto">
            <a:xfrm flipV="1">
              <a:off x="2688" y="994"/>
              <a:ext cx="856" cy="1008"/>
            </a:xfrm>
            <a:prstGeom prst="line">
              <a:avLst/>
            </a:prstGeom>
            <a:noFill/>
            <a:ln w="28575">
              <a:solidFill>
                <a:srgbClr val="FF99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grpSp>
    </p:spTree>
  </p:cSld>
  <p:clrMapOvr>
    <a:masterClrMapping/>
  </p:clrMapOvr>
  <p:transition>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3205" name="Group 101">
            <a:extLst>
              <a:ext uri="{FF2B5EF4-FFF2-40B4-BE49-F238E27FC236}">
                <a16:creationId xmlns:a16="http://schemas.microsoft.com/office/drawing/2014/main" id="{2F92E143-EAFC-4973-946A-BBC59C3BC49A}"/>
              </a:ext>
            </a:extLst>
          </p:cNvPr>
          <p:cNvGrpSpPr>
            <a:grpSpLocks/>
          </p:cNvGrpSpPr>
          <p:nvPr/>
        </p:nvGrpSpPr>
        <p:grpSpPr bwMode="auto">
          <a:xfrm>
            <a:off x="590550" y="420688"/>
            <a:ext cx="7715250" cy="5772150"/>
            <a:chOff x="372" y="265"/>
            <a:chExt cx="4860" cy="3636"/>
          </a:xfrm>
        </p:grpSpPr>
        <p:sp>
          <p:nvSpPr>
            <p:cNvPr id="303106" name="Rectangle 2">
              <a:extLst>
                <a:ext uri="{FF2B5EF4-FFF2-40B4-BE49-F238E27FC236}">
                  <a16:creationId xmlns:a16="http://schemas.microsoft.com/office/drawing/2014/main" id="{C9BF988F-29EB-4078-AE43-3285BC73C932}"/>
                </a:ext>
              </a:extLst>
            </p:cNvPr>
            <p:cNvSpPr>
              <a:spLocks noChangeArrowheads="1"/>
            </p:cNvSpPr>
            <p:nvPr/>
          </p:nvSpPr>
          <p:spPr bwMode="auto">
            <a:xfrm>
              <a:off x="4416" y="688"/>
              <a:ext cx="528"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3107" name="Line 3">
              <a:extLst>
                <a:ext uri="{FF2B5EF4-FFF2-40B4-BE49-F238E27FC236}">
                  <a16:creationId xmlns:a16="http://schemas.microsoft.com/office/drawing/2014/main" id="{E2B9183D-B51E-4D66-A15A-86C5DE26800A}"/>
                </a:ext>
              </a:extLst>
            </p:cNvPr>
            <p:cNvSpPr>
              <a:spLocks noChangeShapeType="1"/>
            </p:cNvSpPr>
            <p:nvPr/>
          </p:nvSpPr>
          <p:spPr bwMode="auto">
            <a:xfrm>
              <a:off x="4704" y="688"/>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3108" name="Rectangle 4">
              <a:extLst>
                <a:ext uri="{FF2B5EF4-FFF2-40B4-BE49-F238E27FC236}">
                  <a16:creationId xmlns:a16="http://schemas.microsoft.com/office/drawing/2014/main" id="{181B3B0C-F6FF-49CD-8F4A-EB8735062A71}"/>
                </a:ext>
              </a:extLst>
            </p:cNvPr>
            <p:cNvSpPr>
              <a:spLocks noChangeArrowheads="1"/>
            </p:cNvSpPr>
            <p:nvPr/>
          </p:nvSpPr>
          <p:spPr bwMode="auto">
            <a:xfrm>
              <a:off x="1392" y="688"/>
              <a:ext cx="528" cy="336"/>
            </a:xfrm>
            <a:prstGeom prst="rect">
              <a:avLst/>
            </a:prstGeom>
            <a:solidFill>
              <a:srgbClr val="FF6600"/>
            </a:solid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3109" name="Text Box 5">
              <a:extLst>
                <a:ext uri="{FF2B5EF4-FFF2-40B4-BE49-F238E27FC236}">
                  <a16:creationId xmlns:a16="http://schemas.microsoft.com/office/drawing/2014/main" id="{A0DCCA8E-902E-4FA8-8291-DD6129F6905A}"/>
                </a:ext>
              </a:extLst>
            </p:cNvPr>
            <p:cNvSpPr txBox="1">
              <a:spLocks noChangeArrowheads="1"/>
            </p:cNvSpPr>
            <p:nvPr/>
          </p:nvSpPr>
          <p:spPr bwMode="auto">
            <a:xfrm>
              <a:off x="726" y="688"/>
              <a:ext cx="385"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CC0000"/>
                  </a:solidFill>
                  <a:effectLst/>
                  <a:uLnTx/>
                  <a:uFillTx/>
                  <a:latin typeface="Arial Narrow" panose="020B0606020202030204" pitchFamily="34" charset="0"/>
                  <a:ea typeface="宋体" panose="02010600030101010101" pitchFamily="2" charset="-122"/>
                  <a:cs typeface="+mn-cs"/>
                </a:rPr>
                <a:t>AH</a:t>
              </a:r>
              <a:endParaRPr kumimoji="1" lang="en-US" altLang="zh-CN" sz="2400" b="0" i="0" u="none" strike="noStrike" kern="1200" cap="none" spc="0" normalizeH="0" baseline="0" noProof="0" dirty="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3110" name="Line 6">
              <a:extLst>
                <a:ext uri="{FF2B5EF4-FFF2-40B4-BE49-F238E27FC236}">
                  <a16:creationId xmlns:a16="http://schemas.microsoft.com/office/drawing/2014/main" id="{183BE8B2-AA3B-4A96-B7AD-02190C6BF176}"/>
                </a:ext>
              </a:extLst>
            </p:cNvPr>
            <p:cNvSpPr>
              <a:spLocks noChangeShapeType="1"/>
            </p:cNvSpPr>
            <p:nvPr/>
          </p:nvSpPr>
          <p:spPr bwMode="auto">
            <a:xfrm>
              <a:off x="1680" y="688"/>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3111" name="Rectangle 7">
              <a:extLst>
                <a:ext uri="{FF2B5EF4-FFF2-40B4-BE49-F238E27FC236}">
                  <a16:creationId xmlns:a16="http://schemas.microsoft.com/office/drawing/2014/main" id="{21BC7CAB-14D2-49FE-90E4-B8B8C325A96F}"/>
                </a:ext>
              </a:extLst>
            </p:cNvPr>
            <p:cNvSpPr>
              <a:spLocks noChangeArrowheads="1"/>
            </p:cNvSpPr>
            <p:nvPr/>
          </p:nvSpPr>
          <p:spPr bwMode="auto">
            <a:xfrm>
              <a:off x="4944" y="688"/>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3112" name="Rectangle 8">
              <a:extLst>
                <a:ext uri="{FF2B5EF4-FFF2-40B4-BE49-F238E27FC236}">
                  <a16:creationId xmlns:a16="http://schemas.microsoft.com/office/drawing/2014/main" id="{C59A6828-491B-464A-ADBE-52E800E2A48B}"/>
                </a:ext>
              </a:extLst>
            </p:cNvPr>
            <p:cNvSpPr>
              <a:spLocks noChangeArrowheads="1"/>
            </p:cNvSpPr>
            <p:nvPr/>
          </p:nvSpPr>
          <p:spPr bwMode="auto">
            <a:xfrm>
              <a:off x="1392" y="1456"/>
              <a:ext cx="528"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3113" name="Line 9">
              <a:extLst>
                <a:ext uri="{FF2B5EF4-FFF2-40B4-BE49-F238E27FC236}">
                  <a16:creationId xmlns:a16="http://schemas.microsoft.com/office/drawing/2014/main" id="{1750C281-BD94-4A25-BC77-00A4C74CBFF0}"/>
                </a:ext>
              </a:extLst>
            </p:cNvPr>
            <p:cNvSpPr>
              <a:spLocks noChangeShapeType="1"/>
            </p:cNvSpPr>
            <p:nvPr/>
          </p:nvSpPr>
          <p:spPr bwMode="auto">
            <a:xfrm>
              <a:off x="1680" y="1456"/>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3114" name="Rectangle 10">
              <a:extLst>
                <a:ext uri="{FF2B5EF4-FFF2-40B4-BE49-F238E27FC236}">
                  <a16:creationId xmlns:a16="http://schemas.microsoft.com/office/drawing/2014/main" id="{BCC111E0-5D1C-449C-BA2F-58F52A6D6736}"/>
                </a:ext>
              </a:extLst>
            </p:cNvPr>
            <p:cNvSpPr>
              <a:spLocks noChangeArrowheads="1"/>
            </p:cNvSpPr>
            <p:nvPr/>
          </p:nvSpPr>
          <p:spPr bwMode="auto">
            <a:xfrm>
              <a:off x="1928" y="1456"/>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3115" name="Rectangle 11">
              <a:extLst>
                <a:ext uri="{FF2B5EF4-FFF2-40B4-BE49-F238E27FC236}">
                  <a16:creationId xmlns:a16="http://schemas.microsoft.com/office/drawing/2014/main" id="{5C75AEE2-8F36-496A-9E64-D7E8FA94FFE2}"/>
                </a:ext>
              </a:extLst>
            </p:cNvPr>
            <p:cNvSpPr>
              <a:spLocks noChangeArrowheads="1"/>
            </p:cNvSpPr>
            <p:nvPr/>
          </p:nvSpPr>
          <p:spPr bwMode="auto">
            <a:xfrm>
              <a:off x="2400" y="688"/>
              <a:ext cx="528"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3116" name="Line 12">
              <a:extLst>
                <a:ext uri="{FF2B5EF4-FFF2-40B4-BE49-F238E27FC236}">
                  <a16:creationId xmlns:a16="http://schemas.microsoft.com/office/drawing/2014/main" id="{1AA95195-B69B-423E-AE2A-7511EAE9DDF4}"/>
                </a:ext>
              </a:extLst>
            </p:cNvPr>
            <p:cNvSpPr>
              <a:spLocks noChangeShapeType="1"/>
            </p:cNvSpPr>
            <p:nvPr/>
          </p:nvSpPr>
          <p:spPr bwMode="auto">
            <a:xfrm>
              <a:off x="2688" y="688"/>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3117" name="Rectangle 13">
              <a:extLst>
                <a:ext uri="{FF2B5EF4-FFF2-40B4-BE49-F238E27FC236}">
                  <a16:creationId xmlns:a16="http://schemas.microsoft.com/office/drawing/2014/main" id="{14AD36C0-539B-4A1D-AB56-0A54E577B667}"/>
                </a:ext>
              </a:extLst>
            </p:cNvPr>
            <p:cNvSpPr>
              <a:spLocks noChangeArrowheads="1"/>
            </p:cNvSpPr>
            <p:nvPr/>
          </p:nvSpPr>
          <p:spPr bwMode="auto">
            <a:xfrm>
              <a:off x="3936" y="688"/>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3118" name="Rectangle 14">
              <a:extLst>
                <a:ext uri="{FF2B5EF4-FFF2-40B4-BE49-F238E27FC236}">
                  <a16:creationId xmlns:a16="http://schemas.microsoft.com/office/drawing/2014/main" id="{39EE4210-C71C-4D09-9467-3C098636344B}"/>
                </a:ext>
              </a:extLst>
            </p:cNvPr>
            <p:cNvSpPr>
              <a:spLocks noChangeArrowheads="1"/>
            </p:cNvSpPr>
            <p:nvPr/>
          </p:nvSpPr>
          <p:spPr bwMode="auto">
            <a:xfrm>
              <a:off x="2400" y="1456"/>
              <a:ext cx="528"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3119" name="Line 15">
              <a:extLst>
                <a:ext uri="{FF2B5EF4-FFF2-40B4-BE49-F238E27FC236}">
                  <a16:creationId xmlns:a16="http://schemas.microsoft.com/office/drawing/2014/main" id="{7B9FDF1E-4FF2-4D8D-938E-083060FF2B55}"/>
                </a:ext>
              </a:extLst>
            </p:cNvPr>
            <p:cNvSpPr>
              <a:spLocks noChangeShapeType="1"/>
            </p:cNvSpPr>
            <p:nvPr/>
          </p:nvSpPr>
          <p:spPr bwMode="auto">
            <a:xfrm>
              <a:off x="2688" y="1456"/>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3120" name="Rectangle 16">
              <a:extLst>
                <a:ext uri="{FF2B5EF4-FFF2-40B4-BE49-F238E27FC236}">
                  <a16:creationId xmlns:a16="http://schemas.microsoft.com/office/drawing/2014/main" id="{FE645A5A-77AB-4CC4-A63B-30507529723D}"/>
                </a:ext>
              </a:extLst>
            </p:cNvPr>
            <p:cNvSpPr>
              <a:spLocks noChangeArrowheads="1"/>
            </p:cNvSpPr>
            <p:nvPr/>
          </p:nvSpPr>
          <p:spPr bwMode="auto">
            <a:xfrm>
              <a:off x="2928" y="1456"/>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3121" name="Rectangle 17">
              <a:extLst>
                <a:ext uri="{FF2B5EF4-FFF2-40B4-BE49-F238E27FC236}">
                  <a16:creationId xmlns:a16="http://schemas.microsoft.com/office/drawing/2014/main" id="{A4A5E7D8-B1D0-499B-A8DC-5B841CF006B9}"/>
                </a:ext>
              </a:extLst>
            </p:cNvPr>
            <p:cNvSpPr>
              <a:spLocks noChangeArrowheads="1"/>
            </p:cNvSpPr>
            <p:nvPr/>
          </p:nvSpPr>
          <p:spPr bwMode="auto">
            <a:xfrm>
              <a:off x="3408" y="688"/>
              <a:ext cx="576"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3122" name="Line 18">
              <a:extLst>
                <a:ext uri="{FF2B5EF4-FFF2-40B4-BE49-F238E27FC236}">
                  <a16:creationId xmlns:a16="http://schemas.microsoft.com/office/drawing/2014/main" id="{C4EC2533-E836-4C1E-B7EA-90127B32428C}"/>
                </a:ext>
              </a:extLst>
            </p:cNvPr>
            <p:cNvSpPr>
              <a:spLocks noChangeShapeType="1"/>
            </p:cNvSpPr>
            <p:nvPr/>
          </p:nvSpPr>
          <p:spPr bwMode="auto">
            <a:xfrm>
              <a:off x="3696" y="688"/>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3123" name="Rectangle 19">
              <a:extLst>
                <a:ext uri="{FF2B5EF4-FFF2-40B4-BE49-F238E27FC236}">
                  <a16:creationId xmlns:a16="http://schemas.microsoft.com/office/drawing/2014/main" id="{0B58F8B1-8668-4C09-8E37-DE5B5ABD127D}"/>
                </a:ext>
              </a:extLst>
            </p:cNvPr>
            <p:cNvSpPr>
              <a:spLocks noChangeArrowheads="1"/>
            </p:cNvSpPr>
            <p:nvPr/>
          </p:nvSpPr>
          <p:spPr bwMode="auto">
            <a:xfrm>
              <a:off x="3984" y="688"/>
              <a:ext cx="192"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3124" name="Rectangle 20">
              <a:extLst>
                <a:ext uri="{FF2B5EF4-FFF2-40B4-BE49-F238E27FC236}">
                  <a16:creationId xmlns:a16="http://schemas.microsoft.com/office/drawing/2014/main" id="{F689296C-6265-4288-81D6-CD1C38C8B1BC}"/>
                </a:ext>
              </a:extLst>
            </p:cNvPr>
            <p:cNvSpPr>
              <a:spLocks noChangeArrowheads="1"/>
            </p:cNvSpPr>
            <p:nvPr/>
          </p:nvSpPr>
          <p:spPr bwMode="auto">
            <a:xfrm>
              <a:off x="3408" y="1456"/>
              <a:ext cx="576"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3125" name="Line 21">
              <a:extLst>
                <a:ext uri="{FF2B5EF4-FFF2-40B4-BE49-F238E27FC236}">
                  <a16:creationId xmlns:a16="http://schemas.microsoft.com/office/drawing/2014/main" id="{0118C54D-213F-434C-97C3-1ABC59387EDD}"/>
                </a:ext>
              </a:extLst>
            </p:cNvPr>
            <p:cNvSpPr>
              <a:spLocks noChangeShapeType="1"/>
            </p:cNvSpPr>
            <p:nvPr/>
          </p:nvSpPr>
          <p:spPr bwMode="auto">
            <a:xfrm>
              <a:off x="3696" y="1456"/>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3126" name="Rectangle 22">
              <a:extLst>
                <a:ext uri="{FF2B5EF4-FFF2-40B4-BE49-F238E27FC236}">
                  <a16:creationId xmlns:a16="http://schemas.microsoft.com/office/drawing/2014/main" id="{4B53BD26-4C3F-4E0E-9848-9FC9945D4C0D}"/>
                </a:ext>
              </a:extLst>
            </p:cNvPr>
            <p:cNvSpPr>
              <a:spLocks noChangeArrowheads="1"/>
            </p:cNvSpPr>
            <p:nvPr/>
          </p:nvSpPr>
          <p:spPr bwMode="auto">
            <a:xfrm>
              <a:off x="3984" y="1456"/>
              <a:ext cx="192"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3127" name="Rectangle 23">
              <a:extLst>
                <a:ext uri="{FF2B5EF4-FFF2-40B4-BE49-F238E27FC236}">
                  <a16:creationId xmlns:a16="http://schemas.microsoft.com/office/drawing/2014/main" id="{8016E6FF-781F-4916-9147-04A842370662}"/>
                </a:ext>
              </a:extLst>
            </p:cNvPr>
            <p:cNvSpPr>
              <a:spLocks noChangeArrowheads="1"/>
            </p:cNvSpPr>
            <p:nvPr/>
          </p:nvSpPr>
          <p:spPr bwMode="auto">
            <a:xfrm>
              <a:off x="4416" y="1456"/>
              <a:ext cx="576"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3128" name="Line 24">
              <a:extLst>
                <a:ext uri="{FF2B5EF4-FFF2-40B4-BE49-F238E27FC236}">
                  <a16:creationId xmlns:a16="http://schemas.microsoft.com/office/drawing/2014/main" id="{F1EE07ED-E444-4846-AA68-B00FDA2B07CB}"/>
                </a:ext>
              </a:extLst>
            </p:cNvPr>
            <p:cNvSpPr>
              <a:spLocks noChangeShapeType="1"/>
            </p:cNvSpPr>
            <p:nvPr/>
          </p:nvSpPr>
          <p:spPr bwMode="auto">
            <a:xfrm>
              <a:off x="4704" y="1456"/>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3129" name="Rectangle 25">
              <a:extLst>
                <a:ext uri="{FF2B5EF4-FFF2-40B4-BE49-F238E27FC236}">
                  <a16:creationId xmlns:a16="http://schemas.microsoft.com/office/drawing/2014/main" id="{DBC9E10C-12CA-47E0-9778-FB89D7968654}"/>
                </a:ext>
              </a:extLst>
            </p:cNvPr>
            <p:cNvSpPr>
              <a:spLocks noChangeArrowheads="1"/>
            </p:cNvSpPr>
            <p:nvPr/>
          </p:nvSpPr>
          <p:spPr bwMode="auto">
            <a:xfrm>
              <a:off x="4992" y="1456"/>
              <a:ext cx="192"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3130" name="Line 26">
              <a:extLst>
                <a:ext uri="{FF2B5EF4-FFF2-40B4-BE49-F238E27FC236}">
                  <a16:creationId xmlns:a16="http://schemas.microsoft.com/office/drawing/2014/main" id="{8603B2D9-67E5-4A21-ACCB-92D64AF78426}"/>
                </a:ext>
              </a:extLst>
            </p:cNvPr>
            <p:cNvSpPr>
              <a:spLocks noChangeShapeType="1"/>
            </p:cNvSpPr>
            <p:nvPr/>
          </p:nvSpPr>
          <p:spPr bwMode="auto">
            <a:xfrm>
              <a:off x="1152" y="880"/>
              <a:ext cx="240" cy="0"/>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3131" name="Line 27">
              <a:extLst>
                <a:ext uri="{FF2B5EF4-FFF2-40B4-BE49-F238E27FC236}">
                  <a16:creationId xmlns:a16="http://schemas.microsoft.com/office/drawing/2014/main" id="{59D14C85-F824-441A-B97B-33E23B60F0B6}"/>
                </a:ext>
              </a:extLst>
            </p:cNvPr>
            <p:cNvSpPr>
              <a:spLocks noChangeShapeType="1"/>
            </p:cNvSpPr>
            <p:nvPr/>
          </p:nvSpPr>
          <p:spPr bwMode="auto">
            <a:xfrm>
              <a:off x="2016" y="1648"/>
              <a:ext cx="384" cy="0"/>
            </a:xfrm>
            <a:prstGeom prst="line">
              <a:avLst/>
            </a:prstGeom>
            <a:noFill/>
            <a:ln w="38100">
              <a:solidFill>
                <a:schemeClr val="bg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3132" name="Line 28">
              <a:extLst>
                <a:ext uri="{FF2B5EF4-FFF2-40B4-BE49-F238E27FC236}">
                  <a16:creationId xmlns:a16="http://schemas.microsoft.com/office/drawing/2014/main" id="{E62D813B-566B-4B1D-AC01-15A6AD2BA888}"/>
                </a:ext>
              </a:extLst>
            </p:cNvPr>
            <p:cNvSpPr>
              <a:spLocks noChangeShapeType="1"/>
            </p:cNvSpPr>
            <p:nvPr/>
          </p:nvSpPr>
          <p:spPr bwMode="auto">
            <a:xfrm>
              <a:off x="3072" y="1648"/>
              <a:ext cx="336" cy="0"/>
            </a:xfrm>
            <a:prstGeom prst="line">
              <a:avLst/>
            </a:prstGeom>
            <a:noFill/>
            <a:ln w="38100">
              <a:solidFill>
                <a:schemeClr val="bg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3133" name="Line 29">
              <a:extLst>
                <a:ext uri="{FF2B5EF4-FFF2-40B4-BE49-F238E27FC236}">
                  <a16:creationId xmlns:a16="http://schemas.microsoft.com/office/drawing/2014/main" id="{CDAC75FA-D9C8-4335-903F-363C7EE63DE2}"/>
                </a:ext>
              </a:extLst>
            </p:cNvPr>
            <p:cNvSpPr>
              <a:spLocks noChangeShapeType="1"/>
            </p:cNvSpPr>
            <p:nvPr/>
          </p:nvSpPr>
          <p:spPr bwMode="auto">
            <a:xfrm>
              <a:off x="4080" y="1648"/>
              <a:ext cx="336" cy="0"/>
            </a:xfrm>
            <a:prstGeom prst="line">
              <a:avLst/>
            </a:prstGeom>
            <a:noFill/>
            <a:ln w="38100">
              <a:solidFill>
                <a:schemeClr val="bg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3134" name="Line 30">
              <a:extLst>
                <a:ext uri="{FF2B5EF4-FFF2-40B4-BE49-F238E27FC236}">
                  <a16:creationId xmlns:a16="http://schemas.microsoft.com/office/drawing/2014/main" id="{34711504-FED4-488E-A9DE-E43B57D7000C}"/>
                </a:ext>
              </a:extLst>
            </p:cNvPr>
            <p:cNvSpPr>
              <a:spLocks noChangeShapeType="1"/>
            </p:cNvSpPr>
            <p:nvPr/>
          </p:nvSpPr>
          <p:spPr bwMode="auto">
            <a:xfrm>
              <a:off x="4080" y="880"/>
              <a:ext cx="336" cy="0"/>
            </a:xfrm>
            <a:prstGeom prst="line">
              <a:avLst/>
            </a:prstGeom>
            <a:noFill/>
            <a:ln w="38100">
              <a:solidFill>
                <a:schemeClr val="bg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3135" name="Text Box 31">
              <a:extLst>
                <a:ext uri="{FF2B5EF4-FFF2-40B4-BE49-F238E27FC236}">
                  <a16:creationId xmlns:a16="http://schemas.microsoft.com/office/drawing/2014/main" id="{05982E3D-5152-4BB7-9EE3-063A958C05AE}"/>
                </a:ext>
              </a:extLst>
            </p:cNvPr>
            <p:cNvSpPr txBox="1">
              <a:spLocks noChangeArrowheads="1"/>
            </p:cNvSpPr>
            <p:nvPr/>
          </p:nvSpPr>
          <p:spPr bwMode="auto">
            <a:xfrm>
              <a:off x="4961" y="659"/>
              <a:ext cx="27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3136" name="Text Box 32">
              <a:extLst>
                <a:ext uri="{FF2B5EF4-FFF2-40B4-BE49-F238E27FC236}">
                  <a16:creationId xmlns:a16="http://schemas.microsoft.com/office/drawing/2014/main" id="{A13027AF-A82B-4D0B-BBE1-0111972EEF56}"/>
                </a:ext>
              </a:extLst>
            </p:cNvPr>
            <p:cNvSpPr txBox="1">
              <a:spLocks noChangeArrowheads="1"/>
            </p:cNvSpPr>
            <p:nvPr/>
          </p:nvSpPr>
          <p:spPr bwMode="auto">
            <a:xfrm>
              <a:off x="4961" y="1427"/>
              <a:ext cx="27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3137" name="Text Box 33">
              <a:extLst>
                <a:ext uri="{FF2B5EF4-FFF2-40B4-BE49-F238E27FC236}">
                  <a16:creationId xmlns:a16="http://schemas.microsoft.com/office/drawing/2014/main" id="{1887A9FA-DD51-47D4-9957-5F4FA2DFFE33}"/>
                </a:ext>
              </a:extLst>
            </p:cNvPr>
            <p:cNvSpPr txBox="1">
              <a:spLocks noChangeArrowheads="1"/>
            </p:cNvSpPr>
            <p:nvPr/>
          </p:nvSpPr>
          <p:spPr bwMode="auto">
            <a:xfrm>
              <a:off x="726" y="2542"/>
              <a:ext cx="385"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CC0000"/>
                  </a:solidFill>
                  <a:effectLst/>
                  <a:uLnTx/>
                  <a:uFillTx/>
                  <a:latin typeface="Arial Narrow" panose="020B0606020202030204" pitchFamily="34" charset="0"/>
                  <a:ea typeface="宋体" panose="02010600030101010101" pitchFamily="2" charset="-122"/>
                  <a:cs typeface="+mn-cs"/>
                </a:rPr>
                <a:t>CH</a:t>
              </a:r>
              <a:endParaRPr kumimoji="1" lang="en-US" altLang="zh-CN" sz="2400" b="0" i="0" u="none" strike="noStrike" kern="1200" cap="none" spc="0" normalizeH="0" baseline="0" noProof="0" dirty="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3138" name="Rectangle 34">
              <a:extLst>
                <a:ext uri="{FF2B5EF4-FFF2-40B4-BE49-F238E27FC236}">
                  <a16:creationId xmlns:a16="http://schemas.microsoft.com/office/drawing/2014/main" id="{20838A38-1114-40D9-8DE9-4E62F964685E}"/>
                </a:ext>
              </a:extLst>
            </p:cNvPr>
            <p:cNvSpPr>
              <a:spLocks noChangeArrowheads="1"/>
            </p:cNvSpPr>
            <p:nvPr/>
          </p:nvSpPr>
          <p:spPr bwMode="auto">
            <a:xfrm>
              <a:off x="1400" y="2533"/>
              <a:ext cx="528" cy="336"/>
            </a:xfrm>
            <a:prstGeom prst="rect">
              <a:avLst/>
            </a:prstGeom>
            <a:solidFill>
              <a:srgbClr val="FF6600"/>
            </a:solid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3139" name="Line 35">
              <a:extLst>
                <a:ext uri="{FF2B5EF4-FFF2-40B4-BE49-F238E27FC236}">
                  <a16:creationId xmlns:a16="http://schemas.microsoft.com/office/drawing/2014/main" id="{9129F415-9D0A-42CB-8D32-E5C2A0720F3C}"/>
                </a:ext>
              </a:extLst>
            </p:cNvPr>
            <p:cNvSpPr>
              <a:spLocks noChangeShapeType="1"/>
            </p:cNvSpPr>
            <p:nvPr/>
          </p:nvSpPr>
          <p:spPr bwMode="auto">
            <a:xfrm>
              <a:off x="1680" y="2536"/>
              <a:ext cx="0" cy="328"/>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3140" name="Rectangle 36">
              <a:extLst>
                <a:ext uri="{FF2B5EF4-FFF2-40B4-BE49-F238E27FC236}">
                  <a16:creationId xmlns:a16="http://schemas.microsoft.com/office/drawing/2014/main" id="{5BADEDC6-69F7-4FEF-B491-1A262692689F}"/>
                </a:ext>
              </a:extLst>
            </p:cNvPr>
            <p:cNvSpPr>
              <a:spLocks noChangeArrowheads="1"/>
            </p:cNvSpPr>
            <p:nvPr/>
          </p:nvSpPr>
          <p:spPr bwMode="auto">
            <a:xfrm>
              <a:off x="1928" y="2533"/>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3141" name="Rectangle 37">
              <a:extLst>
                <a:ext uri="{FF2B5EF4-FFF2-40B4-BE49-F238E27FC236}">
                  <a16:creationId xmlns:a16="http://schemas.microsoft.com/office/drawing/2014/main" id="{EEF9A401-08B8-450B-B6F1-FC47705BA2F5}"/>
                </a:ext>
              </a:extLst>
            </p:cNvPr>
            <p:cNvSpPr>
              <a:spLocks noChangeArrowheads="1"/>
            </p:cNvSpPr>
            <p:nvPr/>
          </p:nvSpPr>
          <p:spPr bwMode="auto">
            <a:xfrm>
              <a:off x="2400" y="2536"/>
              <a:ext cx="528"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3142" name="Line 38">
              <a:extLst>
                <a:ext uri="{FF2B5EF4-FFF2-40B4-BE49-F238E27FC236}">
                  <a16:creationId xmlns:a16="http://schemas.microsoft.com/office/drawing/2014/main" id="{6F6B0016-FEF5-4B31-867B-B28108B14F74}"/>
                </a:ext>
              </a:extLst>
            </p:cNvPr>
            <p:cNvSpPr>
              <a:spLocks noChangeShapeType="1"/>
            </p:cNvSpPr>
            <p:nvPr/>
          </p:nvSpPr>
          <p:spPr bwMode="auto">
            <a:xfrm>
              <a:off x="2688" y="2528"/>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3143" name="Rectangle 39">
              <a:extLst>
                <a:ext uri="{FF2B5EF4-FFF2-40B4-BE49-F238E27FC236}">
                  <a16:creationId xmlns:a16="http://schemas.microsoft.com/office/drawing/2014/main" id="{DD3EF6B5-AC1A-4C8A-A2E6-A7FCD01ED244}"/>
                </a:ext>
              </a:extLst>
            </p:cNvPr>
            <p:cNvSpPr>
              <a:spLocks noChangeArrowheads="1"/>
            </p:cNvSpPr>
            <p:nvPr/>
          </p:nvSpPr>
          <p:spPr bwMode="auto">
            <a:xfrm>
              <a:off x="2928" y="2536"/>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3144" name="Rectangle 40">
              <a:extLst>
                <a:ext uri="{FF2B5EF4-FFF2-40B4-BE49-F238E27FC236}">
                  <a16:creationId xmlns:a16="http://schemas.microsoft.com/office/drawing/2014/main" id="{BCFC89CF-9C33-4719-A6B1-BDAC7691CDB8}"/>
                </a:ext>
              </a:extLst>
            </p:cNvPr>
            <p:cNvSpPr>
              <a:spLocks noChangeArrowheads="1"/>
            </p:cNvSpPr>
            <p:nvPr/>
          </p:nvSpPr>
          <p:spPr bwMode="auto">
            <a:xfrm>
              <a:off x="3408" y="2536"/>
              <a:ext cx="576"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3145" name="Line 41">
              <a:extLst>
                <a:ext uri="{FF2B5EF4-FFF2-40B4-BE49-F238E27FC236}">
                  <a16:creationId xmlns:a16="http://schemas.microsoft.com/office/drawing/2014/main" id="{33F6908A-5C03-4779-B473-150A1D6CC14F}"/>
                </a:ext>
              </a:extLst>
            </p:cNvPr>
            <p:cNvSpPr>
              <a:spLocks noChangeShapeType="1"/>
            </p:cNvSpPr>
            <p:nvPr/>
          </p:nvSpPr>
          <p:spPr bwMode="auto">
            <a:xfrm>
              <a:off x="3704" y="2528"/>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3146" name="Rectangle 42">
              <a:extLst>
                <a:ext uri="{FF2B5EF4-FFF2-40B4-BE49-F238E27FC236}">
                  <a16:creationId xmlns:a16="http://schemas.microsoft.com/office/drawing/2014/main" id="{8F829867-BE69-4386-8D33-D77667BA6261}"/>
                </a:ext>
              </a:extLst>
            </p:cNvPr>
            <p:cNvSpPr>
              <a:spLocks noChangeArrowheads="1"/>
            </p:cNvSpPr>
            <p:nvPr/>
          </p:nvSpPr>
          <p:spPr bwMode="auto">
            <a:xfrm>
              <a:off x="3984" y="2536"/>
              <a:ext cx="192"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3147" name="Line 43">
              <a:extLst>
                <a:ext uri="{FF2B5EF4-FFF2-40B4-BE49-F238E27FC236}">
                  <a16:creationId xmlns:a16="http://schemas.microsoft.com/office/drawing/2014/main" id="{C592DD26-8EE9-41FD-A833-AC89209F42AC}"/>
                </a:ext>
              </a:extLst>
            </p:cNvPr>
            <p:cNvSpPr>
              <a:spLocks noChangeShapeType="1"/>
            </p:cNvSpPr>
            <p:nvPr/>
          </p:nvSpPr>
          <p:spPr bwMode="auto">
            <a:xfrm>
              <a:off x="1152" y="2709"/>
              <a:ext cx="240" cy="0"/>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3148" name="Line 44">
              <a:extLst>
                <a:ext uri="{FF2B5EF4-FFF2-40B4-BE49-F238E27FC236}">
                  <a16:creationId xmlns:a16="http://schemas.microsoft.com/office/drawing/2014/main" id="{52EDB8F5-3C2C-449C-B027-AE214C90A44C}"/>
                </a:ext>
              </a:extLst>
            </p:cNvPr>
            <p:cNvSpPr>
              <a:spLocks noChangeShapeType="1"/>
            </p:cNvSpPr>
            <p:nvPr/>
          </p:nvSpPr>
          <p:spPr bwMode="auto">
            <a:xfrm>
              <a:off x="2064" y="2709"/>
              <a:ext cx="336" cy="0"/>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3149" name="Line 45">
              <a:extLst>
                <a:ext uri="{FF2B5EF4-FFF2-40B4-BE49-F238E27FC236}">
                  <a16:creationId xmlns:a16="http://schemas.microsoft.com/office/drawing/2014/main" id="{ED53D89C-F964-4DF3-9F7B-27804DF08946}"/>
                </a:ext>
              </a:extLst>
            </p:cNvPr>
            <p:cNvSpPr>
              <a:spLocks noChangeShapeType="1"/>
            </p:cNvSpPr>
            <p:nvPr/>
          </p:nvSpPr>
          <p:spPr bwMode="auto">
            <a:xfrm>
              <a:off x="3072" y="2709"/>
              <a:ext cx="336" cy="0"/>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3156" name="Line 52">
              <a:extLst>
                <a:ext uri="{FF2B5EF4-FFF2-40B4-BE49-F238E27FC236}">
                  <a16:creationId xmlns:a16="http://schemas.microsoft.com/office/drawing/2014/main" id="{245982A0-2DB6-4AEA-BB5B-9D27F8D9E2C2}"/>
                </a:ext>
              </a:extLst>
            </p:cNvPr>
            <p:cNvSpPr>
              <a:spLocks noChangeShapeType="1"/>
            </p:cNvSpPr>
            <p:nvPr/>
          </p:nvSpPr>
          <p:spPr bwMode="auto">
            <a:xfrm>
              <a:off x="2160" y="3429"/>
              <a:ext cx="240" cy="0"/>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3159" name="Line 55">
              <a:extLst>
                <a:ext uri="{FF2B5EF4-FFF2-40B4-BE49-F238E27FC236}">
                  <a16:creationId xmlns:a16="http://schemas.microsoft.com/office/drawing/2014/main" id="{E3B763CF-BE2B-4430-A800-D233FC6D3C1C}"/>
                </a:ext>
              </a:extLst>
            </p:cNvPr>
            <p:cNvSpPr>
              <a:spLocks noChangeShapeType="1"/>
            </p:cNvSpPr>
            <p:nvPr/>
          </p:nvSpPr>
          <p:spPr bwMode="auto">
            <a:xfrm flipV="1">
              <a:off x="2160" y="3056"/>
              <a:ext cx="0" cy="384"/>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3160" name="Line 56">
              <a:extLst>
                <a:ext uri="{FF2B5EF4-FFF2-40B4-BE49-F238E27FC236}">
                  <a16:creationId xmlns:a16="http://schemas.microsoft.com/office/drawing/2014/main" id="{DBF66770-3B3F-437B-8913-4445D78907BC}"/>
                </a:ext>
              </a:extLst>
            </p:cNvPr>
            <p:cNvSpPr>
              <a:spLocks noChangeShapeType="1"/>
            </p:cNvSpPr>
            <p:nvPr/>
          </p:nvSpPr>
          <p:spPr bwMode="auto">
            <a:xfrm>
              <a:off x="2160" y="3064"/>
              <a:ext cx="2208" cy="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3161" name="Line 57">
              <a:extLst>
                <a:ext uri="{FF2B5EF4-FFF2-40B4-BE49-F238E27FC236}">
                  <a16:creationId xmlns:a16="http://schemas.microsoft.com/office/drawing/2014/main" id="{799228A1-1AAB-44E6-B1C4-9DA6AF1E69BF}"/>
                </a:ext>
              </a:extLst>
            </p:cNvPr>
            <p:cNvSpPr>
              <a:spLocks noChangeShapeType="1"/>
            </p:cNvSpPr>
            <p:nvPr/>
          </p:nvSpPr>
          <p:spPr bwMode="auto">
            <a:xfrm>
              <a:off x="4080" y="2728"/>
              <a:ext cx="288" cy="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3162" name="Line 58">
              <a:extLst>
                <a:ext uri="{FF2B5EF4-FFF2-40B4-BE49-F238E27FC236}">
                  <a16:creationId xmlns:a16="http://schemas.microsoft.com/office/drawing/2014/main" id="{45090C90-5E02-4306-8E0C-A90B527EA027}"/>
                </a:ext>
              </a:extLst>
            </p:cNvPr>
            <p:cNvSpPr>
              <a:spLocks noChangeShapeType="1"/>
            </p:cNvSpPr>
            <p:nvPr/>
          </p:nvSpPr>
          <p:spPr bwMode="auto">
            <a:xfrm>
              <a:off x="4360" y="2728"/>
              <a:ext cx="0" cy="336"/>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3163" name="Text Box 59">
              <a:extLst>
                <a:ext uri="{FF2B5EF4-FFF2-40B4-BE49-F238E27FC236}">
                  <a16:creationId xmlns:a16="http://schemas.microsoft.com/office/drawing/2014/main" id="{511D4E66-41A5-4594-BCB7-0266C41884F1}"/>
                </a:ext>
              </a:extLst>
            </p:cNvPr>
            <p:cNvSpPr txBox="1">
              <a:spLocks noChangeArrowheads="1"/>
            </p:cNvSpPr>
            <p:nvPr/>
          </p:nvSpPr>
          <p:spPr bwMode="auto">
            <a:xfrm>
              <a:off x="2428" y="659"/>
              <a:ext cx="50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1  0</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3164" name="Text Box 60">
              <a:extLst>
                <a:ext uri="{FF2B5EF4-FFF2-40B4-BE49-F238E27FC236}">
                  <a16:creationId xmlns:a16="http://schemas.microsoft.com/office/drawing/2014/main" id="{28C59AA4-2638-48DD-B9C7-18970853BD91}"/>
                </a:ext>
              </a:extLst>
            </p:cNvPr>
            <p:cNvSpPr txBox="1">
              <a:spLocks noChangeArrowheads="1"/>
            </p:cNvSpPr>
            <p:nvPr/>
          </p:nvSpPr>
          <p:spPr bwMode="auto">
            <a:xfrm>
              <a:off x="2428" y="2507"/>
              <a:ext cx="50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1  0</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3165" name="Text Box 61">
              <a:extLst>
                <a:ext uri="{FF2B5EF4-FFF2-40B4-BE49-F238E27FC236}">
                  <a16:creationId xmlns:a16="http://schemas.microsoft.com/office/drawing/2014/main" id="{7061A36C-63C2-4177-80C1-28A4576665BE}"/>
                </a:ext>
              </a:extLst>
            </p:cNvPr>
            <p:cNvSpPr txBox="1">
              <a:spLocks noChangeArrowheads="1"/>
            </p:cNvSpPr>
            <p:nvPr/>
          </p:nvSpPr>
          <p:spPr bwMode="auto">
            <a:xfrm>
              <a:off x="1392" y="1427"/>
              <a:ext cx="52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-1 4</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3166" name="Text Box 62">
              <a:extLst>
                <a:ext uri="{FF2B5EF4-FFF2-40B4-BE49-F238E27FC236}">
                  <a16:creationId xmlns:a16="http://schemas.microsoft.com/office/drawing/2014/main" id="{818E8E9E-AF2F-4FED-8E6F-7B3D1946D77B}"/>
                </a:ext>
              </a:extLst>
            </p:cNvPr>
            <p:cNvSpPr txBox="1">
              <a:spLocks noChangeArrowheads="1"/>
            </p:cNvSpPr>
            <p:nvPr/>
          </p:nvSpPr>
          <p:spPr bwMode="auto">
            <a:xfrm>
              <a:off x="3408" y="2507"/>
              <a:ext cx="52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-1 4</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3167" name="Text Box 63">
              <a:extLst>
                <a:ext uri="{FF2B5EF4-FFF2-40B4-BE49-F238E27FC236}">
                  <a16:creationId xmlns:a16="http://schemas.microsoft.com/office/drawing/2014/main" id="{9BCB3F4A-D476-4264-B97E-613F88AE9EFF}"/>
                </a:ext>
              </a:extLst>
            </p:cNvPr>
            <p:cNvSpPr txBox="1">
              <a:spLocks noChangeArrowheads="1"/>
            </p:cNvSpPr>
            <p:nvPr/>
          </p:nvSpPr>
          <p:spPr bwMode="auto">
            <a:xfrm>
              <a:off x="3408" y="659"/>
              <a:ext cx="52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-3 6</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3168" name="Text Box 64">
              <a:extLst>
                <a:ext uri="{FF2B5EF4-FFF2-40B4-BE49-F238E27FC236}">
                  <a16:creationId xmlns:a16="http://schemas.microsoft.com/office/drawing/2014/main" id="{8D1B2704-6373-43DB-87E9-3111D90A470D}"/>
                </a:ext>
              </a:extLst>
            </p:cNvPr>
            <p:cNvSpPr txBox="1">
              <a:spLocks noChangeArrowheads="1"/>
            </p:cNvSpPr>
            <p:nvPr/>
          </p:nvSpPr>
          <p:spPr bwMode="auto">
            <a:xfrm>
              <a:off x="2428" y="1427"/>
              <a:ext cx="50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3  6</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3169" name="Text Box 65">
              <a:extLst>
                <a:ext uri="{FF2B5EF4-FFF2-40B4-BE49-F238E27FC236}">
                  <a16:creationId xmlns:a16="http://schemas.microsoft.com/office/drawing/2014/main" id="{17992094-3C03-4338-8AAB-776350EEB882}"/>
                </a:ext>
              </a:extLst>
            </p:cNvPr>
            <p:cNvSpPr txBox="1">
              <a:spLocks noChangeArrowheads="1"/>
            </p:cNvSpPr>
            <p:nvPr/>
          </p:nvSpPr>
          <p:spPr bwMode="auto">
            <a:xfrm>
              <a:off x="3383" y="1427"/>
              <a:ext cx="649"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-9 10</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3170" name="Text Box 66">
              <a:extLst>
                <a:ext uri="{FF2B5EF4-FFF2-40B4-BE49-F238E27FC236}">
                  <a16:creationId xmlns:a16="http://schemas.microsoft.com/office/drawing/2014/main" id="{F341EC1D-14ED-4E3D-87E5-E24ED873D9F0}"/>
                </a:ext>
              </a:extLst>
            </p:cNvPr>
            <p:cNvSpPr txBox="1">
              <a:spLocks noChangeArrowheads="1"/>
            </p:cNvSpPr>
            <p:nvPr/>
          </p:nvSpPr>
          <p:spPr bwMode="auto">
            <a:xfrm>
              <a:off x="4428" y="659"/>
              <a:ext cx="56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7 12</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3172" name="Text Box 68">
              <a:extLst>
                <a:ext uri="{FF2B5EF4-FFF2-40B4-BE49-F238E27FC236}">
                  <a16:creationId xmlns:a16="http://schemas.microsoft.com/office/drawing/2014/main" id="{346813C0-1D69-40BB-9611-498C8EBB4A61}"/>
                </a:ext>
              </a:extLst>
            </p:cNvPr>
            <p:cNvSpPr txBox="1">
              <a:spLocks noChangeArrowheads="1"/>
            </p:cNvSpPr>
            <p:nvPr/>
          </p:nvSpPr>
          <p:spPr bwMode="auto">
            <a:xfrm>
              <a:off x="4476" y="1427"/>
              <a:ext cx="56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8 14</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3174" name="Line 70">
              <a:extLst>
                <a:ext uri="{FF2B5EF4-FFF2-40B4-BE49-F238E27FC236}">
                  <a16:creationId xmlns:a16="http://schemas.microsoft.com/office/drawing/2014/main" id="{7B942702-7040-4470-AE1D-FDFE00178400}"/>
                </a:ext>
              </a:extLst>
            </p:cNvPr>
            <p:cNvSpPr>
              <a:spLocks noChangeShapeType="1"/>
            </p:cNvSpPr>
            <p:nvPr/>
          </p:nvSpPr>
          <p:spPr bwMode="auto">
            <a:xfrm flipH="1">
              <a:off x="4575" y="448"/>
              <a:ext cx="240" cy="240"/>
            </a:xfrm>
            <a:prstGeom prst="line">
              <a:avLst/>
            </a:prstGeom>
            <a:noFill/>
            <a:ln w="38100">
              <a:solidFill>
                <a:schemeClr val="accent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3175" name="Text Box 71">
              <a:extLst>
                <a:ext uri="{FF2B5EF4-FFF2-40B4-BE49-F238E27FC236}">
                  <a16:creationId xmlns:a16="http://schemas.microsoft.com/office/drawing/2014/main" id="{49527D9A-BC5F-4317-9E40-9E3A9AE1382B}"/>
                </a:ext>
              </a:extLst>
            </p:cNvPr>
            <p:cNvSpPr txBox="1">
              <a:spLocks noChangeArrowheads="1"/>
            </p:cNvSpPr>
            <p:nvPr/>
          </p:nvSpPr>
          <p:spPr bwMode="auto">
            <a:xfrm>
              <a:off x="4815" y="265"/>
              <a:ext cx="353"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3366FF"/>
                  </a:solidFill>
                  <a:effectLst/>
                  <a:uLnTx/>
                  <a:uFillTx/>
                  <a:latin typeface="Times New Roman" panose="02020603050405020304" pitchFamily="18" charset="0"/>
                  <a:ea typeface="宋体" panose="02010600030101010101" pitchFamily="2" charset="-122"/>
                  <a:cs typeface="+mn-cs"/>
                </a:rPr>
                <a:t>pa</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3178" name="Rectangle 74">
              <a:extLst>
                <a:ext uri="{FF2B5EF4-FFF2-40B4-BE49-F238E27FC236}">
                  <a16:creationId xmlns:a16="http://schemas.microsoft.com/office/drawing/2014/main" id="{0602C4EE-60C2-497C-8EC0-F9C9316174CA}"/>
                </a:ext>
              </a:extLst>
            </p:cNvPr>
            <p:cNvSpPr>
              <a:spLocks noChangeArrowheads="1"/>
            </p:cNvSpPr>
            <p:nvPr/>
          </p:nvSpPr>
          <p:spPr bwMode="auto">
            <a:xfrm>
              <a:off x="2928" y="688"/>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3179" name="Rectangle 75">
              <a:extLst>
                <a:ext uri="{FF2B5EF4-FFF2-40B4-BE49-F238E27FC236}">
                  <a16:creationId xmlns:a16="http://schemas.microsoft.com/office/drawing/2014/main" id="{37A0D8A4-6D60-4313-8A80-743362DDFA3C}"/>
                </a:ext>
              </a:extLst>
            </p:cNvPr>
            <p:cNvSpPr>
              <a:spLocks noChangeArrowheads="1"/>
            </p:cNvSpPr>
            <p:nvPr/>
          </p:nvSpPr>
          <p:spPr bwMode="auto">
            <a:xfrm>
              <a:off x="1920" y="688"/>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3180" name="Line 76">
              <a:extLst>
                <a:ext uri="{FF2B5EF4-FFF2-40B4-BE49-F238E27FC236}">
                  <a16:creationId xmlns:a16="http://schemas.microsoft.com/office/drawing/2014/main" id="{92A11DF2-F01A-4445-A76D-B9F8C544EF8C}"/>
                </a:ext>
              </a:extLst>
            </p:cNvPr>
            <p:cNvSpPr>
              <a:spLocks noChangeShapeType="1"/>
            </p:cNvSpPr>
            <p:nvPr/>
          </p:nvSpPr>
          <p:spPr bwMode="auto">
            <a:xfrm>
              <a:off x="3040" y="872"/>
              <a:ext cx="347" cy="1"/>
            </a:xfrm>
            <a:prstGeom prst="line">
              <a:avLst/>
            </a:prstGeom>
            <a:noFill/>
            <a:ln w="3810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3181" name="Line 77">
              <a:extLst>
                <a:ext uri="{FF2B5EF4-FFF2-40B4-BE49-F238E27FC236}">
                  <a16:creationId xmlns:a16="http://schemas.microsoft.com/office/drawing/2014/main" id="{472ADF72-6872-463C-960C-40E59FC25F13}"/>
                </a:ext>
              </a:extLst>
            </p:cNvPr>
            <p:cNvSpPr>
              <a:spLocks noChangeShapeType="1"/>
            </p:cNvSpPr>
            <p:nvPr/>
          </p:nvSpPr>
          <p:spPr bwMode="auto">
            <a:xfrm>
              <a:off x="2016" y="880"/>
              <a:ext cx="384" cy="0"/>
            </a:xfrm>
            <a:prstGeom prst="line">
              <a:avLst/>
            </a:prstGeom>
            <a:noFill/>
            <a:ln w="3810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3182" name="Line 78">
              <a:extLst>
                <a:ext uri="{FF2B5EF4-FFF2-40B4-BE49-F238E27FC236}">
                  <a16:creationId xmlns:a16="http://schemas.microsoft.com/office/drawing/2014/main" id="{72506299-C09F-4B3C-8FCC-FA3991DC01AC}"/>
                </a:ext>
              </a:extLst>
            </p:cNvPr>
            <p:cNvSpPr>
              <a:spLocks noChangeShapeType="1"/>
            </p:cNvSpPr>
            <p:nvPr/>
          </p:nvSpPr>
          <p:spPr bwMode="auto">
            <a:xfrm flipV="1">
              <a:off x="2396" y="3609"/>
              <a:ext cx="192" cy="147"/>
            </a:xfrm>
            <a:prstGeom prst="line">
              <a:avLst/>
            </a:prstGeom>
            <a:noFill/>
            <a:ln w="38100">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3183" name="Text Box 79">
              <a:extLst>
                <a:ext uri="{FF2B5EF4-FFF2-40B4-BE49-F238E27FC236}">
                  <a16:creationId xmlns:a16="http://schemas.microsoft.com/office/drawing/2014/main" id="{36A29311-482C-4EED-B158-18CBBCDDC232}"/>
                </a:ext>
              </a:extLst>
            </p:cNvPr>
            <p:cNvSpPr txBox="1">
              <a:spLocks noChangeArrowheads="1"/>
            </p:cNvSpPr>
            <p:nvPr/>
          </p:nvSpPr>
          <p:spPr bwMode="auto">
            <a:xfrm>
              <a:off x="2064" y="3574"/>
              <a:ext cx="34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008080"/>
                  </a:solidFill>
                  <a:effectLst/>
                  <a:uLnTx/>
                  <a:uFillTx/>
                  <a:latin typeface="Times New Roman" panose="02020603050405020304" pitchFamily="18" charset="0"/>
                  <a:ea typeface="宋体" panose="02010600030101010101" pitchFamily="2" charset="-122"/>
                  <a:cs typeface="+mn-cs"/>
                </a:rPr>
                <a:t>pc</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3184" name="Rectangle 80">
              <a:extLst>
                <a:ext uri="{FF2B5EF4-FFF2-40B4-BE49-F238E27FC236}">
                  <a16:creationId xmlns:a16="http://schemas.microsoft.com/office/drawing/2014/main" id="{3146AE11-9377-48B5-8DF7-E0171C1EA042}"/>
                </a:ext>
              </a:extLst>
            </p:cNvPr>
            <p:cNvSpPr>
              <a:spLocks noChangeArrowheads="1"/>
            </p:cNvSpPr>
            <p:nvPr/>
          </p:nvSpPr>
          <p:spPr bwMode="auto">
            <a:xfrm>
              <a:off x="2400" y="3237"/>
              <a:ext cx="576"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3185" name="Rectangle 81">
              <a:extLst>
                <a:ext uri="{FF2B5EF4-FFF2-40B4-BE49-F238E27FC236}">
                  <a16:creationId xmlns:a16="http://schemas.microsoft.com/office/drawing/2014/main" id="{58C9F211-4F30-4A6F-97B4-39D286731390}"/>
                </a:ext>
              </a:extLst>
            </p:cNvPr>
            <p:cNvSpPr>
              <a:spLocks noChangeArrowheads="1"/>
            </p:cNvSpPr>
            <p:nvPr/>
          </p:nvSpPr>
          <p:spPr bwMode="auto">
            <a:xfrm>
              <a:off x="2976" y="3237"/>
              <a:ext cx="192"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3186" name="Text Box 82">
              <a:extLst>
                <a:ext uri="{FF2B5EF4-FFF2-40B4-BE49-F238E27FC236}">
                  <a16:creationId xmlns:a16="http://schemas.microsoft.com/office/drawing/2014/main" id="{2E5DDF4F-6A20-48C2-A062-66A585181C50}"/>
                </a:ext>
              </a:extLst>
            </p:cNvPr>
            <p:cNvSpPr txBox="1">
              <a:spLocks noChangeArrowheads="1"/>
            </p:cNvSpPr>
            <p:nvPr/>
          </p:nvSpPr>
          <p:spPr bwMode="auto">
            <a:xfrm>
              <a:off x="2375" y="3208"/>
              <a:ext cx="649"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-9 10</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3187" name="Line 83">
              <a:extLst>
                <a:ext uri="{FF2B5EF4-FFF2-40B4-BE49-F238E27FC236}">
                  <a16:creationId xmlns:a16="http://schemas.microsoft.com/office/drawing/2014/main" id="{35A5CAED-0C03-4E75-8FFE-B336780BE6D5}"/>
                </a:ext>
              </a:extLst>
            </p:cNvPr>
            <p:cNvSpPr>
              <a:spLocks noChangeShapeType="1"/>
            </p:cNvSpPr>
            <p:nvPr/>
          </p:nvSpPr>
          <p:spPr bwMode="auto">
            <a:xfrm flipV="1">
              <a:off x="4319" y="1832"/>
              <a:ext cx="209" cy="206"/>
            </a:xfrm>
            <a:prstGeom prst="line">
              <a:avLst/>
            </a:prstGeom>
            <a:noFill/>
            <a:ln w="38100">
              <a:solidFill>
                <a:schemeClr val="accent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3188" name="Text Box 84">
              <a:extLst>
                <a:ext uri="{FF2B5EF4-FFF2-40B4-BE49-F238E27FC236}">
                  <a16:creationId xmlns:a16="http://schemas.microsoft.com/office/drawing/2014/main" id="{ADE0B32F-C253-4323-B9FC-B86148B9E89D}"/>
                </a:ext>
              </a:extLst>
            </p:cNvPr>
            <p:cNvSpPr txBox="1">
              <a:spLocks noChangeArrowheads="1"/>
            </p:cNvSpPr>
            <p:nvPr/>
          </p:nvSpPr>
          <p:spPr bwMode="auto">
            <a:xfrm>
              <a:off x="3970" y="1897"/>
              <a:ext cx="36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3366FF"/>
                  </a:solidFill>
                  <a:effectLst/>
                  <a:uLnTx/>
                  <a:uFillTx/>
                  <a:latin typeface="Times New Roman" panose="02020603050405020304" pitchFamily="18" charset="0"/>
                  <a:ea typeface="宋体" panose="02010600030101010101" pitchFamily="2" charset="-122"/>
                  <a:cs typeface="+mn-cs"/>
                </a:rPr>
                <a:t>pb</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grpSp>
          <p:nvGrpSpPr>
            <p:cNvPr id="303195" name="Group 91">
              <a:extLst>
                <a:ext uri="{FF2B5EF4-FFF2-40B4-BE49-F238E27FC236}">
                  <a16:creationId xmlns:a16="http://schemas.microsoft.com/office/drawing/2014/main" id="{989FC5C5-32BF-4EA7-A9CC-8B89E1EB99FD}"/>
                </a:ext>
              </a:extLst>
            </p:cNvPr>
            <p:cNvGrpSpPr>
              <a:grpSpLocks/>
            </p:cNvGrpSpPr>
            <p:nvPr/>
          </p:nvGrpSpPr>
          <p:grpSpPr bwMode="auto">
            <a:xfrm>
              <a:off x="372" y="1446"/>
              <a:ext cx="1014" cy="855"/>
              <a:chOff x="372" y="1390"/>
              <a:chExt cx="1014" cy="855"/>
            </a:xfrm>
          </p:grpSpPr>
          <p:sp>
            <p:nvSpPr>
              <p:cNvPr id="303196" name="Rectangle 92">
                <a:extLst>
                  <a:ext uri="{FF2B5EF4-FFF2-40B4-BE49-F238E27FC236}">
                    <a16:creationId xmlns:a16="http://schemas.microsoft.com/office/drawing/2014/main" id="{63DCA174-8793-4D6B-9846-70284859A35B}"/>
                  </a:ext>
                </a:extLst>
              </p:cNvPr>
              <p:cNvSpPr>
                <a:spLocks noChangeArrowheads="1"/>
              </p:cNvSpPr>
              <p:nvPr/>
            </p:nvSpPr>
            <p:spPr bwMode="auto">
              <a:xfrm>
                <a:off x="378" y="1390"/>
                <a:ext cx="528" cy="336"/>
              </a:xfrm>
              <a:prstGeom prst="rect">
                <a:avLst/>
              </a:prstGeom>
              <a:solidFill>
                <a:srgbClr val="FF6600"/>
              </a:solid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3197" name="Line 93">
                <a:extLst>
                  <a:ext uri="{FF2B5EF4-FFF2-40B4-BE49-F238E27FC236}">
                    <a16:creationId xmlns:a16="http://schemas.microsoft.com/office/drawing/2014/main" id="{99FAB439-7C46-4F91-8F30-4DB10B5263D9}"/>
                  </a:ext>
                </a:extLst>
              </p:cNvPr>
              <p:cNvSpPr>
                <a:spLocks noChangeShapeType="1"/>
              </p:cNvSpPr>
              <p:nvPr/>
            </p:nvSpPr>
            <p:spPr bwMode="auto">
              <a:xfrm>
                <a:off x="666" y="1390"/>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3198" name="Text Box 94">
                <a:extLst>
                  <a:ext uri="{FF2B5EF4-FFF2-40B4-BE49-F238E27FC236}">
                    <a16:creationId xmlns:a16="http://schemas.microsoft.com/office/drawing/2014/main" id="{A308D4BA-A3B2-402E-938F-1DA8E2EF3E85}"/>
                  </a:ext>
                </a:extLst>
              </p:cNvPr>
              <p:cNvSpPr txBox="1">
                <a:spLocks noChangeArrowheads="1"/>
              </p:cNvSpPr>
              <p:nvPr/>
            </p:nvSpPr>
            <p:spPr bwMode="auto">
              <a:xfrm>
                <a:off x="372" y="1915"/>
                <a:ext cx="385"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CC0000"/>
                    </a:solidFill>
                    <a:effectLst/>
                    <a:uLnTx/>
                    <a:uFillTx/>
                    <a:latin typeface="Arial Narrow" panose="020B0606020202030204" pitchFamily="34" charset="0"/>
                    <a:ea typeface="宋体" panose="02010600030101010101" pitchFamily="2" charset="-122"/>
                    <a:cs typeface="+mn-cs"/>
                  </a:rPr>
                  <a:t>BH</a:t>
                </a:r>
                <a:endParaRPr kumimoji="1" lang="en-US" altLang="zh-CN" sz="2400" b="0" i="0" u="none" strike="noStrike" kern="1200" cap="none" spc="0" normalizeH="0" baseline="0" noProof="0" dirty="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3199" name="Line 95">
                <a:extLst>
                  <a:ext uri="{FF2B5EF4-FFF2-40B4-BE49-F238E27FC236}">
                    <a16:creationId xmlns:a16="http://schemas.microsoft.com/office/drawing/2014/main" id="{44BA0890-FE3B-49F0-BF32-00DCA36BB335}"/>
                  </a:ext>
                </a:extLst>
              </p:cNvPr>
              <p:cNvSpPr>
                <a:spLocks noChangeShapeType="1"/>
              </p:cNvSpPr>
              <p:nvPr/>
            </p:nvSpPr>
            <p:spPr bwMode="auto">
              <a:xfrm flipH="1" flipV="1">
                <a:off x="615" y="1768"/>
                <a:ext cx="5" cy="178"/>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3200" name="Rectangle 96">
                <a:extLst>
                  <a:ext uri="{FF2B5EF4-FFF2-40B4-BE49-F238E27FC236}">
                    <a16:creationId xmlns:a16="http://schemas.microsoft.com/office/drawing/2014/main" id="{74C5D578-44AA-4DBC-9573-405CC3E5BF33}"/>
                  </a:ext>
                </a:extLst>
              </p:cNvPr>
              <p:cNvSpPr>
                <a:spLocks noChangeArrowheads="1"/>
              </p:cNvSpPr>
              <p:nvPr/>
            </p:nvSpPr>
            <p:spPr bwMode="auto">
              <a:xfrm>
                <a:off x="906" y="1390"/>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303201" name="Line 97">
                <a:extLst>
                  <a:ext uri="{FF2B5EF4-FFF2-40B4-BE49-F238E27FC236}">
                    <a16:creationId xmlns:a16="http://schemas.microsoft.com/office/drawing/2014/main" id="{617CDCE9-418B-435E-828C-D761BBD15C6F}"/>
                  </a:ext>
                </a:extLst>
              </p:cNvPr>
              <p:cNvSpPr>
                <a:spLocks noChangeShapeType="1"/>
              </p:cNvSpPr>
              <p:nvPr/>
            </p:nvSpPr>
            <p:spPr bwMode="auto">
              <a:xfrm>
                <a:off x="1002" y="1582"/>
                <a:ext cx="384" cy="0"/>
              </a:xfrm>
              <a:prstGeom prst="line">
                <a:avLst/>
              </a:prstGeom>
              <a:noFill/>
              <a:ln w="3810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grpSp>
        <p:sp>
          <p:nvSpPr>
            <p:cNvPr id="303202" name="Text Box 98">
              <a:extLst>
                <a:ext uri="{FF2B5EF4-FFF2-40B4-BE49-F238E27FC236}">
                  <a16:creationId xmlns:a16="http://schemas.microsoft.com/office/drawing/2014/main" id="{F5858DB1-303F-4ECA-9A10-BEA7C7D0F5A3}"/>
                </a:ext>
              </a:extLst>
            </p:cNvPr>
            <p:cNvSpPr txBox="1">
              <a:spLocks noChangeArrowheads="1"/>
            </p:cNvSpPr>
            <p:nvPr/>
          </p:nvSpPr>
          <p:spPr bwMode="auto">
            <a:xfrm>
              <a:off x="2948" y="3169"/>
              <a:ext cx="27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303203" name="Line 99">
              <a:extLst>
                <a:ext uri="{FF2B5EF4-FFF2-40B4-BE49-F238E27FC236}">
                  <a16:creationId xmlns:a16="http://schemas.microsoft.com/office/drawing/2014/main" id="{0633EF6C-7C83-4634-88B9-ADBF97234EFD}"/>
                </a:ext>
              </a:extLst>
            </p:cNvPr>
            <p:cNvSpPr>
              <a:spLocks noChangeShapeType="1"/>
            </p:cNvSpPr>
            <p:nvPr/>
          </p:nvSpPr>
          <p:spPr bwMode="auto">
            <a:xfrm>
              <a:off x="2700" y="3242"/>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grpSp>
    </p:spTree>
  </p:cSld>
  <p:clrMapOvr>
    <a:masterClrMapping/>
  </p:clrMapOvr>
  <p:transition>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8664" name="Group 88">
            <a:extLst>
              <a:ext uri="{FF2B5EF4-FFF2-40B4-BE49-F238E27FC236}">
                <a16:creationId xmlns:a16="http://schemas.microsoft.com/office/drawing/2014/main" id="{C27F39C7-6A2D-4D25-A404-0BEF33AE1F9A}"/>
              </a:ext>
            </a:extLst>
          </p:cNvPr>
          <p:cNvGrpSpPr>
            <a:grpSpLocks/>
          </p:cNvGrpSpPr>
          <p:nvPr/>
        </p:nvGrpSpPr>
        <p:grpSpPr bwMode="auto">
          <a:xfrm>
            <a:off x="590550" y="436563"/>
            <a:ext cx="7989888" cy="5799137"/>
            <a:chOff x="372" y="275"/>
            <a:chExt cx="5033" cy="3653"/>
          </a:xfrm>
        </p:grpSpPr>
        <p:sp>
          <p:nvSpPr>
            <p:cNvPr id="408579" name="Rectangle 3">
              <a:extLst>
                <a:ext uri="{FF2B5EF4-FFF2-40B4-BE49-F238E27FC236}">
                  <a16:creationId xmlns:a16="http://schemas.microsoft.com/office/drawing/2014/main" id="{63A7A501-0FB5-4BBE-979C-EE5F30BC6A04}"/>
                </a:ext>
              </a:extLst>
            </p:cNvPr>
            <p:cNvSpPr>
              <a:spLocks noChangeArrowheads="1"/>
            </p:cNvSpPr>
            <p:nvPr/>
          </p:nvSpPr>
          <p:spPr bwMode="auto">
            <a:xfrm>
              <a:off x="4416" y="688"/>
              <a:ext cx="528"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580" name="Line 4">
              <a:extLst>
                <a:ext uri="{FF2B5EF4-FFF2-40B4-BE49-F238E27FC236}">
                  <a16:creationId xmlns:a16="http://schemas.microsoft.com/office/drawing/2014/main" id="{83A485A2-503D-4104-9FF8-C00FA5CC003D}"/>
                </a:ext>
              </a:extLst>
            </p:cNvPr>
            <p:cNvSpPr>
              <a:spLocks noChangeShapeType="1"/>
            </p:cNvSpPr>
            <p:nvPr/>
          </p:nvSpPr>
          <p:spPr bwMode="auto">
            <a:xfrm>
              <a:off x="4704" y="688"/>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581" name="Rectangle 5">
              <a:extLst>
                <a:ext uri="{FF2B5EF4-FFF2-40B4-BE49-F238E27FC236}">
                  <a16:creationId xmlns:a16="http://schemas.microsoft.com/office/drawing/2014/main" id="{30CB5468-D378-48AC-96C6-4DDFC2A3521D}"/>
                </a:ext>
              </a:extLst>
            </p:cNvPr>
            <p:cNvSpPr>
              <a:spLocks noChangeArrowheads="1"/>
            </p:cNvSpPr>
            <p:nvPr/>
          </p:nvSpPr>
          <p:spPr bwMode="auto">
            <a:xfrm>
              <a:off x="1392" y="688"/>
              <a:ext cx="528" cy="336"/>
            </a:xfrm>
            <a:prstGeom prst="rect">
              <a:avLst/>
            </a:prstGeom>
            <a:solidFill>
              <a:srgbClr val="FF6600"/>
            </a:solid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582" name="Text Box 6">
              <a:extLst>
                <a:ext uri="{FF2B5EF4-FFF2-40B4-BE49-F238E27FC236}">
                  <a16:creationId xmlns:a16="http://schemas.microsoft.com/office/drawing/2014/main" id="{9C14C5DB-5310-4179-9990-DB9F0AC8CB49}"/>
                </a:ext>
              </a:extLst>
            </p:cNvPr>
            <p:cNvSpPr txBox="1">
              <a:spLocks noChangeArrowheads="1"/>
            </p:cNvSpPr>
            <p:nvPr/>
          </p:nvSpPr>
          <p:spPr bwMode="auto">
            <a:xfrm>
              <a:off x="726" y="688"/>
              <a:ext cx="385"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CC0000"/>
                  </a:solidFill>
                  <a:effectLst/>
                  <a:uLnTx/>
                  <a:uFillTx/>
                  <a:latin typeface="Arial Narrow" panose="020B0606020202030204" pitchFamily="34" charset="0"/>
                  <a:ea typeface="宋体" panose="02010600030101010101" pitchFamily="2" charset="-122"/>
                  <a:cs typeface="+mn-cs"/>
                </a:rPr>
                <a:t>AH</a:t>
              </a:r>
              <a:endParaRPr kumimoji="1" lang="en-US" altLang="zh-CN" sz="2400" b="0" i="0" u="none" strike="noStrike" kern="1200" cap="none" spc="0" normalizeH="0" baseline="0" noProof="0" dirty="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408583" name="Line 7">
              <a:extLst>
                <a:ext uri="{FF2B5EF4-FFF2-40B4-BE49-F238E27FC236}">
                  <a16:creationId xmlns:a16="http://schemas.microsoft.com/office/drawing/2014/main" id="{903E0C94-355A-483F-A3EC-AE0DD1681EE2}"/>
                </a:ext>
              </a:extLst>
            </p:cNvPr>
            <p:cNvSpPr>
              <a:spLocks noChangeShapeType="1"/>
            </p:cNvSpPr>
            <p:nvPr/>
          </p:nvSpPr>
          <p:spPr bwMode="auto">
            <a:xfrm>
              <a:off x="1680" y="688"/>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584" name="Rectangle 8">
              <a:extLst>
                <a:ext uri="{FF2B5EF4-FFF2-40B4-BE49-F238E27FC236}">
                  <a16:creationId xmlns:a16="http://schemas.microsoft.com/office/drawing/2014/main" id="{471840DE-8CBB-4C02-A97F-FC72BEFB6432}"/>
                </a:ext>
              </a:extLst>
            </p:cNvPr>
            <p:cNvSpPr>
              <a:spLocks noChangeArrowheads="1"/>
            </p:cNvSpPr>
            <p:nvPr/>
          </p:nvSpPr>
          <p:spPr bwMode="auto">
            <a:xfrm>
              <a:off x="4944" y="688"/>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585" name="Rectangle 9">
              <a:extLst>
                <a:ext uri="{FF2B5EF4-FFF2-40B4-BE49-F238E27FC236}">
                  <a16:creationId xmlns:a16="http://schemas.microsoft.com/office/drawing/2014/main" id="{98A02DBE-6395-4BAC-BDB6-15F40700F719}"/>
                </a:ext>
              </a:extLst>
            </p:cNvPr>
            <p:cNvSpPr>
              <a:spLocks noChangeArrowheads="1"/>
            </p:cNvSpPr>
            <p:nvPr/>
          </p:nvSpPr>
          <p:spPr bwMode="auto">
            <a:xfrm>
              <a:off x="1392" y="1456"/>
              <a:ext cx="528"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586" name="Line 10">
              <a:extLst>
                <a:ext uri="{FF2B5EF4-FFF2-40B4-BE49-F238E27FC236}">
                  <a16:creationId xmlns:a16="http://schemas.microsoft.com/office/drawing/2014/main" id="{945CDEED-7799-4938-9D94-CA8079B9F7A2}"/>
                </a:ext>
              </a:extLst>
            </p:cNvPr>
            <p:cNvSpPr>
              <a:spLocks noChangeShapeType="1"/>
            </p:cNvSpPr>
            <p:nvPr/>
          </p:nvSpPr>
          <p:spPr bwMode="auto">
            <a:xfrm>
              <a:off x="1680" y="1456"/>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587" name="Rectangle 11">
              <a:extLst>
                <a:ext uri="{FF2B5EF4-FFF2-40B4-BE49-F238E27FC236}">
                  <a16:creationId xmlns:a16="http://schemas.microsoft.com/office/drawing/2014/main" id="{661D9537-291A-4C1E-8E6E-B48A96C932A5}"/>
                </a:ext>
              </a:extLst>
            </p:cNvPr>
            <p:cNvSpPr>
              <a:spLocks noChangeArrowheads="1"/>
            </p:cNvSpPr>
            <p:nvPr/>
          </p:nvSpPr>
          <p:spPr bwMode="auto">
            <a:xfrm>
              <a:off x="1928" y="1456"/>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588" name="Rectangle 12">
              <a:extLst>
                <a:ext uri="{FF2B5EF4-FFF2-40B4-BE49-F238E27FC236}">
                  <a16:creationId xmlns:a16="http://schemas.microsoft.com/office/drawing/2014/main" id="{C0289B63-FB3B-47F9-BB2D-57D061F2EEB0}"/>
                </a:ext>
              </a:extLst>
            </p:cNvPr>
            <p:cNvSpPr>
              <a:spLocks noChangeArrowheads="1"/>
            </p:cNvSpPr>
            <p:nvPr/>
          </p:nvSpPr>
          <p:spPr bwMode="auto">
            <a:xfrm>
              <a:off x="2400" y="688"/>
              <a:ext cx="528"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589" name="Line 13">
              <a:extLst>
                <a:ext uri="{FF2B5EF4-FFF2-40B4-BE49-F238E27FC236}">
                  <a16:creationId xmlns:a16="http://schemas.microsoft.com/office/drawing/2014/main" id="{1BCCC448-40B7-469C-88E9-026B29BE32F8}"/>
                </a:ext>
              </a:extLst>
            </p:cNvPr>
            <p:cNvSpPr>
              <a:spLocks noChangeShapeType="1"/>
            </p:cNvSpPr>
            <p:nvPr/>
          </p:nvSpPr>
          <p:spPr bwMode="auto">
            <a:xfrm>
              <a:off x="2688" y="688"/>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590" name="Rectangle 14">
              <a:extLst>
                <a:ext uri="{FF2B5EF4-FFF2-40B4-BE49-F238E27FC236}">
                  <a16:creationId xmlns:a16="http://schemas.microsoft.com/office/drawing/2014/main" id="{8DB2DAA9-FAC7-4224-937D-3A3EBFF85CB6}"/>
                </a:ext>
              </a:extLst>
            </p:cNvPr>
            <p:cNvSpPr>
              <a:spLocks noChangeArrowheads="1"/>
            </p:cNvSpPr>
            <p:nvPr/>
          </p:nvSpPr>
          <p:spPr bwMode="auto">
            <a:xfrm>
              <a:off x="3936" y="688"/>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591" name="Rectangle 15">
              <a:extLst>
                <a:ext uri="{FF2B5EF4-FFF2-40B4-BE49-F238E27FC236}">
                  <a16:creationId xmlns:a16="http://schemas.microsoft.com/office/drawing/2014/main" id="{ABA4E1BA-2D24-44C3-8020-61CAFB8E7C4C}"/>
                </a:ext>
              </a:extLst>
            </p:cNvPr>
            <p:cNvSpPr>
              <a:spLocks noChangeArrowheads="1"/>
            </p:cNvSpPr>
            <p:nvPr/>
          </p:nvSpPr>
          <p:spPr bwMode="auto">
            <a:xfrm>
              <a:off x="2400" y="1456"/>
              <a:ext cx="528"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592" name="Line 16">
              <a:extLst>
                <a:ext uri="{FF2B5EF4-FFF2-40B4-BE49-F238E27FC236}">
                  <a16:creationId xmlns:a16="http://schemas.microsoft.com/office/drawing/2014/main" id="{A5404852-4448-4A5A-8CB8-796935778BD4}"/>
                </a:ext>
              </a:extLst>
            </p:cNvPr>
            <p:cNvSpPr>
              <a:spLocks noChangeShapeType="1"/>
            </p:cNvSpPr>
            <p:nvPr/>
          </p:nvSpPr>
          <p:spPr bwMode="auto">
            <a:xfrm>
              <a:off x="2688" y="1456"/>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593" name="Rectangle 17">
              <a:extLst>
                <a:ext uri="{FF2B5EF4-FFF2-40B4-BE49-F238E27FC236}">
                  <a16:creationId xmlns:a16="http://schemas.microsoft.com/office/drawing/2014/main" id="{BDAB6BDB-1E72-4545-A541-062D693AB68E}"/>
                </a:ext>
              </a:extLst>
            </p:cNvPr>
            <p:cNvSpPr>
              <a:spLocks noChangeArrowheads="1"/>
            </p:cNvSpPr>
            <p:nvPr/>
          </p:nvSpPr>
          <p:spPr bwMode="auto">
            <a:xfrm>
              <a:off x="2928" y="1456"/>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594" name="Rectangle 18">
              <a:extLst>
                <a:ext uri="{FF2B5EF4-FFF2-40B4-BE49-F238E27FC236}">
                  <a16:creationId xmlns:a16="http://schemas.microsoft.com/office/drawing/2014/main" id="{3F429A79-EA28-43FA-9B0D-3DBBBF6A1D91}"/>
                </a:ext>
              </a:extLst>
            </p:cNvPr>
            <p:cNvSpPr>
              <a:spLocks noChangeArrowheads="1"/>
            </p:cNvSpPr>
            <p:nvPr/>
          </p:nvSpPr>
          <p:spPr bwMode="auto">
            <a:xfrm>
              <a:off x="3408" y="688"/>
              <a:ext cx="576"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595" name="Line 19">
              <a:extLst>
                <a:ext uri="{FF2B5EF4-FFF2-40B4-BE49-F238E27FC236}">
                  <a16:creationId xmlns:a16="http://schemas.microsoft.com/office/drawing/2014/main" id="{6F7260C2-DED6-4CC9-90AA-BAA60A145DE8}"/>
                </a:ext>
              </a:extLst>
            </p:cNvPr>
            <p:cNvSpPr>
              <a:spLocks noChangeShapeType="1"/>
            </p:cNvSpPr>
            <p:nvPr/>
          </p:nvSpPr>
          <p:spPr bwMode="auto">
            <a:xfrm>
              <a:off x="3696" y="688"/>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596" name="Rectangle 20">
              <a:extLst>
                <a:ext uri="{FF2B5EF4-FFF2-40B4-BE49-F238E27FC236}">
                  <a16:creationId xmlns:a16="http://schemas.microsoft.com/office/drawing/2014/main" id="{C0E2F592-5C4B-4DE2-B748-542BA2C2280C}"/>
                </a:ext>
              </a:extLst>
            </p:cNvPr>
            <p:cNvSpPr>
              <a:spLocks noChangeArrowheads="1"/>
            </p:cNvSpPr>
            <p:nvPr/>
          </p:nvSpPr>
          <p:spPr bwMode="auto">
            <a:xfrm>
              <a:off x="3984" y="688"/>
              <a:ext cx="192"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597" name="Rectangle 21">
              <a:extLst>
                <a:ext uri="{FF2B5EF4-FFF2-40B4-BE49-F238E27FC236}">
                  <a16:creationId xmlns:a16="http://schemas.microsoft.com/office/drawing/2014/main" id="{43D2E51C-E5D8-4627-A161-3AAB850AACB2}"/>
                </a:ext>
              </a:extLst>
            </p:cNvPr>
            <p:cNvSpPr>
              <a:spLocks noChangeArrowheads="1"/>
            </p:cNvSpPr>
            <p:nvPr/>
          </p:nvSpPr>
          <p:spPr bwMode="auto">
            <a:xfrm>
              <a:off x="3408" y="1456"/>
              <a:ext cx="576"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598" name="Line 22">
              <a:extLst>
                <a:ext uri="{FF2B5EF4-FFF2-40B4-BE49-F238E27FC236}">
                  <a16:creationId xmlns:a16="http://schemas.microsoft.com/office/drawing/2014/main" id="{4FBF30E5-5640-4E1A-9EA6-47AFEBECC339}"/>
                </a:ext>
              </a:extLst>
            </p:cNvPr>
            <p:cNvSpPr>
              <a:spLocks noChangeShapeType="1"/>
            </p:cNvSpPr>
            <p:nvPr/>
          </p:nvSpPr>
          <p:spPr bwMode="auto">
            <a:xfrm>
              <a:off x="3696" y="1456"/>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599" name="Rectangle 23">
              <a:extLst>
                <a:ext uri="{FF2B5EF4-FFF2-40B4-BE49-F238E27FC236}">
                  <a16:creationId xmlns:a16="http://schemas.microsoft.com/office/drawing/2014/main" id="{AAF05701-B7E5-4453-84D6-02DA9C849E1D}"/>
                </a:ext>
              </a:extLst>
            </p:cNvPr>
            <p:cNvSpPr>
              <a:spLocks noChangeArrowheads="1"/>
            </p:cNvSpPr>
            <p:nvPr/>
          </p:nvSpPr>
          <p:spPr bwMode="auto">
            <a:xfrm>
              <a:off x="3984" y="1456"/>
              <a:ext cx="192"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600" name="Rectangle 24">
              <a:extLst>
                <a:ext uri="{FF2B5EF4-FFF2-40B4-BE49-F238E27FC236}">
                  <a16:creationId xmlns:a16="http://schemas.microsoft.com/office/drawing/2014/main" id="{6DE47B38-39EE-42AB-A30B-7EA15C8C08DB}"/>
                </a:ext>
              </a:extLst>
            </p:cNvPr>
            <p:cNvSpPr>
              <a:spLocks noChangeArrowheads="1"/>
            </p:cNvSpPr>
            <p:nvPr/>
          </p:nvSpPr>
          <p:spPr bwMode="auto">
            <a:xfrm>
              <a:off x="4416" y="1456"/>
              <a:ext cx="576"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601" name="Line 25">
              <a:extLst>
                <a:ext uri="{FF2B5EF4-FFF2-40B4-BE49-F238E27FC236}">
                  <a16:creationId xmlns:a16="http://schemas.microsoft.com/office/drawing/2014/main" id="{EC562BEF-EAB8-4E09-82A1-C00C35E05F85}"/>
                </a:ext>
              </a:extLst>
            </p:cNvPr>
            <p:cNvSpPr>
              <a:spLocks noChangeShapeType="1"/>
            </p:cNvSpPr>
            <p:nvPr/>
          </p:nvSpPr>
          <p:spPr bwMode="auto">
            <a:xfrm>
              <a:off x="4704" y="1456"/>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602" name="Rectangle 26">
              <a:extLst>
                <a:ext uri="{FF2B5EF4-FFF2-40B4-BE49-F238E27FC236}">
                  <a16:creationId xmlns:a16="http://schemas.microsoft.com/office/drawing/2014/main" id="{CCDBC22A-5F2A-4E87-B87C-84CF9F3D8DED}"/>
                </a:ext>
              </a:extLst>
            </p:cNvPr>
            <p:cNvSpPr>
              <a:spLocks noChangeArrowheads="1"/>
            </p:cNvSpPr>
            <p:nvPr/>
          </p:nvSpPr>
          <p:spPr bwMode="auto">
            <a:xfrm>
              <a:off x="4992" y="1456"/>
              <a:ext cx="192"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603" name="Line 27">
              <a:extLst>
                <a:ext uri="{FF2B5EF4-FFF2-40B4-BE49-F238E27FC236}">
                  <a16:creationId xmlns:a16="http://schemas.microsoft.com/office/drawing/2014/main" id="{3F221972-0638-43ED-A874-6D33442F5959}"/>
                </a:ext>
              </a:extLst>
            </p:cNvPr>
            <p:cNvSpPr>
              <a:spLocks noChangeShapeType="1"/>
            </p:cNvSpPr>
            <p:nvPr/>
          </p:nvSpPr>
          <p:spPr bwMode="auto">
            <a:xfrm>
              <a:off x="1152" y="880"/>
              <a:ext cx="240" cy="0"/>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604" name="Line 28">
              <a:extLst>
                <a:ext uri="{FF2B5EF4-FFF2-40B4-BE49-F238E27FC236}">
                  <a16:creationId xmlns:a16="http://schemas.microsoft.com/office/drawing/2014/main" id="{CE2A6E24-7E19-4D8A-A813-5B056D2B2AED}"/>
                </a:ext>
              </a:extLst>
            </p:cNvPr>
            <p:cNvSpPr>
              <a:spLocks noChangeShapeType="1"/>
            </p:cNvSpPr>
            <p:nvPr/>
          </p:nvSpPr>
          <p:spPr bwMode="auto">
            <a:xfrm>
              <a:off x="2016" y="1648"/>
              <a:ext cx="384" cy="0"/>
            </a:xfrm>
            <a:prstGeom prst="line">
              <a:avLst/>
            </a:prstGeom>
            <a:noFill/>
            <a:ln w="38100">
              <a:solidFill>
                <a:schemeClr val="bg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605" name="Line 29">
              <a:extLst>
                <a:ext uri="{FF2B5EF4-FFF2-40B4-BE49-F238E27FC236}">
                  <a16:creationId xmlns:a16="http://schemas.microsoft.com/office/drawing/2014/main" id="{AA26689F-0089-402D-A80E-F0264345CCF0}"/>
                </a:ext>
              </a:extLst>
            </p:cNvPr>
            <p:cNvSpPr>
              <a:spLocks noChangeShapeType="1"/>
            </p:cNvSpPr>
            <p:nvPr/>
          </p:nvSpPr>
          <p:spPr bwMode="auto">
            <a:xfrm>
              <a:off x="3072" y="1648"/>
              <a:ext cx="336" cy="0"/>
            </a:xfrm>
            <a:prstGeom prst="line">
              <a:avLst/>
            </a:prstGeom>
            <a:noFill/>
            <a:ln w="38100">
              <a:solidFill>
                <a:schemeClr val="bg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606" name="Line 30">
              <a:extLst>
                <a:ext uri="{FF2B5EF4-FFF2-40B4-BE49-F238E27FC236}">
                  <a16:creationId xmlns:a16="http://schemas.microsoft.com/office/drawing/2014/main" id="{EBA40ABD-AC33-426E-93EB-BB36293DD1BF}"/>
                </a:ext>
              </a:extLst>
            </p:cNvPr>
            <p:cNvSpPr>
              <a:spLocks noChangeShapeType="1"/>
            </p:cNvSpPr>
            <p:nvPr/>
          </p:nvSpPr>
          <p:spPr bwMode="auto">
            <a:xfrm>
              <a:off x="4080" y="1648"/>
              <a:ext cx="336" cy="0"/>
            </a:xfrm>
            <a:prstGeom prst="line">
              <a:avLst/>
            </a:prstGeom>
            <a:noFill/>
            <a:ln w="38100">
              <a:solidFill>
                <a:schemeClr val="bg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607" name="Line 31">
              <a:extLst>
                <a:ext uri="{FF2B5EF4-FFF2-40B4-BE49-F238E27FC236}">
                  <a16:creationId xmlns:a16="http://schemas.microsoft.com/office/drawing/2014/main" id="{97129BEB-EC91-4EE3-8DD7-13FA77106575}"/>
                </a:ext>
              </a:extLst>
            </p:cNvPr>
            <p:cNvSpPr>
              <a:spLocks noChangeShapeType="1"/>
            </p:cNvSpPr>
            <p:nvPr/>
          </p:nvSpPr>
          <p:spPr bwMode="auto">
            <a:xfrm>
              <a:off x="4080" y="880"/>
              <a:ext cx="336" cy="0"/>
            </a:xfrm>
            <a:prstGeom prst="line">
              <a:avLst/>
            </a:prstGeom>
            <a:noFill/>
            <a:ln w="38100">
              <a:solidFill>
                <a:schemeClr val="bg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608" name="Text Box 32">
              <a:extLst>
                <a:ext uri="{FF2B5EF4-FFF2-40B4-BE49-F238E27FC236}">
                  <a16:creationId xmlns:a16="http://schemas.microsoft.com/office/drawing/2014/main" id="{819ECCF0-3B23-4026-AC7A-617519E5AC7E}"/>
                </a:ext>
              </a:extLst>
            </p:cNvPr>
            <p:cNvSpPr txBox="1">
              <a:spLocks noChangeArrowheads="1"/>
            </p:cNvSpPr>
            <p:nvPr/>
          </p:nvSpPr>
          <p:spPr bwMode="auto">
            <a:xfrm>
              <a:off x="4945" y="651"/>
              <a:ext cx="27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408609" name="Text Box 33">
              <a:extLst>
                <a:ext uri="{FF2B5EF4-FFF2-40B4-BE49-F238E27FC236}">
                  <a16:creationId xmlns:a16="http://schemas.microsoft.com/office/drawing/2014/main" id="{EC9DBE65-10D6-4117-979F-2FF37809F2CC}"/>
                </a:ext>
              </a:extLst>
            </p:cNvPr>
            <p:cNvSpPr txBox="1">
              <a:spLocks noChangeArrowheads="1"/>
            </p:cNvSpPr>
            <p:nvPr/>
          </p:nvSpPr>
          <p:spPr bwMode="auto">
            <a:xfrm>
              <a:off x="4961" y="1427"/>
              <a:ext cx="27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408610" name="Text Box 34">
              <a:extLst>
                <a:ext uri="{FF2B5EF4-FFF2-40B4-BE49-F238E27FC236}">
                  <a16:creationId xmlns:a16="http://schemas.microsoft.com/office/drawing/2014/main" id="{CC4F8D4F-86E4-4D2D-8908-940E36C1F393}"/>
                </a:ext>
              </a:extLst>
            </p:cNvPr>
            <p:cNvSpPr txBox="1">
              <a:spLocks noChangeArrowheads="1"/>
            </p:cNvSpPr>
            <p:nvPr/>
          </p:nvSpPr>
          <p:spPr bwMode="auto">
            <a:xfrm>
              <a:off x="726" y="2542"/>
              <a:ext cx="385"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CC0000"/>
                  </a:solidFill>
                  <a:effectLst/>
                  <a:uLnTx/>
                  <a:uFillTx/>
                  <a:latin typeface="Arial Narrow" panose="020B0606020202030204" pitchFamily="34" charset="0"/>
                  <a:ea typeface="宋体" panose="02010600030101010101" pitchFamily="2" charset="-122"/>
                  <a:cs typeface="+mn-cs"/>
                </a:rPr>
                <a:t>CH</a:t>
              </a:r>
              <a:endParaRPr kumimoji="1" lang="en-US" altLang="zh-CN" sz="2400" b="0" i="0" u="none" strike="noStrike" kern="1200" cap="none" spc="0" normalizeH="0" baseline="0" noProof="0" dirty="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408611" name="Rectangle 35">
              <a:extLst>
                <a:ext uri="{FF2B5EF4-FFF2-40B4-BE49-F238E27FC236}">
                  <a16:creationId xmlns:a16="http://schemas.microsoft.com/office/drawing/2014/main" id="{837E060E-1D47-41CF-83BC-7C8E2826205A}"/>
                </a:ext>
              </a:extLst>
            </p:cNvPr>
            <p:cNvSpPr>
              <a:spLocks noChangeArrowheads="1"/>
            </p:cNvSpPr>
            <p:nvPr/>
          </p:nvSpPr>
          <p:spPr bwMode="auto">
            <a:xfrm>
              <a:off x="1400" y="2533"/>
              <a:ext cx="528" cy="336"/>
            </a:xfrm>
            <a:prstGeom prst="rect">
              <a:avLst/>
            </a:prstGeom>
            <a:solidFill>
              <a:srgbClr val="FF6600"/>
            </a:solid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612" name="Line 36">
              <a:extLst>
                <a:ext uri="{FF2B5EF4-FFF2-40B4-BE49-F238E27FC236}">
                  <a16:creationId xmlns:a16="http://schemas.microsoft.com/office/drawing/2014/main" id="{7EA5A42F-5371-429B-9BDD-9F80771F3BD7}"/>
                </a:ext>
              </a:extLst>
            </p:cNvPr>
            <p:cNvSpPr>
              <a:spLocks noChangeShapeType="1"/>
            </p:cNvSpPr>
            <p:nvPr/>
          </p:nvSpPr>
          <p:spPr bwMode="auto">
            <a:xfrm>
              <a:off x="1680" y="2536"/>
              <a:ext cx="0" cy="327"/>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613" name="Rectangle 37">
              <a:extLst>
                <a:ext uri="{FF2B5EF4-FFF2-40B4-BE49-F238E27FC236}">
                  <a16:creationId xmlns:a16="http://schemas.microsoft.com/office/drawing/2014/main" id="{984197B1-0E51-49A5-8B4D-8DCDAC9CCB41}"/>
                </a:ext>
              </a:extLst>
            </p:cNvPr>
            <p:cNvSpPr>
              <a:spLocks noChangeArrowheads="1"/>
            </p:cNvSpPr>
            <p:nvPr/>
          </p:nvSpPr>
          <p:spPr bwMode="auto">
            <a:xfrm>
              <a:off x="1928" y="2533"/>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614" name="Rectangle 38">
              <a:extLst>
                <a:ext uri="{FF2B5EF4-FFF2-40B4-BE49-F238E27FC236}">
                  <a16:creationId xmlns:a16="http://schemas.microsoft.com/office/drawing/2014/main" id="{72DF12E3-2466-4304-9E1F-5AAD0A10AF9B}"/>
                </a:ext>
              </a:extLst>
            </p:cNvPr>
            <p:cNvSpPr>
              <a:spLocks noChangeArrowheads="1"/>
            </p:cNvSpPr>
            <p:nvPr/>
          </p:nvSpPr>
          <p:spPr bwMode="auto">
            <a:xfrm>
              <a:off x="2400" y="2536"/>
              <a:ext cx="528"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615" name="Line 39">
              <a:extLst>
                <a:ext uri="{FF2B5EF4-FFF2-40B4-BE49-F238E27FC236}">
                  <a16:creationId xmlns:a16="http://schemas.microsoft.com/office/drawing/2014/main" id="{73A1615A-6E44-4519-94D5-7E8458D28FB8}"/>
                </a:ext>
              </a:extLst>
            </p:cNvPr>
            <p:cNvSpPr>
              <a:spLocks noChangeShapeType="1"/>
            </p:cNvSpPr>
            <p:nvPr/>
          </p:nvSpPr>
          <p:spPr bwMode="auto">
            <a:xfrm>
              <a:off x="2688" y="2528"/>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616" name="Rectangle 40">
              <a:extLst>
                <a:ext uri="{FF2B5EF4-FFF2-40B4-BE49-F238E27FC236}">
                  <a16:creationId xmlns:a16="http://schemas.microsoft.com/office/drawing/2014/main" id="{37AC8170-6C9B-43E9-A1CF-95A5C47B5923}"/>
                </a:ext>
              </a:extLst>
            </p:cNvPr>
            <p:cNvSpPr>
              <a:spLocks noChangeArrowheads="1"/>
            </p:cNvSpPr>
            <p:nvPr/>
          </p:nvSpPr>
          <p:spPr bwMode="auto">
            <a:xfrm>
              <a:off x="2928" y="2536"/>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617" name="Rectangle 41">
              <a:extLst>
                <a:ext uri="{FF2B5EF4-FFF2-40B4-BE49-F238E27FC236}">
                  <a16:creationId xmlns:a16="http://schemas.microsoft.com/office/drawing/2014/main" id="{8EF56C1D-B191-47CC-9213-009388704177}"/>
                </a:ext>
              </a:extLst>
            </p:cNvPr>
            <p:cNvSpPr>
              <a:spLocks noChangeArrowheads="1"/>
            </p:cNvSpPr>
            <p:nvPr/>
          </p:nvSpPr>
          <p:spPr bwMode="auto">
            <a:xfrm>
              <a:off x="3408" y="2536"/>
              <a:ext cx="576"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618" name="Line 42">
              <a:extLst>
                <a:ext uri="{FF2B5EF4-FFF2-40B4-BE49-F238E27FC236}">
                  <a16:creationId xmlns:a16="http://schemas.microsoft.com/office/drawing/2014/main" id="{6EEC5DE2-2691-46AE-AF42-460531266EF3}"/>
                </a:ext>
              </a:extLst>
            </p:cNvPr>
            <p:cNvSpPr>
              <a:spLocks noChangeShapeType="1"/>
            </p:cNvSpPr>
            <p:nvPr/>
          </p:nvSpPr>
          <p:spPr bwMode="auto">
            <a:xfrm>
              <a:off x="3704" y="2528"/>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619" name="Rectangle 43">
              <a:extLst>
                <a:ext uri="{FF2B5EF4-FFF2-40B4-BE49-F238E27FC236}">
                  <a16:creationId xmlns:a16="http://schemas.microsoft.com/office/drawing/2014/main" id="{17FB0BC4-EDC4-4FE7-85E5-90E60DC47B0A}"/>
                </a:ext>
              </a:extLst>
            </p:cNvPr>
            <p:cNvSpPr>
              <a:spLocks noChangeArrowheads="1"/>
            </p:cNvSpPr>
            <p:nvPr/>
          </p:nvSpPr>
          <p:spPr bwMode="auto">
            <a:xfrm>
              <a:off x="3984" y="2536"/>
              <a:ext cx="192"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620" name="Line 44">
              <a:extLst>
                <a:ext uri="{FF2B5EF4-FFF2-40B4-BE49-F238E27FC236}">
                  <a16:creationId xmlns:a16="http://schemas.microsoft.com/office/drawing/2014/main" id="{D8F241F6-AC3B-4EF6-9671-79C74AF7CA04}"/>
                </a:ext>
              </a:extLst>
            </p:cNvPr>
            <p:cNvSpPr>
              <a:spLocks noChangeShapeType="1"/>
            </p:cNvSpPr>
            <p:nvPr/>
          </p:nvSpPr>
          <p:spPr bwMode="auto">
            <a:xfrm>
              <a:off x="1152" y="2709"/>
              <a:ext cx="240" cy="0"/>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621" name="Line 45">
              <a:extLst>
                <a:ext uri="{FF2B5EF4-FFF2-40B4-BE49-F238E27FC236}">
                  <a16:creationId xmlns:a16="http://schemas.microsoft.com/office/drawing/2014/main" id="{DE3CCB0C-452A-495B-B4DE-1E22E0410538}"/>
                </a:ext>
              </a:extLst>
            </p:cNvPr>
            <p:cNvSpPr>
              <a:spLocks noChangeShapeType="1"/>
            </p:cNvSpPr>
            <p:nvPr/>
          </p:nvSpPr>
          <p:spPr bwMode="auto">
            <a:xfrm>
              <a:off x="2064" y="2709"/>
              <a:ext cx="336" cy="0"/>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622" name="Line 46">
              <a:extLst>
                <a:ext uri="{FF2B5EF4-FFF2-40B4-BE49-F238E27FC236}">
                  <a16:creationId xmlns:a16="http://schemas.microsoft.com/office/drawing/2014/main" id="{8D8B2A00-A027-4083-AFE0-20A4C6651ADA}"/>
                </a:ext>
              </a:extLst>
            </p:cNvPr>
            <p:cNvSpPr>
              <a:spLocks noChangeShapeType="1"/>
            </p:cNvSpPr>
            <p:nvPr/>
          </p:nvSpPr>
          <p:spPr bwMode="auto">
            <a:xfrm>
              <a:off x="3072" y="2709"/>
              <a:ext cx="336" cy="0"/>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623" name="Line 47">
              <a:extLst>
                <a:ext uri="{FF2B5EF4-FFF2-40B4-BE49-F238E27FC236}">
                  <a16:creationId xmlns:a16="http://schemas.microsoft.com/office/drawing/2014/main" id="{0B9EE550-DEBD-4929-B8FB-966C21B48829}"/>
                </a:ext>
              </a:extLst>
            </p:cNvPr>
            <p:cNvSpPr>
              <a:spLocks noChangeShapeType="1"/>
            </p:cNvSpPr>
            <p:nvPr/>
          </p:nvSpPr>
          <p:spPr bwMode="auto">
            <a:xfrm>
              <a:off x="2160" y="3429"/>
              <a:ext cx="240" cy="0"/>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624" name="Line 48">
              <a:extLst>
                <a:ext uri="{FF2B5EF4-FFF2-40B4-BE49-F238E27FC236}">
                  <a16:creationId xmlns:a16="http://schemas.microsoft.com/office/drawing/2014/main" id="{AE750F36-54E5-4FEC-8A71-04CA121C99BD}"/>
                </a:ext>
              </a:extLst>
            </p:cNvPr>
            <p:cNvSpPr>
              <a:spLocks noChangeShapeType="1"/>
            </p:cNvSpPr>
            <p:nvPr/>
          </p:nvSpPr>
          <p:spPr bwMode="auto">
            <a:xfrm flipV="1">
              <a:off x="2160" y="3056"/>
              <a:ext cx="0" cy="384"/>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625" name="Line 49">
              <a:extLst>
                <a:ext uri="{FF2B5EF4-FFF2-40B4-BE49-F238E27FC236}">
                  <a16:creationId xmlns:a16="http://schemas.microsoft.com/office/drawing/2014/main" id="{04B26623-0E91-4DCD-A7F2-8195236FF5BB}"/>
                </a:ext>
              </a:extLst>
            </p:cNvPr>
            <p:cNvSpPr>
              <a:spLocks noChangeShapeType="1"/>
            </p:cNvSpPr>
            <p:nvPr/>
          </p:nvSpPr>
          <p:spPr bwMode="auto">
            <a:xfrm>
              <a:off x="2160" y="3064"/>
              <a:ext cx="2208" cy="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626" name="Line 50">
              <a:extLst>
                <a:ext uri="{FF2B5EF4-FFF2-40B4-BE49-F238E27FC236}">
                  <a16:creationId xmlns:a16="http://schemas.microsoft.com/office/drawing/2014/main" id="{5255A30F-75BD-4199-9169-E20B26A33D8F}"/>
                </a:ext>
              </a:extLst>
            </p:cNvPr>
            <p:cNvSpPr>
              <a:spLocks noChangeShapeType="1"/>
            </p:cNvSpPr>
            <p:nvPr/>
          </p:nvSpPr>
          <p:spPr bwMode="auto">
            <a:xfrm>
              <a:off x="4080" y="2728"/>
              <a:ext cx="288" cy="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627" name="Line 51">
              <a:extLst>
                <a:ext uri="{FF2B5EF4-FFF2-40B4-BE49-F238E27FC236}">
                  <a16:creationId xmlns:a16="http://schemas.microsoft.com/office/drawing/2014/main" id="{25EB1E8D-4205-4442-8958-34D2631B986C}"/>
                </a:ext>
              </a:extLst>
            </p:cNvPr>
            <p:cNvSpPr>
              <a:spLocks noChangeShapeType="1"/>
            </p:cNvSpPr>
            <p:nvPr/>
          </p:nvSpPr>
          <p:spPr bwMode="auto">
            <a:xfrm>
              <a:off x="4360" y="2728"/>
              <a:ext cx="0" cy="336"/>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628" name="Text Box 52">
              <a:extLst>
                <a:ext uri="{FF2B5EF4-FFF2-40B4-BE49-F238E27FC236}">
                  <a16:creationId xmlns:a16="http://schemas.microsoft.com/office/drawing/2014/main" id="{47D7DF77-733D-4307-BA82-EFE31EFEC6A3}"/>
                </a:ext>
              </a:extLst>
            </p:cNvPr>
            <p:cNvSpPr txBox="1">
              <a:spLocks noChangeArrowheads="1"/>
            </p:cNvSpPr>
            <p:nvPr/>
          </p:nvSpPr>
          <p:spPr bwMode="auto">
            <a:xfrm>
              <a:off x="2428" y="659"/>
              <a:ext cx="50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1  0</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408629" name="Text Box 53">
              <a:extLst>
                <a:ext uri="{FF2B5EF4-FFF2-40B4-BE49-F238E27FC236}">
                  <a16:creationId xmlns:a16="http://schemas.microsoft.com/office/drawing/2014/main" id="{B2200BD2-C8AC-4904-B725-38E2DAAFEF29}"/>
                </a:ext>
              </a:extLst>
            </p:cNvPr>
            <p:cNvSpPr txBox="1">
              <a:spLocks noChangeArrowheads="1"/>
            </p:cNvSpPr>
            <p:nvPr/>
          </p:nvSpPr>
          <p:spPr bwMode="auto">
            <a:xfrm>
              <a:off x="2428" y="2507"/>
              <a:ext cx="50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1  0</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408630" name="Text Box 54">
              <a:extLst>
                <a:ext uri="{FF2B5EF4-FFF2-40B4-BE49-F238E27FC236}">
                  <a16:creationId xmlns:a16="http://schemas.microsoft.com/office/drawing/2014/main" id="{40333D78-F1E8-4C82-A104-A21460ECE007}"/>
                </a:ext>
              </a:extLst>
            </p:cNvPr>
            <p:cNvSpPr txBox="1">
              <a:spLocks noChangeArrowheads="1"/>
            </p:cNvSpPr>
            <p:nvPr/>
          </p:nvSpPr>
          <p:spPr bwMode="auto">
            <a:xfrm>
              <a:off x="1392" y="1427"/>
              <a:ext cx="52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-1 4</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408631" name="Text Box 55">
              <a:extLst>
                <a:ext uri="{FF2B5EF4-FFF2-40B4-BE49-F238E27FC236}">
                  <a16:creationId xmlns:a16="http://schemas.microsoft.com/office/drawing/2014/main" id="{7F0E7400-65B6-4C5C-B973-2C57361E4042}"/>
                </a:ext>
              </a:extLst>
            </p:cNvPr>
            <p:cNvSpPr txBox="1">
              <a:spLocks noChangeArrowheads="1"/>
            </p:cNvSpPr>
            <p:nvPr/>
          </p:nvSpPr>
          <p:spPr bwMode="auto">
            <a:xfrm>
              <a:off x="3408" y="2507"/>
              <a:ext cx="52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-1 4</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408632" name="Text Box 56">
              <a:extLst>
                <a:ext uri="{FF2B5EF4-FFF2-40B4-BE49-F238E27FC236}">
                  <a16:creationId xmlns:a16="http://schemas.microsoft.com/office/drawing/2014/main" id="{D58C2FB2-253B-49CD-A862-5876438E1355}"/>
                </a:ext>
              </a:extLst>
            </p:cNvPr>
            <p:cNvSpPr txBox="1">
              <a:spLocks noChangeArrowheads="1"/>
            </p:cNvSpPr>
            <p:nvPr/>
          </p:nvSpPr>
          <p:spPr bwMode="auto">
            <a:xfrm>
              <a:off x="3408" y="659"/>
              <a:ext cx="52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-3 6</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408633" name="Text Box 57">
              <a:extLst>
                <a:ext uri="{FF2B5EF4-FFF2-40B4-BE49-F238E27FC236}">
                  <a16:creationId xmlns:a16="http://schemas.microsoft.com/office/drawing/2014/main" id="{0E221A85-79BC-4C81-9A1B-95D22E8F9B3C}"/>
                </a:ext>
              </a:extLst>
            </p:cNvPr>
            <p:cNvSpPr txBox="1">
              <a:spLocks noChangeArrowheads="1"/>
            </p:cNvSpPr>
            <p:nvPr/>
          </p:nvSpPr>
          <p:spPr bwMode="auto">
            <a:xfrm>
              <a:off x="2428" y="1427"/>
              <a:ext cx="50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3  6</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408634" name="Text Box 58">
              <a:extLst>
                <a:ext uri="{FF2B5EF4-FFF2-40B4-BE49-F238E27FC236}">
                  <a16:creationId xmlns:a16="http://schemas.microsoft.com/office/drawing/2014/main" id="{9126694E-6395-4056-960C-0BB4233BE5F4}"/>
                </a:ext>
              </a:extLst>
            </p:cNvPr>
            <p:cNvSpPr txBox="1">
              <a:spLocks noChangeArrowheads="1"/>
            </p:cNvSpPr>
            <p:nvPr/>
          </p:nvSpPr>
          <p:spPr bwMode="auto">
            <a:xfrm>
              <a:off x="3383" y="1427"/>
              <a:ext cx="649"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-9 10</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408635" name="Text Box 59">
              <a:extLst>
                <a:ext uri="{FF2B5EF4-FFF2-40B4-BE49-F238E27FC236}">
                  <a16:creationId xmlns:a16="http://schemas.microsoft.com/office/drawing/2014/main" id="{E4076B97-0BA1-4379-B4DA-E7CD74BC68B0}"/>
                </a:ext>
              </a:extLst>
            </p:cNvPr>
            <p:cNvSpPr txBox="1">
              <a:spLocks noChangeArrowheads="1"/>
            </p:cNvSpPr>
            <p:nvPr/>
          </p:nvSpPr>
          <p:spPr bwMode="auto">
            <a:xfrm>
              <a:off x="4428" y="659"/>
              <a:ext cx="56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7 12</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408636" name="Text Box 60">
              <a:extLst>
                <a:ext uri="{FF2B5EF4-FFF2-40B4-BE49-F238E27FC236}">
                  <a16:creationId xmlns:a16="http://schemas.microsoft.com/office/drawing/2014/main" id="{3FA04BCE-5635-48FE-9544-9DA1773429E7}"/>
                </a:ext>
              </a:extLst>
            </p:cNvPr>
            <p:cNvSpPr txBox="1">
              <a:spLocks noChangeArrowheads="1"/>
            </p:cNvSpPr>
            <p:nvPr/>
          </p:nvSpPr>
          <p:spPr bwMode="auto">
            <a:xfrm>
              <a:off x="4476" y="1427"/>
              <a:ext cx="56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8 14</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408637" name="Line 61">
              <a:extLst>
                <a:ext uri="{FF2B5EF4-FFF2-40B4-BE49-F238E27FC236}">
                  <a16:creationId xmlns:a16="http://schemas.microsoft.com/office/drawing/2014/main" id="{8A945093-EBCB-4963-867A-C4F11F56D64D}"/>
                </a:ext>
              </a:extLst>
            </p:cNvPr>
            <p:cNvSpPr>
              <a:spLocks noChangeShapeType="1"/>
            </p:cNvSpPr>
            <p:nvPr/>
          </p:nvSpPr>
          <p:spPr bwMode="auto">
            <a:xfrm>
              <a:off x="5281" y="499"/>
              <a:ext cx="124" cy="207"/>
            </a:xfrm>
            <a:prstGeom prst="line">
              <a:avLst/>
            </a:prstGeom>
            <a:noFill/>
            <a:ln w="38100">
              <a:solidFill>
                <a:schemeClr val="accent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638" name="Text Box 62">
              <a:extLst>
                <a:ext uri="{FF2B5EF4-FFF2-40B4-BE49-F238E27FC236}">
                  <a16:creationId xmlns:a16="http://schemas.microsoft.com/office/drawing/2014/main" id="{C1EEAB99-1BFA-4182-8E44-2BB99A727937}"/>
                </a:ext>
              </a:extLst>
            </p:cNvPr>
            <p:cNvSpPr txBox="1">
              <a:spLocks noChangeArrowheads="1"/>
            </p:cNvSpPr>
            <p:nvPr/>
          </p:nvSpPr>
          <p:spPr bwMode="auto">
            <a:xfrm>
              <a:off x="4959" y="275"/>
              <a:ext cx="353"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3366FF"/>
                  </a:solidFill>
                  <a:effectLst/>
                  <a:uLnTx/>
                  <a:uFillTx/>
                  <a:latin typeface="Times New Roman" panose="02020603050405020304" pitchFamily="18" charset="0"/>
                  <a:ea typeface="宋体" panose="02010600030101010101" pitchFamily="2" charset="-122"/>
                  <a:cs typeface="+mn-cs"/>
                </a:rPr>
                <a:t>pa</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408639" name="Rectangle 63">
              <a:extLst>
                <a:ext uri="{FF2B5EF4-FFF2-40B4-BE49-F238E27FC236}">
                  <a16:creationId xmlns:a16="http://schemas.microsoft.com/office/drawing/2014/main" id="{078BC465-CFED-4F02-B8FD-1A1FE8D103F2}"/>
                </a:ext>
              </a:extLst>
            </p:cNvPr>
            <p:cNvSpPr>
              <a:spLocks noChangeArrowheads="1"/>
            </p:cNvSpPr>
            <p:nvPr/>
          </p:nvSpPr>
          <p:spPr bwMode="auto">
            <a:xfrm>
              <a:off x="2928" y="688"/>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640" name="Rectangle 64">
              <a:extLst>
                <a:ext uri="{FF2B5EF4-FFF2-40B4-BE49-F238E27FC236}">
                  <a16:creationId xmlns:a16="http://schemas.microsoft.com/office/drawing/2014/main" id="{A513C37E-24E3-45C8-8EAF-419409E646DF}"/>
                </a:ext>
              </a:extLst>
            </p:cNvPr>
            <p:cNvSpPr>
              <a:spLocks noChangeArrowheads="1"/>
            </p:cNvSpPr>
            <p:nvPr/>
          </p:nvSpPr>
          <p:spPr bwMode="auto">
            <a:xfrm>
              <a:off x="1920" y="688"/>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641" name="Line 65">
              <a:extLst>
                <a:ext uri="{FF2B5EF4-FFF2-40B4-BE49-F238E27FC236}">
                  <a16:creationId xmlns:a16="http://schemas.microsoft.com/office/drawing/2014/main" id="{89D36B3E-F98C-49F8-BE31-050477531C66}"/>
                </a:ext>
              </a:extLst>
            </p:cNvPr>
            <p:cNvSpPr>
              <a:spLocks noChangeShapeType="1"/>
            </p:cNvSpPr>
            <p:nvPr/>
          </p:nvSpPr>
          <p:spPr bwMode="auto">
            <a:xfrm>
              <a:off x="3040" y="872"/>
              <a:ext cx="347" cy="1"/>
            </a:xfrm>
            <a:prstGeom prst="line">
              <a:avLst/>
            </a:prstGeom>
            <a:noFill/>
            <a:ln w="3810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642" name="Line 66">
              <a:extLst>
                <a:ext uri="{FF2B5EF4-FFF2-40B4-BE49-F238E27FC236}">
                  <a16:creationId xmlns:a16="http://schemas.microsoft.com/office/drawing/2014/main" id="{8A34EAAD-7126-49B0-8D8C-AC841FF288E8}"/>
                </a:ext>
              </a:extLst>
            </p:cNvPr>
            <p:cNvSpPr>
              <a:spLocks noChangeShapeType="1"/>
            </p:cNvSpPr>
            <p:nvPr/>
          </p:nvSpPr>
          <p:spPr bwMode="auto">
            <a:xfrm>
              <a:off x="2016" y="880"/>
              <a:ext cx="384" cy="0"/>
            </a:xfrm>
            <a:prstGeom prst="line">
              <a:avLst/>
            </a:prstGeom>
            <a:noFill/>
            <a:ln w="3810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643" name="Line 67">
              <a:extLst>
                <a:ext uri="{FF2B5EF4-FFF2-40B4-BE49-F238E27FC236}">
                  <a16:creationId xmlns:a16="http://schemas.microsoft.com/office/drawing/2014/main" id="{1C3EAAE8-791C-4DDE-AFAC-FBA5C2734A35}"/>
                </a:ext>
              </a:extLst>
            </p:cNvPr>
            <p:cNvSpPr>
              <a:spLocks noChangeShapeType="1"/>
            </p:cNvSpPr>
            <p:nvPr/>
          </p:nvSpPr>
          <p:spPr bwMode="auto">
            <a:xfrm flipV="1">
              <a:off x="3412" y="3635"/>
              <a:ext cx="192" cy="147"/>
            </a:xfrm>
            <a:prstGeom prst="line">
              <a:avLst/>
            </a:prstGeom>
            <a:noFill/>
            <a:ln w="38100">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644" name="Text Box 68">
              <a:extLst>
                <a:ext uri="{FF2B5EF4-FFF2-40B4-BE49-F238E27FC236}">
                  <a16:creationId xmlns:a16="http://schemas.microsoft.com/office/drawing/2014/main" id="{18BC4DCC-64BB-497E-B586-5C10476E5AC5}"/>
                </a:ext>
              </a:extLst>
            </p:cNvPr>
            <p:cNvSpPr txBox="1">
              <a:spLocks noChangeArrowheads="1"/>
            </p:cNvSpPr>
            <p:nvPr/>
          </p:nvSpPr>
          <p:spPr bwMode="auto">
            <a:xfrm>
              <a:off x="3087" y="3601"/>
              <a:ext cx="34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008080"/>
                  </a:solidFill>
                  <a:effectLst/>
                  <a:uLnTx/>
                  <a:uFillTx/>
                  <a:latin typeface="Times New Roman" panose="02020603050405020304" pitchFamily="18" charset="0"/>
                  <a:ea typeface="宋体" panose="02010600030101010101" pitchFamily="2" charset="-122"/>
                  <a:cs typeface="+mn-cs"/>
                </a:rPr>
                <a:t>pc</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408645" name="Rectangle 69">
              <a:extLst>
                <a:ext uri="{FF2B5EF4-FFF2-40B4-BE49-F238E27FC236}">
                  <a16:creationId xmlns:a16="http://schemas.microsoft.com/office/drawing/2014/main" id="{A6D43345-C101-40E8-9622-52DA0C114115}"/>
                </a:ext>
              </a:extLst>
            </p:cNvPr>
            <p:cNvSpPr>
              <a:spLocks noChangeArrowheads="1"/>
            </p:cNvSpPr>
            <p:nvPr/>
          </p:nvSpPr>
          <p:spPr bwMode="auto">
            <a:xfrm>
              <a:off x="2400" y="3237"/>
              <a:ext cx="576"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646" name="Rectangle 70">
              <a:extLst>
                <a:ext uri="{FF2B5EF4-FFF2-40B4-BE49-F238E27FC236}">
                  <a16:creationId xmlns:a16="http://schemas.microsoft.com/office/drawing/2014/main" id="{F488F9A8-81D7-4E45-B121-3F4BA43EA68F}"/>
                </a:ext>
              </a:extLst>
            </p:cNvPr>
            <p:cNvSpPr>
              <a:spLocks noChangeArrowheads="1"/>
            </p:cNvSpPr>
            <p:nvPr/>
          </p:nvSpPr>
          <p:spPr bwMode="auto">
            <a:xfrm>
              <a:off x="2976" y="3237"/>
              <a:ext cx="192"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647" name="Text Box 71">
              <a:extLst>
                <a:ext uri="{FF2B5EF4-FFF2-40B4-BE49-F238E27FC236}">
                  <a16:creationId xmlns:a16="http://schemas.microsoft.com/office/drawing/2014/main" id="{CD6C867B-FD1C-4BBF-B77F-633AD732313A}"/>
                </a:ext>
              </a:extLst>
            </p:cNvPr>
            <p:cNvSpPr txBox="1">
              <a:spLocks noChangeArrowheads="1"/>
            </p:cNvSpPr>
            <p:nvPr/>
          </p:nvSpPr>
          <p:spPr bwMode="auto">
            <a:xfrm>
              <a:off x="2375" y="3208"/>
              <a:ext cx="649"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-9 10</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408648" name="Line 72">
              <a:extLst>
                <a:ext uri="{FF2B5EF4-FFF2-40B4-BE49-F238E27FC236}">
                  <a16:creationId xmlns:a16="http://schemas.microsoft.com/office/drawing/2014/main" id="{A102520E-BE0A-441F-98FE-362F0CAF86E1}"/>
                </a:ext>
              </a:extLst>
            </p:cNvPr>
            <p:cNvSpPr>
              <a:spLocks noChangeShapeType="1"/>
            </p:cNvSpPr>
            <p:nvPr/>
          </p:nvSpPr>
          <p:spPr bwMode="auto">
            <a:xfrm flipV="1">
              <a:off x="4319" y="1832"/>
              <a:ext cx="209" cy="206"/>
            </a:xfrm>
            <a:prstGeom prst="line">
              <a:avLst/>
            </a:prstGeom>
            <a:noFill/>
            <a:ln w="38100">
              <a:solidFill>
                <a:schemeClr val="accent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649" name="Text Box 73">
              <a:extLst>
                <a:ext uri="{FF2B5EF4-FFF2-40B4-BE49-F238E27FC236}">
                  <a16:creationId xmlns:a16="http://schemas.microsoft.com/office/drawing/2014/main" id="{A269CCA7-ACFD-4611-8ADD-49C0D0DD61B9}"/>
                </a:ext>
              </a:extLst>
            </p:cNvPr>
            <p:cNvSpPr txBox="1">
              <a:spLocks noChangeArrowheads="1"/>
            </p:cNvSpPr>
            <p:nvPr/>
          </p:nvSpPr>
          <p:spPr bwMode="auto">
            <a:xfrm>
              <a:off x="3970" y="1897"/>
              <a:ext cx="36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3366FF"/>
                  </a:solidFill>
                  <a:effectLst/>
                  <a:uLnTx/>
                  <a:uFillTx/>
                  <a:latin typeface="Times New Roman" panose="02020603050405020304" pitchFamily="18" charset="0"/>
                  <a:ea typeface="宋体" panose="02010600030101010101" pitchFamily="2" charset="-122"/>
                  <a:cs typeface="+mn-cs"/>
                </a:rPr>
                <a:t>pb</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grpSp>
          <p:nvGrpSpPr>
            <p:cNvPr id="408650" name="Group 74">
              <a:extLst>
                <a:ext uri="{FF2B5EF4-FFF2-40B4-BE49-F238E27FC236}">
                  <a16:creationId xmlns:a16="http://schemas.microsoft.com/office/drawing/2014/main" id="{4AE49F92-CBC3-4D22-8DA2-CF623562EB2E}"/>
                </a:ext>
              </a:extLst>
            </p:cNvPr>
            <p:cNvGrpSpPr>
              <a:grpSpLocks/>
            </p:cNvGrpSpPr>
            <p:nvPr/>
          </p:nvGrpSpPr>
          <p:grpSpPr bwMode="auto">
            <a:xfrm>
              <a:off x="372" y="1446"/>
              <a:ext cx="1014" cy="855"/>
              <a:chOff x="372" y="1390"/>
              <a:chExt cx="1014" cy="855"/>
            </a:xfrm>
          </p:grpSpPr>
          <p:sp>
            <p:nvSpPr>
              <p:cNvPr id="408651" name="Rectangle 75">
                <a:extLst>
                  <a:ext uri="{FF2B5EF4-FFF2-40B4-BE49-F238E27FC236}">
                    <a16:creationId xmlns:a16="http://schemas.microsoft.com/office/drawing/2014/main" id="{98090FA7-A807-4D81-890D-7468721E8281}"/>
                  </a:ext>
                </a:extLst>
              </p:cNvPr>
              <p:cNvSpPr>
                <a:spLocks noChangeArrowheads="1"/>
              </p:cNvSpPr>
              <p:nvPr/>
            </p:nvSpPr>
            <p:spPr bwMode="auto">
              <a:xfrm>
                <a:off x="378" y="1390"/>
                <a:ext cx="528" cy="336"/>
              </a:xfrm>
              <a:prstGeom prst="rect">
                <a:avLst/>
              </a:prstGeom>
              <a:solidFill>
                <a:srgbClr val="FF6600"/>
              </a:solid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652" name="Line 76">
                <a:extLst>
                  <a:ext uri="{FF2B5EF4-FFF2-40B4-BE49-F238E27FC236}">
                    <a16:creationId xmlns:a16="http://schemas.microsoft.com/office/drawing/2014/main" id="{C76510ED-655A-45DA-9DCA-65191D5D5265}"/>
                  </a:ext>
                </a:extLst>
              </p:cNvPr>
              <p:cNvSpPr>
                <a:spLocks noChangeShapeType="1"/>
              </p:cNvSpPr>
              <p:nvPr/>
            </p:nvSpPr>
            <p:spPr bwMode="auto">
              <a:xfrm>
                <a:off x="666" y="1390"/>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653" name="Text Box 77">
                <a:extLst>
                  <a:ext uri="{FF2B5EF4-FFF2-40B4-BE49-F238E27FC236}">
                    <a16:creationId xmlns:a16="http://schemas.microsoft.com/office/drawing/2014/main" id="{CF830917-41FA-45B3-9C70-8C9F57D4BA5B}"/>
                  </a:ext>
                </a:extLst>
              </p:cNvPr>
              <p:cNvSpPr txBox="1">
                <a:spLocks noChangeArrowheads="1"/>
              </p:cNvSpPr>
              <p:nvPr/>
            </p:nvSpPr>
            <p:spPr bwMode="auto">
              <a:xfrm>
                <a:off x="372" y="1915"/>
                <a:ext cx="385"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CC0000"/>
                    </a:solidFill>
                    <a:effectLst/>
                    <a:uLnTx/>
                    <a:uFillTx/>
                    <a:latin typeface="Arial Narrow" panose="020B0606020202030204" pitchFamily="34" charset="0"/>
                    <a:ea typeface="宋体" panose="02010600030101010101" pitchFamily="2" charset="-122"/>
                    <a:cs typeface="+mn-cs"/>
                  </a:rPr>
                  <a:t>BH</a:t>
                </a:r>
                <a:endParaRPr kumimoji="1" lang="en-US" altLang="zh-CN" sz="2400" b="0" i="0" u="none" strike="noStrike" kern="1200" cap="none" spc="0" normalizeH="0" baseline="0" noProof="0" dirty="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408654" name="Line 78">
                <a:extLst>
                  <a:ext uri="{FF2B5EF4-FFF2-40B4-BE49-F238E27FC236}">
                    <a16:creationId xmlns:a16="http://schemas.microsoft.com/office/drawing/2014/main" id="{88CCFCE0-222B-4273-BFCC-872003918459}"/>
                  </a:ext>
                </a:extLst>
              </p:cNvPr>
              <p:cNvSpPr>
                <a:spLocks noChangeShapeType="1"/>
              </p:cNvSpPr>
              <p:nvPr/>
            </p:nvSpPr>
            <p:spPr bwMode="auto">
              <a:xfrm flipH="1" flipV="1">
                <a:off x="615" y="1768"/>
                <a:ext cx="5" cy="178"/>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655" name="Rectangle 79">
                <a:extLst>
                  <a:ext uri="{FF2B5EF4-FFF2-40B4-BE49-F238E27FC236}">
                    <a16:creationId xmlns:a16="http://schemas.microsoft.com/office/drawing/2014/main" id="{F5FEBD78-5018-4C4C-A93B-5B76C81FC5E3}"/>
                  </a:ext>
                </a:extLst>
              </p:cNvPr>
              <p:cNvSpPr>
                <a:spLocks noChangeArrowheads="1"/>
              </p:cNvSpPr>
              <p:nvPr/>
            </p:nvSpPr>
            <p:spPr bwMode="auto">
              <a:xfrm>
                <a:off x="906" y="1390"/>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656" name="Line 80">
                <a:extLst>
                  <a:ext uri="{FF2B5EF4-FFF2-40B4-BE49-F238E27FC236}">
                    <a16:creationId xmlns:a16="http://schemas.microsoft.com/office/drawing/2014/main" id="{864CEA93-B707-49D6-8765-577BB2AC2D11}"/>
                  </a:ext>
                </a:extLst>
              </p:cNvPr>
              <p:cNvSpPr>
                <a:spLocks noChangeShapeType="1"/>
              </p:cNvSpPr>
              <p:nvPr/>
            </p:nvSpPr>
            <p:spPr bwMode="auto">
              <a:xfrm>
                <a:off x="1002" y="1582"/>
                <a:ext cx="384" cy="0"/>
              </a:xfrm>
              <a:prstGeom prst="line">
                <a:avLst/>
              </a:prstGeom>
              <a:noFill/>
              <a:ln w="3810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grpSp>
        <p:sp>
          <p:nvSpPr>
            <p:cNvPr id="408658" name="Line 82">
              <a:extLst>
                <a:ext uri="{FF2B5EF4-FFF2-40B4-BE49-F238E27FC236}">
                  <a16:creationId xmlns:a16="http://schemas.microsoft.com/office/drawing/2014/main" id="{02DD8D5F-82FD-46F1-B262-572084125D0D}"/>
                </a:ext>
              </a:extLst>
            </p:cNvPr>
            <p:cNvSpPr>
              <a:spLocks noChangeShapeType="1"/>
            </p:cNvSpPr>
            <p:nvPr/>
          </p:nvSpPr>
          <p:spPr bwMode="auto">
            <a:xfrm>
              <a:off x="2700" y="3234"/>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659" name="Rectangle 83">
              <a:extLst>
                <a:ext uri="{FF2B5EF4-FFF2-40B4-BE49-F238E27FC236}">
                  <a16:creationId xmlns:a16="http://schemas.microsoft.com/office/drawing/2014/main" id="{A3BF2BD7-BF37-4836-B598-F2FB1AC7A0A7}"/>
                </a:ext>
              </a:extLst>
            </p:cNvPr>
            <p:cNvSpPr>
              <a:spLocks noChangeArrowheads="1"/>
            </p:cNvSpPr>
            <p:nvPr/>
          </p:nvSpPr>
          <p:spPr bwMode="auto">
            <a:xfrm>
              <a:off x="3408" y="3245"/>
              <a:ext cx="576"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660" name="Rectangle 84">
              <a:extLst>
                <a:ext uri="{FF2B5EF4-FFF2-40B4-BE49-F238E27FC236}">
                  <a16:creationId xmlns:a16="http://schemas.microsoft.com/office/drawing/2014/main" id="{0F3371AD-BE8E-40F5-9AC7-7AA6617BFE37}"/>
                </a:ext>
              </a:extLst>
            </p:cNvPr>
            <p:cNvSpPr>
              <a:spLocks noChangeArrowheads="1"/>
            </p:cNvSpPr>
            <p:nvPr/>
          </p:nvSpPr>
          <p:spPr bwMode="auto">
            <a:xfrm>
              <a:off x="3984" y="3245"/>
              <a:ext cx="192"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661" name="Line 85">
              <a:extLst>
                <a:ext uri="{FF2B5EF4-FFF2-40B4-BE49-F238E27FC236}">
                  <a16:creationId xmlns:a16="http://schemas.microsoft.com/office/drawing/2014/main" id="{C1B2DC14-720A-48D8-9A4A-47C901C9C8A9}"/>
                </a:ext>
              </a:extLst>
            </p:cNvPr>
            <p:cNvSpPr>
              <a:spLocks noChangeShapeType="1"/>
            </p:cNvSpPr>
            <p:nvPr/>
          </p:nvSpPr>
          <p:spPr bwMode="auto">
            <a:xfrm>
              <a:off x="3072" y="3420"/>
              <a:ext cx="336" cy="0"/>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662" name="Text Box 86">
              <a:extLst>
                <a:ext uri="{FF2B5EF4-FFF2-40B4-BE49-F238E27FC236}">
                  <a16:creationId xmlns:a16="http://schemas.microsoft.com/office/drawing/2014/main" id="{C62B3224-66B3-4502-B4FE-5F28E6FBACAC}"/>
                </a:ext>
              </a:extLst>
            </p:cNvPr>
            <p:cNvSpPr txBox="1">
              <a:spLocks noChangeArrowheads="1"/>
            </p:cNvSpPr>
            <p:nvPr/>
          </p:nvSpPr>
          <p:spPr bwMode="auto">
            <a:xfrm>
              <a:off x="3468" y="3224"/>
              <a:ext cx="56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7 12</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408663" name="Line 87">
              <a:extLst>
                <a:ext uri="{FF2B5EF4-FFF2-40B4-BE49-F238E27FC236}">
                  <a16:creationId xmlns:a16="http://schemas.microsoft.com/office/drawing/2014/main" id="{483DAC6A-F4A0-42B3-88D9-160E1D195EE5}"/>
                </a:ext>
              </a:extLst>
            </p:cNvPr>
            <p:cNvSpPr>
              <a:spLocks noChangeShapeType="1"/>
            </p:cNvSpPr>
            <p:nvPr/>
          </p:nvSpPr>
          <p:spPr bwMode="auto">
            <a:xfrm>
              <a:off x="3699" y="3251"/>
              <a:ext cx="0" cy="327"/>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8657" name="Text Box 81">
              <a:extLst>
                <a:ext uri="{FF2B5EF4-FFF2-40B4-BE49-F238E27FC236}">
                  <a16:creationId xmlns:a16="http://schemas.microsoft.com/office/drawing/2014/main" id="{CFC91814-D4D5-4003-A695-7E87C3546A82}"/>
                </a:ext>
              </a:extLst>
            </p:cNvPr>
            <p:cNvSpPr txBox="1">
              <a:spLocks noChangeArrowheads="1"/>
            </p:cNvSpPr>
            <p:nvPr/>
          </p:nvSpPr>
          <p:spPr bwMode="auto">
            <a:xfrm>
              <a:off x="3947" y="3195"/>
              <a:ext cx="27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grpSp>
    </p:spTree>
  </p:cSld>
  <p:clrMapOvr>
    <a:masterClrMapping/>
  </p:clrMapOvr>
  <p:transition>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9695" name="Group 95">
            <a:extLst>
              <a:ext uri="{FF2B5EF4-FFF2-40B4-BE49-F238E27FC236}">
                <a16:creationId xmlns:a16="http://schemas.microsoft.com/office/drawing/2014/main" id="{854EF2B4-94C4-44E4-B696-ED4405E57146}"/>
              </a:ext>
            </a:extLst>
          </p:cNvPr>
          <p:cNvGrpSpPr>
            <a:grpSpLocks/>
          </p:cNvGrpSpPr>
          <p:nvPr/>
        </p:nvGrpSpPr>
        <p:grpSpPr bwMode="auto">
          <a:xfrm>
            <a:off x="590550" y="436563"/>
            <a:ext cx="7989888" cy="5802312"/>
            <a:chOff x="372" y="275"/>
            <a:chExt cx="5033" cy="3655"/>
          </a:xfrm>
        </p:grpSpPr>
        <p:sp>
          <p:nvSpPr>
            <p:cNvPr id="409603" name="Rectangle 3">
              <a:extLst>
                <a:ext uri="{FF2B5EF4-FFF2-40B4-BE49-F238E27FC236}">
                  <a16:creationId xmlns:a16="http://schemas.microsoft.com/office/drawing/2014/main" id="{0E6DFD0C-60EA-4D79-B9ED-53AD163C4631}"/>
                </a:ext>
              </a:extLst>
            </p:cNvPr>
            <p:cNvSpPr>
              <a:spLocks noChangeArrowheads="1"/>
            </p:cNvSpPr>
            <p:nvPr/>
          </p:nvSpPr>
          <p:spPr bwMode="auto">
            <a:xfrm>
              <a:off x="4416" y="688"/>
              <a:ext cx="528"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04" name="Line 4">
              <a:extLst>
                <a:ext uri="{FF2B5EF4-FFF2-40B4-BE49-F238E27FC236}">
                  <a16:creationId xmlns:a16="http://schemas.microsoft.com/office/drawing/2014/main" id="{7D893E8C-35E4-4693-9C0D-07140E172DA6}"/>
                </a:ext>
              </a:extLst>
            </p:cNvPr>
            <p:cNvSpPr>
              <a:spLocks noChangeShapeType="1"/>
            </p:cNvSpPr>
            <p:nvPr/>
          </p:nvSpPr>
          <p:spPr bwMode="auto">
            <a:xfrm>
              <a:off x="4704" y="688"/>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05" name="Rectangle 5">
              <a:extLst>
                <a:ext uri="{FF2B5EF4-FFF2-40B4-BE49-F238E27FC236}">
                  <a16:creationId xmlns:a16="http://schemas.microsoft.com/office/drawing/2014/main" id="{148AE4C4-7257-495F-A0A6-9A9AE0B649A8}"/>
                </a:ext>
              </a:extLst>
            </p:cNvPr>
            <p:cNvSpPr>
              <a:spLocks noChangeArrowheads="1"/>
            </p:cNvSpPr>
            <p:nvPr/>
          </p:nvSpPr>
          <p:spPr bwMode="auto">
            <a:xfrm>
              <a:off x="1392" y="688"/>
              <a:ext cx="528" cy="336"/>
            </a:xfrm>
            <a:prstGeom prst="rect">
              <a:avLst/>
            </a:prstGeom>
            <a:solidFill>
              <a:srgbClr val="FF6600"/>
            </a:solid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06" name="Text Box 6">
              <a:extLst>
                <a:ext uri="{FF2B5EF4-FFF2-40B4-BE49-F238E27FC236}">
                  <a16:creationId xmlns:a16="http://schemas.microsoft.com/office/drawing/2014/main" id="{18BB249B-1AFC-4A82-A3CC-6216DEDA6B9C}"/>
                </a:ext>
              </a:extLst>
            </p:cNvPr>
            <p:cNvSpPr txBox="1">
              <a:spLocks noChangeArrowheads="1"/>
            </p:cNvSpPr>
            <p:nvPr/>
          </p:nvSpPr>
          <p:spPr bwMode="auto">
            <a:xfrm>
              <a:off x="771" y="688"/>
              <a:ext cx="385"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CC0000"/>
                  </a:solidFill>
                  <a:effectLst/>
                  <a:uLnTx/>
                  <a:uFillTx/>
                  <a:latin typeface="Arial Narrow" panose="020B0606020202030204" pitchFamily="34" charset="0"/>
                  <a:ea typeface="宋体" panose="02010600030101010101" pitchFamily="2" charset="-122"/>
                  <a:cs typeface="+mn-cs"/>
                </a:rPr>
                <a:t>AH</a:t>
              </a:r>
              <a:endParaRPr kumimoji="1" lang="en-US" altLang="zh-CN" sz="2400" b="0" i="0" u="none" strike="noStrike" kern="1200" cap="none" spc="0" normalizeH="0" baseline="0" noProof="0" dirty="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409607" name="Line 7">
              <a:extLst>
                <a:ext uri="{FF2B5EF4-FFF2-40B4-BE49-F238E27FC236}">
                  <a16:creationId xmlns:a16="http://schemas.microsoft.com/office/drawing/2014/main" id="{1066E31D-2936-4D3F-9255-B0766B725E5E}"/>
                </a:ext>
              </a:extLst>
            </p:cNvPr>
            <p:cNvSpPr>
              <a:spLocks noChangeShapeType="1"/>
            </p:cNvSpPr>
            <p:nvPr/>
          </p:nvSpPr>
          <p:spPr bwMode="auto">
            <a:xfrm>
              <a:off x="1680" y="688"/>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08" name="Rectangle 8">
              <a:extLst>
                <a:ext uri="{FF2B5EF4-FFF2-40B4-BE49-F238E27FC236}">
                  <a16:creationId xmlns:a16="http://schemas.microsoft.com/office/drawing/2014/main" id="{F7DCDCA5-C3F2-4EA2-B415-E59927B1DF7D}"/>
                </a:ext>
              </a:extLst>
            </p:cNvPr>
            <p:cNvSpPr>
              <a:spLocks noChangeArrowheads="1"/>
            </p:cNvSpPr>
            <p:nvPr/>
          </p:nvSpPr>
          <p:spPr bwMode="auto">
            <a:xfrm>
              <a:off x="4944" y="688"/>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09" name="Rectangle 9">
              <a:extLst>
                <a:ext uri="{FF2B5EF4-FFF2-40B4-BE49-F238E27FC236}">
                  <a16:creationId xmlns:a16="http://schemas.microsoft.com/office/drawing/2014/main" id="{DCFA2569-6DF6-4E08-9DDE-7ED868854E58}"/>
                </a:ext>
              </a:extLst>
            </p:cNvPr>
            <p:cNvSpPr>
              <a:spLocks noChangeArrowheads="1"/>
            </p:cNvSpPr>
            <p:nvPr/>
          </p:nvSpPr>
          <p:spPr bwMode="auto">
            <a:xfrm>
              <a:off x="1392" y="1456"/>
              <a:ext cx="528"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10" name="Line 10">
              <a:extLst>
                <a:ext uri="{FF2B5EF4-FFF2-40B4-BE49-F238E27FC236}">
                  <a16:creationId xmlns:a16="http://schemas.microsoft.com/office/drawing/2014/main" id="{D9EE6AAF-C24C-4F52-8E80-C8AA07A6F080}"/>
                </a:ext>
              </a:extLst>
            </p:cNvPr>
            <p:cNvSpPr>
              <a:spLocks noChangeShapeType="1"/>
            </p:cNvSpPr>
            <p:nvPr/>
          </p:nvSpPr>
          <p:spPr bwMode="auto">
            <a:xfrm>
              <a:off x="1680" y="1456"/>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11" name="Rectangle 11">
              <a:extLst>
                <a:ext uri="{FF2B5EF4-FFF2-40B4-BE49-F238E27FC236}">
                  <a16:creationId xmlns:a16="http://schemas.microsoft.com/office/drawing/2014/main" id="{A08DB436-3CA3-4590-A0B3-9506F31BB23C}"/>
                </a:ext>
              </a:extLst>
            </p:cNvPr>
            <p:cNvSpPr>
              <a:spLocks noChangeArrowheads="1"/>
            </p:cNvSpPr>
            <p:nvPr/>
          </p:nvSpPr>
          <p:spPr bwMode="auto">
            <a:xfrm>
              <a:off x="1928" y="1456"/>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12" name="Rectangle 12">
              <a:extLst>
                <a:ext uri="{FF2B5EF4-FFF2-40B4-BE49-F238E27FC236}">
                  <a16:creationId xmlns:a16="http://schemas.microsoft.com/office/drawing/2014/main" id="{57A580D2-F0DE-4F9A-80A6-AA13AA28E5E3}"/>
                </a:ext>
              </a:extLst>
            </p:cNvPr>
            <p:cNvSpPr>
              <a:spLocks noChangeArrowheads="1"/>
            </p:cNvSpPr>
            <p:nvPr/>
          </p:nvSpPr>
          <p:spPr bwMode="auto">
            <a:xfrm>
              <a:off x="2400" y="688"/>
              <a:ext cx="528"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13" name="Line 13">
              <a:extLst>
                <a:ext uri="{FF2B5EF4-FFF2-40B4-BE49-F238E27FC236}">
                  <a16:creationId xmlns:a16="http://schemas.microsoft.com/office/drawing/2014/main" id="{B350C461-348E-4056-A31B-0630BB7C6A58}"/>
                </a:ext>
              </a:extLst>
            </p:cNvPr>
            <p:cNvSpPr>
              <a:spLocks noChangeShapeType="1"/>
            </p:cNvSpPr>
            <p:nvPr/>
          </p:nvSpPr>
          <p:spPr bwMode="auto">
            <a:xfrm>
              <a:off x="2688" y="688"/>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14" name="Rectangle 14">
              <a:extLst>
                <a:ext uri="{FF2B5EF4-FFF2-40B4-BE49-F238E27FC236}">
                  <a16:creationId xmlns:a16="http://schemas.microsoft.com/office/drawing/2014/main" id="{4A57BE4D-0957-4F2D-9E1C-C9B650126163}"/>
                </a:ext>
              </a:extLst>
            </p:cNvPr>
            <p:cNvSpPr>
              <a:spLocks noChangeArrowheads="1"/>
            </p:cNvSpPr>
            <p:nvPr/>
          </p:nvSpPr>
          <p:spPr bwMode="auto">
            <a:xfrm>
              <a:off x="3936" y="688"/>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15" name="Rectangle 15">
              <a:extLst>
                <a:ext uri="{FF2B5EF4-FFF2-40B4-BE49-F238E27FC236}">
                  <a16:creationId xmlns:a16="http://schemas.microsoft.com/office/drawing/2014/main" id="{6EFEE899-93AE-4473-A339-9E303BF078CE}"/>
                </a:ext>
              </a:extLst>
            </p:cNvPr>
            <p:cNvSpPr>
              <a:spLocks noChangeArrowheads="1"/>
            </p:cNvSpPr>
            <p:nvPr/>
          </p:nvSpPr>
          <p:spPr bwMode="auto">
            <a:xfrm>
              <a:off x="2400" y="1456"/>
              <a:ext cx="528"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16" name="Line 16">
              <a:extLst>
                <a:ext uri="{FF2B5EF4-FFF2-40B4-BE49-F238E27FC236}">
                  <a16:creationId xmlns:a16="http://schemas.microsoft.com/office/drawing/2014/main" id="{73427692-2BB3-41B5-AF13-E83B4C859B99}"/>
                </a:ext>
              </a:extLst>
            </p:cNvPr>
            <p:cNvSpPr>
              <a:spLocks noChangeShapeType="1"/>
            </p:cNvSpPr>
            <p:nvPr/>
          </p:nvSpPr>
          <p:spPr bwMode="auto">
            <a:xfrm>
              <a:off x="2688" y="1456"/>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17" name="Rectangle 17">
              <a:extLst>
                <a:ext uri="{FF2B5EF4-FFF2-40B4-BE49-F238E27FC236}">
                  <a16:creationId xmlns:a16="http://schemas.microsoft.com/office/drawing/2014/main" id="{5128989C-8343-44BC-B216-D7EAC834E06E}"/>
                </a:ext>
              </a:extLst>
            </p:cNvPr>
            <p:cNvSpPr>
              <a:spLocks noChangeArrowheads="1"/>
            </p:cNvSpPr>
            <p:nvPr/>
          </p:nvSpPr>
          <p:spPr bwMode="auto">
            <a:xfrm>
              <a:off x="2928" y="1456"/>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18" name="Rectangle 18">
              <a:extLst>
                <a:ext uri="{FF2B5EF4-FFF2-40B4-BE49-F238E27FC236}">
                  <a16:creationId xmlns:a16="http://schemas.microsoft.com/office/drawing/2014/main" id="{D2F705E6-9B1F-4C24-BD0E-5B52D63C375C}"/>
                </a:ext>
              </a:extLst>
            </p:cNvPr>
            <p:cNvSpPr>
              <a:spLocks noChangeArrowheads="1"/>
            </p:cNvSpPr>
            <p:nvPr/>
          </p:nvSpPr>
          <p:spPr bwMode="auto">
            <a:xfrm>
              <a:off x="3408" y="688"/>
              <a:ext cx="576"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19" name="Line 19">
              <a:extLst>
                <a:ext uri="{FF2B5EF4-FFF2-40B4-BE49-F238E27FC236}">
                  <a16:creationId xmlns:a16="http://schemas.microsoft.com/office/drawing/2014/main" id="{615A8946-DA9D-43BA-86E4-FE688A52D74B}"/>
                </a:ext>
              </a:extLst>
            </p:cNvPr>
            <p:cNvSpPr>
              <a:spLocks noChangeShapeType="1"/>
            </p:cNvSpPr>
            <p:nvPr/>
          </p:nvSpPr>
          <p:spPr bwMode="auto">
            <a:xfrm>
              <a:off x="3696" y="688"/>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20" name="Rectangle 20">
              <a:extLst>
                <a:ext uri="{FF2B5EF4-FFF2-40B4-BE49-F238E27FC236}">
                  <a16:creationId xmlns:a16="http://schemas.microsoft.com/office/drawing/2014/main" id="{86CC9353-29D0-49C0-A20F-F387196763BC}"/>
                </a:ext>
              </a:extLst>
            </p:cNvPr>
            <p:cNvSpPr>
              <a:spLocks noChangeArrowheads="1"/>
            </p:cNvSpPr>
            <p:nvPr/>
          </p:nvSpPr>
          <p:spPr bwMode="auto">
            <a:xfrm>
              <a:off x="3984" y="688"/>
              <a:ext cx="192"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21" name="Rectangle 21">
              <a:extLst>
                <a:ext uri="{FF2B5EF4-FFF2-40B4-BE49-F238E27FC236}">
                  <a16:creationId xmlns:a16="http://schemas.microsoft.com/office/drawing/2014/main" id="{9F555B55-BC03-412F-9847-BDB8FD540764}"/>
                </a:ext>
              </a:extLst>
            </p:cNvPr>
            <p:cNvSpPr>
              <a:spLocks noChangeArrowheads="1"/>
            </p:cNvSpPr>
            <p:nvPr/>
          </p:nvSpPr>
          <p:spPr bwMode="auto">
            <a:xfrm>
              <a:off x="3408" y="1456"/>
              <a:ext cx="576"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22" name="Line 22">
              <a:extLst>
                <a:ext uri="{FF2B5EF4-FFF2-40B4-BE49-F238E27FC236}">
                  <a16:creationId xmlns:a16="http://schemas.microsoft.com/office/drawing/2014/main" id="{571D2DAE-0D0A-4CB4-A06C-0C6523332292}"/>
                </a:ext>
              </a:extLst>
            </p:cNvPr>
            <p:cNvSpPr>
              <a:spLocks noChangeShapeType="1"/>
            </p:cNvSpPr>
            <p:nvPr/>
          </p:nvSpPr>
          <p:spPr bwMode="auto">
            <a:xfrm>
              <a:off x="3696" y="1456"/>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23" name="Rectangle 23">
              <a:extLst>
                <a:ext uri="{FF2B5EF4-FFF2-40B4-BE49-F238E27FC236}">
                  <a16:creationId xmlns:a16="http://schemas.microsoft.com/office/drawing/2014/main" id="{5E841827-44B5-41CF-9EE6-1083F86BE70A}"/>
                </a:ext>
              </a:extLst>
            </p:cNvPr>
            <p:cNvSpPr>
              <a:spLocks noChangeArrowheads="1"/>
            </p:cNvSpPr>
            <p:nvPr/>
          </p:nvSpPr>
          <p:spPr bwMode="auto">
            <a:xfrm>
              <a:off x="3984" y="1456"/>
              <a:ext cx="192"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24" name="Rectangle 24">
              <a:extLst>
                <a:ext uri="{FF2B5EF4-FFF2-40B4-BE49-F238E27FC236}">
                  <a16:creationId xmlns:a16="http://schemas.microsoft.com/office/drawing/2014/main" id="{4EC59400-67D2-450C-A03F-74E2393A1BFF}"/>
                </a:ext>
              </a:extLst>
            </p:cNvPr>
            <p:cNvSpPr>
              <a:spLocks noChangeArrowheads="1"/>
            </p:cNvSpPr>
            <p:nvPr/>
          </p:nvSpPr>
          <p:spPr bwMode="auto">
            <a:xfrm>
              <a:off x="4416" y="1456"/>
              <a:ext cx="576"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25" name="Line 25">
              <a:extLst>
                <a:ext uri="{FF2B5EF4-FFF2-40B4-BE49-F238E27FC236}">
                  <a16:creationId xmlns:a16="http://schemas.microsoft.com/office/drawing/2014/main" id="{672A251D-4C34-4D98-968D-39CC52435524}"/>
                </a:ext>
              </a:extLst>
            </p:cNvPr>
            <p:cNvSpPr>
              <a:spLocks noChangeShapeType="1"/>
            </p:cNvSpPr>
            <p:nvPr/>
          </p:nvSpPr>
          <p:spPr bwMode="auto">
            <a:xfrm>
              <a:off x="4704" y="1456"/>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26" name="Rectangle 26">
              <a:extLst>
                <a:ext uri="{FF2B5EF4-FFF2-40B4-BE49-F238E27FC236}">
                  <a16:creationId xmlns:a16="http://schemas.microsoft.com/office/drawing/2014/main" id="{4D4985C9-164C-4BF7-B6FE-CC1B6DEB9570}"/>
                </a:ext>
              </a:extLst>
            </p:cNvPr>
            <p:cNvSpPr>
              <a:spLocks noChangeArrowheads="1"/>
            </p:cNvSpPr>
            <p:nvPr/>
          </p:nvSpPr>
          <p:spPr bwMode="auto">
            <a:xfrm>
              <a:off x="4992" y="1456"/>
              <a:ext cx="192"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27" name="Line 27">
              <a:extLst>
                <a:ext uri="{FF2B5EF4-FFF2-40B4-BE49-F238E27FC236}">
                  <a16:creationId xmlns:a16="http://schemas.microsoft.com/office/drawing/2014/main" id="{4FF764B7-9368-4DEA-9B4E-EE902F6A37ED}"/>
                </a:ext>
              </a:extLst>
            </p:cNvPr>
            <p:cNvSpPr>
              <a:spLocks noChangeShapeType="1"/>
            </p:cNvSpPr>
            <p:nvPr/>
          </p:nvSpPr>
          <p:spPr bwMode="auto">
            <a:xfrm>
              <a:off x="1152" y="880"/>
              <a:ext cx="240" cy="0"/>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28" name="Line 28">
              <a:extLst>
                <a:ext uri="{FF2B5EF4-FFF2-40B4-BE49-F238E27FC236}">
                  <a16:creationId xmlns:a16="http://schemas.microsoft.com/office/drawing/2014/main" id="{4BDD9438-9A5F-4D18-82AA-87CF62973FCD}"/>
                </a:ext>
              </a:extLst>
            </p:cNvPr>
            <p:cNvSpPr>
              <a:spLocks noChangeShapeType="1"/>
            </p:cNvSpPr>
            <p:nvPr/>
          </p:nvSpPr>
          <p:spPr bwMode="auto">
            <a:xfrm>
              <a:off x="2016" y="1648"/>
              <a:ext cx="384" cy="0"/>
            </a:xfrm>
            <a:prstGeom prst="line">
              <a:avLst/>
            </a:prstGeom>
            <a:noFill/>
            <a:ln w="38100">
              <a:solidFill>
                <a:schemeClr val="bg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29" name="Line 29">
              <a:extLst>
                <a:ext uri="{FF2B5EF4-FFF2-40B4-BE49-F238E27FC236}">
                  <a16:creationId xmlns:a16="http://schemas.microsoft.com/office/drawing/2014/main" id="{D7EF44F7-4943-4322-9A48-959EE8A914F0}"/>
                </a:ext>
              </a:extLst>
            </p:cNvPr>
            <p:cNvSpPr>
              <a:spLocks noChangeShapeType="1"/>
            </p:cNvSpPr>
            <p:nvPr/>
          </p:nvSpPr>
          <p:spPr bwMode="auto">
            <a:xfrm>
              <a:off x="3072" y="1648"/>
              <a:ext cx="336" cy="0"/>
            </a:xfrm>
            <a:prstGeom prst="line">
              <a:avLst/>
            </a:prstGeom>
            <a:noFill/>
            <a:ln w="38100">
              <a:solidFill>
                <a:schemeClr val="bg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30" name="Line 30">
              <a:extLst>
                <a:ext uri="{FF2B5EF4-FFF2-40B4-BE49-F238E27FC236}">
                  <a16:creationId xmlns:a16="http://schemas.microsoft.com/office/drawing/2014/main" id="{F4C26962-986B-4735-B6E1-6D1555C67B5C}"/>
                </a:ext>
              </a:extLst>
            </p:cNvPr>
            <p:cNvSpPr>
              <a:spLocks noChangeShapeType="1"/>
            </p:cNvSpPr>
            <p:nvPr/>
          </p:nvSpPr>
          <p:spPr bwMode="auto">
            <a:xfrm>
              <a:off x="4080" y="1648"/>
              <a:ext cx="336" cy="0"/>
            </a:xfrm>
            <a:prstGeom prst="line">
              <a:avLst/>
            </a:prstGeom>
            <a:noFill/>
            <a:ln w="38100">
              <a:solidFill>
                <a:schemeClr val="bg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31" name="Line 31">
              <a:extLst>
                <a:ext uri="{FF2B5EF4-FFF2-40B4-BE49-F238E27FC236}">
                  <a16:creationId xmlns:a16="http://schemas.microsoft.com/office/drawing/2014/main" id="{0621056D-0FFC-4E38-9F44-088A88405B72}"/>
                </a:ext>
              </a:extLst>
            </p:cNvPr>
            <p:cNvSpPr>
              <a:spLocks noChangeShapeType="1"/>
            </p:cNvSpPr>
            <p:nvPr/>
          </p:nvSpPr>
          <p:spPr bwMode="auto">
            <a:xfrm>
              <a:off x="4080" y="880"/>
              <a:ext cx="336" cy="0"/>
            </a:xfrm>
            <a:prstGeom prst="line">
              <a:avLst/>
            </a:prstGeom>
            <a:noFill/>
            <a:ln w="38100">
              <a:solidFill>
                <a:schemeClr val="bg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32" name="Text Box 32">
              <a:extLst>
                <a:ext uri="{FF2B5EF4-FFF2-40B4-BE49-F238E27FC236}">
                  <a16:creationId xmlns:a16="http://schemas.microsoft.com/office/drawing/2014/main" id="{EFD6270F-41C4-4E5F-8E9F-9D458B906D52}"/>
                </a:ext>
              </a:extLst>
            </p:cNvPr>
            <p:cNvSpPr txBox="1">
              <a:spLocks noChangeArrowheads="1"/>
            </p:cNvSpPr>
            <p:nvPr/>
          </p:nvSpPr>
          <p:spPr bwMode="auto">
            <a:xfrm>
              <a:off x="4945" y="651"/>
              <a:ext cx="27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409633" name="Text Box 33">
              <a:extLst>
                <a:ext uri="{FF2B5EF4-FFF2-40B4-BE49-F238E27FC236}">
                  <a16:creationId xmlns:a16="http://schemas.microsoft.com/office/drawing/2014/main" id="{99CE9FC0-4D4E-47B5-8DEE-6237342DC64F}"/>
                </a:ext>
              </a:extLst>
            </p:cNvPr>
            <p:cNvSpPr txBox="1">
              <a:spLocks noChangeArrowheads="1"/>
            </p:cNvSpPr>
            <p:nvPr/>
          </p:nvSpPr>
          <p:spPr bwMode="auto">
            <a:xfrm>
              <a:off x="4961" y="1427"/>
              <a:ext cx="27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409634" name="Text Box 34">
              <a:extLst>
                <a:ext uri="{FF2B5EF4-FFF2-40B4-BE49-F238E27FC236}">
                  <a16:creationId xmlns:a16="http://schemas.microsoft.com/office/drawing/2014/main" id="{01914C5B-E02E-44E2-A258-CC21F46D1212}"/>
                </a:ext>
              </a:extLst>
            </p:cNvPr>
            <p:cNvSpPr txBox="1">
              <a:spLocks noChangeArrowheads="1"/>
            </p:cNvSpPr>
            <p:nvPr/>
          </p:nvSpPr>
          <p:spPr bwMode="auto">
            <a:xfrm>
              <a:off x="726" y="2542"/>
              <a:ext cx="385"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CC0000"/>
                  </a:solidFill>
                  <a:effectLst/>
                  <a:uLnTx/>
                  <a:uFillTx/>
                  <a:latin typeface="Arial Narrow" panose="020B0606020202030204" pitchFamily="34" charset="0"/>
                  <a:ea typeface="宋体" panose="02010600030101010101" pitchFamily="2" charset="-122"/>
                  <a:cs typeface="+mn-cs"/>
                </a:rPr>
                <a:t>CH</a:t>
              </a:r>
              <a:endParaRPr kumimoji="1" lang="en-US" altLang="zh-CN" sz="2400" b="0" i="0" u="none" strike="noStrike" kern="1200" cap="none" spc="0" normalizeH="0" baseline="0" noProof="0" dirty="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409635" name="Rectangle 35">
              <a:extLst>
                <a:ext uri="{FF2B5EF4-FFF2-40B4-BE49-F238E27FC236}">
                  <a16:creationId xmlns:a16="http://schemas.microsoft.com/office/drawing/2014/main" id="{ED173679-E297-428C-897A-ED87C2D1290E}"/>
                </a:ext>
              </a:extLst>
            </p:cNvPr>
            <p:cNvSpPr>
              <a:spLocks noChangeArrowheads="1"/>
            </p:cNvSpPr>
            <p:nvPr/>
          </p:nvSpPr>
          <p:spPr bwMode="auto">
            <a:xfrm>
              <a:off x="1400" y="2533"/>
              <a:ext cx="528" cy="336"/>
            </a:xfrm>
            <a:prstGeom prst="rect">
              <a:avLst/>
            </a:prstGeom>
            <a:solidFill>
              <a:srgbClr val="FF6600"/>
            </a:solid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36" name="Line 36">
              <a:extLst>
                <a:ext uri="{FF2B5EF4-FFF2-40B4-BE49-F238E27FC236}">
                  <a16:creationId xmlns:a16="http://schemas.microsoft.com/office/drawing/2014/main" id="{1AE310D8-6931-437E-8067-0A0A71E1E4E9}"/>
                </a:ext>
              </a:extLst>
            </p:cNvPr>
            <p:cNvSpPr>
              <a:spLocks noChangeShapeType="1"/>
            </p:cNvSpPr>
            <p:nvPr/>
          </p:nvSpPr>
          <p:spPr bwMode="auto">
            <a:xfrm>
              <a:off x="1680" y="2536"/>
              <a:ext cx="0" cy="327"/>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37" name="Rectangle 37">
              <a:extLst>
                <a:ext uri="{FF2B5EF4-FFF2-40B4-BE49-F238E27FC236}">
                  <a16:creationId xmlns:a16="http://schemas.microsoft.com/office/drawing/2014/main" id="{5D0AC391-8786-4FA3-8F54-A04317E059FF}"/>
                </a:ext>
              </a:extLst>
            </p:cNvPr>
            <p:cNvSpPr>
              <a:spLocks noChangeArrowheads="1"/>
            </p:cNvSpPr>
            <p:nvPr/>
          </p:nvSpPr>
          <p:spPr bwMode="auto">
            <a:xfrm>
              <a:off x="1928" y="2533"/>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38" name="Rectangle 38">
              <a:extLst>
                <a:ext uri="{FF2B5EF4-FFF2-40B4-BE49-F238E27FC236}">
                  <a16:creationId xmlns:a16="http://schemas.microsoft.com/office/drawing/2014/main" id="{87E279F8-BB55-4B08-A15F-F2BEAE3AA135}"/>
                </a:ext>
              </a:extLst>
            </p:cNvPr>
            <p:cNvSpPr>
              <a:spLocks noChangeArrowheads="1"/>
            </p:cNvSpPr>
            <p:nvPr/>
          </p:nvSpPr>
          <p:spPr bwMode="auto">
            <a:xfrm>
              <a:off x="2400" y="2536"/>
              <a:ext cx="528"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39" name="Line 39">
              <a:extLst>
                <a:ext uri="{FF2B5EF4-FFF2-40B4-BE49-F238E27FC236}">
                  <a16:creationId xmlns:a16="http://schemas.microsoft.com/office/drawing/2014/main" id="{379473FD-9BF4-41CB-A502-DA4D02631BE1}"/>
                </a:ext>
              </a:extLst>
            </p:cNvPr>
            <p:cNvSpPr>
              <a:spLocks noChangeShapeType="1"/>
            </p:cNvSpPr>
            <p:nvPr/>
          </p:nvSpPr>
          <p:spPr bwMode="auto">
            <a:xfrm>
              <a:off x="2688" y="2528"/>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40" name="Rectangle 40">
              <a:extLst>
                <a:ext uri="{FF2B5EF4-FFF2-40B4-BE49-F238E27FC236}">
                  <a16:creationId xmlns:a16="http://schemas.microsoft.com/office/drawing/2014/main" id="{684DDDCF-E29C-4300-918B-8F18CBBC94A7}"/>
                </a:ext>
              </a:extLst>
            </p:cNvPr>
            <p:cNvSpPr>
              <a:spLocks noChangeArrowheads="1"/>
            </p:cNvSpPr>
            <p:nvPr/>
          </p:nvSpPr>
          <p:spPr bwMode="auto">
            <a:xfrm>
              <a:off x="2928" y="2536"/>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41" name="Rectangle 41">
              <a:extLst>
                <a:ext uri="{FF2B5EF4-FFF2-40B4-BE49-F238E27FC236}">
                  <a16:creationId xmlns:a16="http://schemas.microsoft.com/office/drawing/2014/main" id="{3CE30AB1-5EA9-493D-9BB1-292F6B0314E2}"/>
                </a:ext>
              </a:extLst>
            </p:cNvPr>
            <p:cNvSpPr>
              <a:spLocks noChangeArrowheads="1"/>
            </p:cNvSpPr>
            <p:nvPr/>
          </p:nvSpPr>
          <p:spPr bwMode="auto">
            <a:xfrm>
              <a:off x="3408" y="2536"/>
              <a:ext cx="576"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42" name="Line 42">
              <a:extLst>
                <a:ext uri="{FF2B5EF4-FFF2-40B4-BE49-F238E27FC236}">
                  <a16:creationId xmlns:a16="http://schemas.microsoft.com/office/drawing/2014/main" id="{A7E4E961-94E0-441C-B1D3-0F1889E97BC4}"/>
                </a:ext>
              </a:extLst>
            </p:cNvPr>
            <p:cNvSpPr>
              <a:spLocks noChangeShapeType="1"/>
            </p:cNvSpPr>
            <p:nvPr/>
          </p:nvSpPr>
          <p:spPr bwMode="auto">
            <a:xfrm>
              <a:off x="3704" y="2528"/>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43" name="Rectangle 43">
              <a:extLst>
                <a:ext uri="{FF2B5EF4-FFF2-40B4-BE49-F238E27FC236}">
                  <a16:creationId xmlns:a16="http://schemas.microsoft.com/office/drawing/2014/main" id="{AFD13990-9EAD-4249-B4E8-2D8C8A5C6845}"/>
                </a:ext>
              </a:extLst>
            </p:cNvPr>
            <p:cNvSpPr>
              <a:spLocks noChangeArrowheads="1"/>
            </p:cNvSpPr>
            <p:nvPr/>
          </p:nvSpPr>
          <p:spPr bwMode="auto">
            <a:xfrm>
              <a:off x="3984" y="2536"/>
              <a:ext cx="192"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44" name="Line 44">
              <a:extLst>
                <a:ext uri="{FF2B5EF4-FFF2-40B4-BE49-F238E27FC236}">
                  <a16:creationId xmlns:a16="http://schemas.microsoft.com/office/drawing/2014/main" id="{07F16DCC-2CA2-446F-89C5-56C06CE45635}"/>
                </a:ext>
              </a:extLst>
            </p:cNvPr>
            <p:cNvSpPr>
              <a:spLocks noChangeShapeType="1"/>
            </p:cNvSpPr>
            <p:nvPr/>
          </p:nvSpPr>
          <p:spPr bwMode="auto">
            <a:xfrm>
              <a:off x="1152" y="2709"/>
              <a:ext cx="240" cy="0"/>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45" name="Line 45">
              <a:extLst>
                <a:ext uri="{FF2B5EF4-FFF2-40B4-BE49-F238E27FC236}">
                  <a16:creationId xmlns:a16="http://schemas.microsoft.com/office/drawing/2014/main" id="{0210E42B-39EC-45FE-9C48-B0990C3D7DE9}"/>
                </a:ext>
              </a:extLst>
            </p:cNvPr>
            <p:cNvSpPr>
              <a:spLocks noChangeShapeType="1"/>
            </p:cNvSpPr>
            <p:nvPr/>
          </p:nvSpPr>
          <p:spPr bwMode="auto">
            <a:xfrm>
              <a:off x="2064" y="2709"/>
              <a:ext cx="336" cy="0"/>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46" name="Line 46">
              <a:extLst>
                <a:ext uri="{FF2B5EF4-FFF2-40B4-BE49-F238E27FC236}">
                  <a16:creationId xmlns:a16="http://schemas.microsoft.com/office/drawing/2014/main" id="{81B89A26-24D3-493A-AECA-57012D7C4BF4}"/>
                </a:ext>
              </a:extLst>
            </p:cNvPr>
            <p:cNvSpPr>
              <a:spLocks noChangeShapeType="1"/>
            </p:cNvSpPr>
            <p:nvPr/>
          </p:nvSpPr>
          <p:spPr bwMode="auto">
            <a:xfrm>
              <a:off x="3072" y="2709"/>
              <a:ext cx="336" cy="0"/>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47" name="Line 47">
              <a:extLst>
                <a:ext uri="{FF2B5EF4-FFF2-40B4-BE49-F238E27FC236}">
                  <a16:creationId xmlns:a16="http://schemas.microsoft.com/office/drawing/2014/main" id="{BFCC6D36-077B-4705-BEEA-73E17667E1EB}"/>
                </a:ext>
              </a:extLst>
            </p:cNvPr>
            <p:cNvSpPr>
              <a:spLocks noChangeShapeType="1"/>
            </p:cNvSpPr>
            <p:nvPr/>
          </p:nvSpPr>
          <p:spPr bwMode="auto">
            <a:xfrm>
              <a:off x="2160" y="3429"/>
              <a:ext cx="240" cy="0"/>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48" name="Line 48">
              <a:extLst>
                <a:ext uri="{FF2B5EF4-FFF2-40B4-BE49-F238E27FC236}">
                  <a16:creationId xmlns:a16="http://schemas.microsoft.com/office/drawing/2014/main" id="{BE3950AA-10EB-46D3-8233-D2364F25D13C}"/>
                </a:ext>
              </a:extLst>
            </p:cNvPr>
            <p:cNvSpPr>
              <a:spLocks noChangeShapeType="1"/>
            </p:cNvSpPr>
            <p:nvPr/>
          </p:nvSpPr>
          <p:spPr bwMode="auto">
            <a:xfrm flipV="1">
              <a:off x="2160" y="3056"/>
              <a:ext cx="0" cy="384"/>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49" name="Line 49">
              <a:extLst>
                <a:ext uri="{FF2B5EF4-FFF2-40B4-BE49-F238E27FC236}">
                  <a16:creationId xmlns:a16="http://schemas.microsoft.com/office/drawing/2014/main" id="{A76B5EAD-8952-43D9-8C39-285C344FCD3E}"/>
                </a:ext>
              </a:extLst>
            </p:cNvPr>
            <p:cNvSpPr>
              <a:spLocks noChangeShapeType="1"/>
            </p:cNvSpPr>
            <p:nvPr/>
          </p:nvSpPr>
          <p:spPr bwMode="auto">
            <a:xfrm>
              <a:off x="2160" y="3064"/>
              <a:ext cx="2208" cy="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50" name="Line 50">
              <a:extLst>
                <a:ext uri="{FF2B5EF4-FFF2-40B4-BE49-F238E27FC236}">
                  <a16:creationId xmlns:a16="http://schemas.microsoft.com/office/drawing/2014/main" id="{58084E7B-0E3C-4EAA-9BFF-1E0C2AB33DD9}"/>
                </a:ext>
              </a:extLst>
            </p:cNvPr>
            <p:cNvSpPr>
              <a:spLocks noChangeShapeType="1"/>
            </p:cNvSpPr>
            <p:nvPr/>
          </p:nvSpPr>
          <p:spPr bwMode="auto">
            <a:xfrm>
              <a:off x="4080" y="2728"/>
              <a:ext cx="288" cy="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51" name="Line 51">
              <a:extLst>
                <a:ext uri="{FF2B5EF4-FFF2-40B4-BE49-F238E27FC236}">
                  <a16:creationId xmlns:a16="http://schemas.microsoft.com/office/drawing/2014/main" id="{44DF1E4B-C321-42D7-9E99-36C18614DEA4}"/>
                </a:ext>
              </a:extLst>
            </p:cNvPr>
            <p:cNvSpPr>
              <a:spLocks noChangeShapeType="1"/>
            </p:cNvSpPr>
            <p:nvPr/>
          </p:nvSpPr>
          <p:spPr bwMode="auto">
            <a:xfrm>
              <a:off x="4360" y="2728"/>
              <a:ext cx="0" cy="336"/>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52" name="Text Box 52">
              <a:extLst>
                <a:ext uri="{FF2B5EF4-FFF2-40B4-BE49-F238E27FC236}">
                  <a16:creationId xmlns:a16="http://schemas.microsoft.com/office/drawing/2014/main" id="{E868F86A-CDF6-4241-94B6-842FB871876F}"/>
                </a:ext>
              </a:extLst>
            </p:cNvPr>
            <p:cNvSpPr txBox="1">
              <a:spLocks noChangeArrowheads="1"/>
            </p:cNvSpPr>
            <p:nvPr/>
          </p:nvSpPr>
          <p:spPr bwMode="auto">
            <a:xfrm>
              <a:off x="2428" y="659"/>
              <a:ext cx="50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1  0</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409653" name="Text Box 53">
              <a:extLst>
                <a:ext uri="{FF2B5EF4-FFF2-40B4-BE49-F238E27FC236}">
                  <a16:creationId xmlns:a16="http://schemas.microsoft.com/office/drawing/2014/main" id="{8DF1FE89-F400-4C0F-85BF-FBA2C81BA3D1}"/>
                </a:ext>
              </a:extLst>
            </p:cNvPr>
            <p:cNvSpPr txBox="1">
              <a:spLocks noChangeArrowheads="1"/>
            </p:cNvSpPr>
            <p:nvPr/>
          </p:nvSpPr>
          <p:spPr bwMode="auto">
            <a:xfrm>
              <a:off x="2428" y="2507"/>
              <a:ext cx="50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1  0</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409654" name="Text Box 54">
              <a:extLst>
                <a:ext uri="{FF2B5EF4-FFF2-40B4-BE49-F238E27FC236}">
                  <a16:creationId xmlns:a16="http://schemas.microsoft.com/office/drawing/2014/main" id="{E248CF13-52D3-48B8-9CB4-CC1AE835BE70}"/>
                </a:ext>
              </a:extLst>
            </p:cNvPr>
            <p:cNvSpPr txBox="1">
              <a:spLocks noChangeArrowheads="1"/>
            </p:cNvSpPr>
            <p:nvPr/>
          </p:nvSpPr>
          <p:spPr bwMode="auto">
            <a:xfrm>
              <a:off x="1392" y="1427"/>
              <a:ext cx="52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-1 4</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409655" name="Text Box 55">
              <a:extLst>
                <a:ext uri="{FF2B5EF4-FFF2-40B4-BE49-F238E27FC236}">
                  <a16:creationId xmlns:a16="http://schemas.microsoft.com/office/drawing/2014/main" id="{0C0AE5CE-31B3-4742-B614-D19462B5D234}"/>
                </a:ext>
              </a:extLst>
            </p:cNvPr>
            <p:cNvSpPr txBox="1">
              <a:spLocks noChangeArrowheads="1"/>
            </p:cNvSpPr>
            <p:nvPr/>
          </p:nvSpPr>
          <p:spPr bwMode="auto">
            <a:xfrm>
              <a:off x="3408" y="2507"/>
              <a:ext cx="52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-1 4</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409656" name="Text Box 56">
              <a:extLst>
                <a:ext uri="{FF2B5EF4-FFF2-40B4-BE49-F238E27FC236}">
                  <a16:creationId xmlns:a16="http://schemas.microsoft.com/office/drawing/2014/main" id="{BBD27C90-C96A-4606-80CB-46E8297F5149}"/>
                </a:ext>
              </a:extLst>
            </p:cNvPr>
            <p:cNvSpPr txBox="1">
              <a:spLocks noChangeArrowheads="1"/>
            </p:cNvSpPr>
            <p:nvPr/>
          </p:nvSpPr>
          <p:spPr bwMode="auto">
            <a:xfrm>
              <a:off x="3408" y="659"/>
              <a:ext cx="52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-3 6</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409657" name="Text Box 57">
              <a:extLst>
                <a:ext uri="{FF2B5EF4-FFF2-40B4-BE49-F238E27FC236}">
                  <a16:creationId xmlns:a16="http://schemas.microsoft.com/office/drawing/2014/main" id="{505021C4-F17E-4CDE-939F-3FB235727998}"/>
                </a:ext>
              </a:extLst>
            </p:cNvPr>
            <p:cNvSpPr txBox="1">
              <a:spLocks noChangeArrowheads="1"/>
            </p:cNvSpPr>
            <p:nvPr/>
          </p:nvSpPr>
          <p:spPr bwMode="auto">
            <a:xfrm>
              <a:off x="2428" y="1427"/>
              <a:ext cx="50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3  6</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409658" name="Text Box 58">
              <a:extLst>
                <a:ext uri="{FF2B5EF4-FFF2-40B4-BE49-F238E27FC236}">
                  <a16:creationId xmlns:a16="http://schemas.microsoft.com/office/drawing/2014/main" id="{3E294028-6FBE-453C-90CB-3C9647BDF27B}"/>
                </a:ext>
              </a:extLst>
            </p:cNvPr>
            <p:cNvSpPr txBox="1">
              <a:spLocks noChangeArrowheads="1"/>
            </p:cNvSpPr>
            <p:nvPr/>
          </p:nvSpPr>
          <p:spPr bwMode="auto">
            <a:xfrm>
              <a:off x="3383" y="1427"/>
              <a:ext cx="649"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-9 10</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409659" name="Text Box 59">
              <a:extLst>
                <a:ext uri="{FF2B5EF4-FFF2-40B4-BE49-F238E27FC236}">
                  <a16:creationId xmlns:a16="http://schemas.microsoft.com/office/drawing/2014/main" id="{BF42706F-3AFF-4D9B-9A40-F2DAA633A06F}"/>
                </a:ext>
              </a:extLst>
            </p:cNvPr>
            <p:cNvSpPr txBox="1">
              <a:spLocks noChangeArrowheads="1"/>
            </p:cNvSpPr>
            <p:nvPr/>
          </p:nvSpPr>
          <p:spPr bwMode="auto">
            <a:xfrm>
              <a:off x="4428" y="659"/>
              <a:ext cx="56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7 12</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409660" name="Text Box 60">
              <a:extLst>
                <a:ext uri="{FF2B5EF4-FFF2-40B4-BE49-F238E27FC236}">
                  <a16:creationId xmlns:a16="http://schemas.microsoft.com/office/drawing/2014/main" id="{1C19EF60-3956-4B02-A5BC-351FC4315A07}"/>
                </a:ext>
              </a:extLst>
            </p:cNvPr>
            <p:cNvSpPr txBox="1">
              <a:spLocks noChangeArrowheads="1"/>
            </p:cNvSpPr>
            <p:nvPr/>
          </p:nvSpPr>
          <p:spPr bwMode="auto">
            <a:xfrm>
              <a:off x="4476" y="1427"/>
              <a:ext cx="56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8 14</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409661" name="Line 61">
              <a:extLst>
                <a:ext uri="{FF2B5EF4-FFF2-40B4-BE49-F238E27FC236}">
                  <a16:creationId xmlns:a16="http://schemas.microsoft.com/office/drawing/2014/main" id="{438AD6A4-76A4-4A78-A070-08ADCB3DCD9C}"/>
                </a:ext>
              </a:extLst>
            </p:cNvPr>
            <p:cNvSpPr>
              <a:spLocks noChangeShapeType="1"/>
            </p:cNvSpPr>
            <p:nvPr/>
          </p:nvSpPr>
          <p:spPr bwMode="auto">
            <a:xfrm>
              <a:off x="5281" y="499"/>
              <a:ext cx="124" cy="207"/>
            </a:xfrm>
            <a:prstGeom prst="line">
              <a:avLst/>
            </a:prstGeom>
            <a:noFill/>
            <a:ln w="38100">
              <a:solidFill>
                <a:schemeClr val="accent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62" name="Text Box 62">
              <a:extLst>
                <a:ext uri="{FF2B5EF4-FFF2-40B4-BE49-F238E27FC236}">
                  <a16:creationId xmlns:a16="http://schemas.microsoft.com/office/drawing/2014/main" id="{22FDBB8E-BF76-46B4-AB40-DC8E0643FA51}"/>
                </a:ext>
              </a:extLst>
            </p:cNvPr>
            <p:cNvSpPr txBox="1">
              <a:spLocks noChangeArrowheads="1"/>
            </p:cNvSpPr>
            <p:nvPr/>
          </p:nvSpPr>
          <p:spPr bwMode="auto">
            <a:xfrm>
              <a:off x="4959" y="275"/>
              <a:ext cx="353"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3366FF"/>
                  </a:solidFill>
                  <a:effectLst/>
                  <a:uLnTx/>
                  <a:uFillTx/>
                  <a:latin typeface="Times New Roman" panose="02020603050405020304" pitchFamily="18" charset="0"/>
                  <a:ea typeface="宋体" panose="02010600030101010101" pitchFamily="2" charset="-122"/>
                  <a:cs typeface="+mn-cs"/>
                </a:rPr>
                <a:t>pa</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409663" name="Rectangle 63">
              <a:extLst>
                <a:ext uri="{FF2B5EF4-FFF2-40B4-BE49-F238E27FC236}">
                  <a16:creationId xmlns:a16="http://schemas.microsoft.com/office/drawing/2014/main" id="{6055F454-F187-410C-86ED-4136FC846B0C}"/>
                </a:ext>
              </a:extLst>
            </p:cNvPr>
            <p:cNvSpPr>
              <a:spLocks noChangeArrowheads="1"/>
            </p:cNvSpPr>
            <p:nvPr/>
          </p:nvSpPr>
          <p:spPr bwMode="auto">
            <a:xfrm>
              <a:off x="2928" y="688"/>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64" name="Rectangle 64">
              <a:extLst>
                <a:ext uri="{FF2B5EF4-FFF2-40B4-BE49-F238E27FC236}">
                  <a16:creationId xmlns:a16="http://schemas.microsoft.com/office/drawing/2014/main" id="{69F730BC-4221-4538-BF5B-49DDDA6B1B4E}"/>
                </a:ext>
              </a:extLst>
            </p:cNvPr>
            <p:cNvSpPr>
              <a:spLocks noChangeArrowheads="1"/>
            </p:cNvSpPr>
            <p:nvPr/>
          </p:nvSpPr>
          <p:spPr bwMode="auto">
            <a:xfrm>
              <a:off x="1920" y="688"/>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65" name="Line 65">
              <a:extLst>
                <a:ext uri="{FF2B5EF4-FFF2-40B4-BE49-F238E27FC236}">
                  <a16:creationId xmlns:a16="http://schemas.microsoft.com/office/drawing/2014/main" id="{D01F7E56-FA39-4CC1-8526-6B7D538D71E9}"/>
                </a:ext>
              </a:extLst>
            </p:cNvPr>
            <p:cNvSpPr>
              <a:spLocks noChangeShapeType="1"/>
            </p:cNvSpPr>
            <p:nvPr/>
          </p:nvSpPr>
          <p:spPr bwMode="auto">
            <a:xfrm>
              <a:off x="3040" y="872"/>
              <a:ext cx="347" cy="1"/>
            </a:xfrm>
            <a:prstGeom prst="line">
              <a:avLst/>
            </a:prstGeom>
            <a:noFill/>
            <a:ln w="3810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66" name="Line 66">
              <a:extLst>
                <a:ext uri="{FF2B5EF4-FFF2-40B4-BE49-F238E27FC236}">
                  <a16:creationId xmlns:a16="http://schemas.microsoft.com/office/drawing/2014/main" id="{3BA2BBEA-629A-4DBE-A222-9A25B71E1848}"/>
                </a:ext>
              </a:extLst>
            </p:cNvPr>
            <p:cNvSpPr>
              <a:spLocks noChangeShapeType="1"/>
            </p:cNvSpPr>
            <p:nvPr/>
          </p:nvSpPr>
          <p:spPr bwMode="auto">
            <a:xfrm>
              <a:off x="2016" y="880"/>
              <a:ext cx="384" cy="0"/>
            </a:xfrm>
            <a:prstGeom prst="line">
              <a:avLst/>
            </a:prstGeom>
            <a:noFill/>
            <a:ln w="3810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67" name="Line 67">
              <a:extLst>
                <a:ext uri="{FF2B5EF4-FFF2-40B4-BE49-F238E27FC236}">
                  <a16:creationId xmlns:a16="http://schemas.microsoft.com/office/drawing/2014/main" id="{904B7D38-101D-4B9E-A80F-58079239FC77}"/>
                </a:ext>
              </a:extLst>
            </p:cNvPr>
            <p:cNvSpPr>
              <a:spLocks noChangeShapeType="1"/>
            </p:cNvSpPr>
            <p:nvPr/>
          </p:nvSpPr>
          <p:spPr bwMode="auto">
            <a:xfrm flipV="1">
              <a:off x="4394" y="3627"/>
              <a:ext cx="192" cy="147"/>
            </a:xfrm>
            <a:prstGeom prst="line">
              <a:avLst/>
            </a:prstGeom>
            <a:noFill/>
            <a:ln w="38100">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68" name="Text Box 68">
              <a:extLst>
                <a:ext uri="{FF2B5EF4-FFF2-40B4-BE49-F238E27FC236}">
                  <a16:creationId xmlns:a16="http://schemas.microsoft.com/office/drawing/2014/main" id="{A4F245FA-FB5B-44BD-B913-B57DBD973985}"/>
                </a:ext>
              </a:extLst>
            </p:cNvPr>
            <p:cNvSpPr txBox="1">
              <a:spLocks noChangeArrowheads="1"/>
            </p:cNvSpPr>
            <p:nvPr/>
          </p:nvSpPr>
          <p:spPr bwMode="auto">
            <a:xfrm>
              <a:off x="4087" y="3603"/>
              <a:ext cx="34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008080"/>
                  </a:solidFill>
                  <a:effectLst/>
                  <a:uLnTx/>
                  <a:uFillTx/>
                  <a:latin typeface="Times New Roman" panose="02020603050405020304" pitchFamily="18" charset="0"/>
                  <a:ea typeface="宋体" panose="02010600030101010101" pitchFamily="2" charset="-122"/>
                  <a:cs typeface="+mn-cs"/>
                </a:rPr>
                <a:t>pc</a:t>
              </a:r>
              <a:endParaRPr kumimoji="1" lang="en-US" altLang="zh-CN" sz="2400" b="0" i="0" u="none" strike="noStrike" kern="1200" cap="none" spc="0" normalizeH="0" baseline="0" noProof="0" dirty="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409669" name="Rectangle 69">
              <a:extLst>
                <a:ext uri="{FF2B5EF4-FFF2-40B4-BE49-F238E27FC236}">
                  <a16:creationId xmlns:a16="http://schemas.microsoft.com/office/drawing/2014/main" id="{C88EA9E0-D554-4205-B82E-B99CC220C4F3}"/>
                </a:ext>
              </a:extLst>
            </p:cNvPr>
            <p:cNvSpPr>
              <a:spLocks noChangeArrowheads="1"/>
            </p:cNvSpPr>
            <p:nvPr/>
          </p:nvSpPr>
          <p:spPr bwMode="auto">
            <a:xfrm>
              <a:off x="2400" y="3237"/>
              <a:ext cx="576"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70" name="Rectangle 70">
              <a:extLst>
                <a:ext uri="{FF2B5EF4-FFF2-40B4-BE49-F238E27FC236}">
                  <a16:creationId xmlns:a16="http://schemas.microsoft.com/office/drawing/2014/main" id="{53AB8436-CEC6-428A-A8FB-EA6DA5A1A7CC}"/>
                </a:ext>
              </a:extLst>
            </p:cNvPr>
            <p:cNvSpPr>
              <a:spLocks noChangeArrowheads="1"/>
            </p:cNvSpPr>
            <p:nvPr/>
          </p:nvSpPr>
          <p:spPr bwMode="auto">
            <a:xfrm>
              <a:off x="2976" y="3237"/>
              <a:ext cx="192"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71" name="Text Box 71">
              <a:extLst>
                <a:ext uri="{FF2B5EF4-FFF2-40B4-BE49-F238E27FC236}">
                  <a16:creationId xmlns:a16="http://schemas.microsoft.com/office/drawing/2014/main" id="{51F98E29-948B-48FB-A3B8-8E686D1E5574}"/>
                </a:ext>
              </a:extLst>
            </p:cNvPr>
            <p:cNvSpPr txBox="1">
              <a:spLocks noChangeArrowheads="1"/>
            </p:cNvSpPr>
            <p:nvPr/>
          </p:nvSpPr>
          <p:spPr bwMode="auto">
            <a:xfrm>
              <a:off x="2375" y="3208"/>
              <a:ext cx="649"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-9 10</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409672" name="Line 72">
              <a:extLst>
                <a:ext uri="{FF2B5EF4-FFF2-40B4-BE49-F238E27FC236}">
                  <a16:creationId xmlns:a16="http://schemas.microsoft.com/office/drawing/2014/main" id="{7B3C7CAC-61F6-4D7A-9EF4-F9B18A8BD03F}"/>
                </a:ext>
              </a:extLst>
            </p:cNvPr>
            <p:cNvSpPr>
              <a:spLocks noChangeShapeType="1"/>
            </p:cNvSpPr>
            <p:nvPr/>
          </p:nvSpPr>
          <p:spPr bwMode="auto">
            <a:xfrm flipV="1">
              <a:off x="4319" y="1832"/>
              <a:ext cx="209" cy="206"/>
            </a:xfrm>
            <a:prstGeom prst="line">
              <a:avLst/>
            </a:prstGeom>
            <a:noFill/>
            <a:ln w="38100">
              <a:solidFill>
                <a:schemeClr val="accent2"/>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73" name="Text Box 73">
              <a:extLst>
                <a:ext uri="{FF2B5EF4-FFF2-40B4-BE49-F238E27FC236}">
                  <a16:creationId xmlns:a16="http://schemas.microsoft.com/office/drawing/2014/main" id="{795C5D6C-9435-4233-B4C2-5B1021C8E397}"/>
                </a:ext>
              </a:extLst>
            </p:cNvPr>
            <p:cNvSpPr txBox="1">
              <a:spLocks noChangeArrowheads="1"/>
            </p:cNvSpPr>
            <p:nvPr/>
          </p:nvSpPr>
          <p:spPr bwMode="auto">
            <a:xfrm>
              <a:off x="3970" y="1897"/>
              <a:ext cx="36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accent2"/>
                  </a:solidFill>
                  <a:miter lim="800000"/>
                  <a:headEn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3366FF"/>
                  </a:solidFill>
                  <a:effectLst/>
                  <a:uLnTx/>
                  <a:uFillTx/>
                  <a:latin typeface="Times New Roman" panose="02020603050405020304" pitchFamily="18" charset="0"/>
                  <a:ea typeface="宋体" panose="02010600030101010101" pitchFamily="2" charset="-122"/>
                  <a:cs typeface="+mn-cs"/>
                </a:rPr>
                <a:t>pb</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grpSp>
          <p:nvGrpSpPr>
            <p:cNvPr id="409674" name="Group 74">
              <a:extLst>
                <a:ext uri="{FF2B5EF4-FFF2-40B4-BE49-F238E27FC236}">
                  <a16:creationId xmlns:a16="http://schemas.microsoft.com/office/drawing/2014/main" id="{5E13AC46-3F86-4E89-BE11-0A45D158CC01}"/>
                </a:ext>
              </a:extLst>
            </p:cNvPr>
            <p:cNvGrpSpPr>
              <a:grpSpLocks/>
            </p:cNvGrpSpPr>
            <p:nvPr/>
          </p:nvGrpSpPr>
          <p:grpSpPr bwMode="auto">
            <a:xfrm>
              <a:off x="372" y="1446"/>
              <a:ext cx="1014" cy="855"/>
              <a:chOff x="372" y="1390"/>
              <a:chExt cx="1014" cy="855"/>
            </a:xfrm>
          </p:grpSpPr>
          <p:sp>
            <p:nvSpPr>
              <p:cNvPr id="409675" name="Rectangle 75">
                <a:extLst>
                  <a:ext uri="{FF2B5EF4-FFF2-40B4-BE49-F238E27FC236}">
                    <a16:creationId xmlns:a16="http://schemas.microsoft.com/office/drawing/2014/main" id="{6DE2F788-58BB-4A94-9C2B-343FFD079F7F}"/>
                  </a:ext>
                </a:extLst>
              </p:cNvPr>
              <p:cNvSpPr>
                <a:spLocks noChangeArrowheads="1"/>
              </p:cNvSpPr>
              <p:nvPr/>
            </p:nvSpPr>
            <p:spPr bwMode="auto">
              <a:xfrm>
                <a:off x="378" y="1390"/>
                <a:ext cx="528" cy="336"/>
              </a:xfrm>
              <a:prstGeom prst="rect">
                <a:avLst/>
              </a:prstGeom>
              <a:solidFill>
                <a:srgbClr val="FF6600"/>
              </a:solid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76" name="Line 76">
                <a:extLst>
                  <a:ext uri="{FF2B5EF4-FFF2-40B4-BE49-F238E27FC236}">
                    <a16:creationId xmlns:a16="http://schemas.microsoft.com/office/drawing/2014/main" id="{30DD18A2-B719-46A0-805B-B8166810A8D2}"/>
                  </a:ext>
                </a:extLst>
              </p:cNvPr>
              <p:cNvSpPr>
                <a:spLocks noChangeShapeType="1"/>
              </p:cNvSpPr>
              <p:nvPr/>
            </p:nvSpPr>
            <p:spPr bwMode="auto">
              <a:xfrm>
                <a:off x="666" y="1390"/>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77" name="Text Box 77">
                <a:extLst>
                  <a:ext uri="{FF2B5EF4-FFF2-40B4-BE49-F238E27FC236}">
                    <a16:creationId xmlns:a16="http://schemas.microsoft.com/office/drawing/2014/main" id="{DFFD1CF9-92B0-49A4-9314-22A0AB4C9E3C}"/>
                  </a:ext>
                </a:extLst>
              </p:cNvPr>
              <p:cNvSpPr txBox="1">
                <a:spLocks noChangeArrowheads="1"/>
              </p:cNvSpPr>
              <p:nvPr/>
            </p:nvSpPr>
            <p:spPr bwMode="auto">
              <a:xfrm>
                <a:off x="372" y="1915"/>
                <a:ext cx="385"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CC0000"/>
                    </a:solidFill>
                    <a:effectLst/>
                    <a:uLnTx/>
                    <a:uFillTx/>
                    <a:latin typeface="Arial Narrow" panose="020B0606020202030204" pitchFamily="34" charset="0"/>
                    <a:ea typeface="宋体" panose="02010600030101010101" pitchFamily="2" charset="-122"/>
                    <a:cs typeface="+mn-cs"/>
                  </a:rPr>
                  <a:t>BH</a:t>
                </a:r>
                <a:endParaRPr kumimoji="1" lang="en-US" altLang="zh-CN" sz="2400" b="0" i="0" u="none" strike="noStrike" kern="1200" cap="none" spc="0" normalizeH="0" baseline="0" noProof="0" dirty="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409678" name="Line 78">
                <a:extLst>
                  <a:ext uri="{FF2B5EF4-FFF2-40B4-BE49-F238E27FC236}">
                    <a16:creationId xmlns:a16="http://schemas.microsoft.com/office/drawing/2014/main" id="{E0BA0512-F478-403B-A6D4-AD2F446E5EDF}"/>
                  </a:ext>
                </a:extLst>
              </p:cNvPr>
              <p:cNvSpPr>
                <a:spLocks noChangeShapeType="1"/>
              </p:cNvSpPr>
              <p:nvPr/>
            </p:nvSpPr>
            <p:spPr bwMode="auto">
              <a:xfrm flipH="1" flipV="1">
                <a:off x="615" y="1768"/>
                <a:ext cx="5" cy="178"/>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79" name="Rectangle 79">
                <a:extLst>
                  <a:ext uri="{FF2B5EF4-FFF2-40B4-BE49-F238E27FC236}">
                    <a16:creationId xmlns:a16="http://schemas.microsoft.com/office/drawing/2014/main" id="{40749A2E-7589-44F2-9522-E0884675E31A}"/>
                  </a:ext>
                </a:extLst>
              </p:cNvPr>
              <p:cNvSpPr>
                <a:spLocks noChangeArrowheads="1"/>
              </p:cNvSpPr>
              <p:nvPr/>
            </p:nvSpPr>
            <p:spPr bwMode="auto">
              <a:xfrm>
                <a:off x="906" y="1390"/>
                <a:ext cx="240"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80" name="Line 80">
                <a:extLst>
                  <a:ext uri="{FF2B5EF4-FFF2-40B4-BE49-F238E27FC236}">
                    <a16:creationId xmlns:a16="http://schemas.microsoft.com/office/drawing/2014/main" id="{5FFCC2E6-BECF-4F02-B609-A43DC77DE65E}"/>
                  </a:ext>
                </a:extLst>
              </p:cNvPr>
              <p:cNvSpPr>
                <a:spLocks noChangeShapeType="1"/>
              </p:cNvSpPr>
              <p:nvPr/>
            </p:nvSpPr>
            <p:spPr bwMode="auto">
              <a:xfrm>
                <a:off x="1002" y="1582"/>
                <a:ext cx="384" cy="0"/>
              </a:xfrm>
              <a:prstGeom prst="line">
                <a:avLst/>
              </a:prstGeom>
              <a:noFill/>
              <a:ln w="3810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grpSp>
        <p:sp>
          <p:nvSpPr>
            <p:cNvPr id="409681" name="Line 81">
              <a:extLst>
                <a:ext uri="{FF2B5EF4-FFF2-40B4-BE49-F238E27FC236}">
                  <a16:creationId xmlns:a16="http://schemas.microsoft.com/office/drawing/2014/main" id="{7C686320-2387-49D4-B9F0-F99014F93D70}"/>
                </a:ext>
              </a:extLst>
            </p:cNvPr>
            <p:cNvSpPr>
              <a:spLocks noChangeShapeType="1"/>
            </p:cNvSpPr>
            <p:nvPr/>
          </p:nvSpPr>
          <p:spPr bwMode="auto">
            <a:xfrm>
              <a:off x="2700" y="3234"/>
              <a:ext cx="0" cy="336"/>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82" name="Rectangle 82">
              <a:extLst>
                <a:ext uri="{FF2B5EF4-FFF2-40B4-BE49-F238E27FC236}">
                  <a16:creationId xmlns:a16="http://schemas.microsoft.com/office/drawing/2014/main" id="{7E753039-7EE1-48A0-BD4A-AF726D3B6E4F}"/>
                </a:ext>
              </a:extLst>
            </p:cNvPr>
            <p:cNvSpPr>
              <a:spLocks noChangeArrowheads="1"/>
            </p:cNvSpPr>
            <p:nvPr/>
          </p:nvSpPr>
          <p:spPr bwMode="auto">
            <a:xfrm>
              <a:off x="3408" y="3245"/>
              <a:ext cx="576"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83" name="Rectangle 83">
              <a:extLst>
                <a:ext uri="{FF2B5EF4-FFF2-40B4-BE49-F238E27FC236}">
                  <a16:creationId xmlns:a16="http://schemas.microsoft.com/office/drawing/2014/main" id="{1DB9E399-4B37-4538-8A2D-93CD1A47CD93}"/>
                </a:ext>
              </a:extLst>
            </p:cNvPr>
            <p:cNvSpPr>
              <a:spLocks noChangeArrowheads="1"/>
            </p:cNvSpPr>
            <p:nvPr/>
          </p:nvSpPr>
          <p:spPr bwMode="auto">
            <a:xfrm>
              <a:off x="3984" y="3245"/>
              <a:ext cx="192"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84" name="Line 84">
              <a:extLst>
                <a:ext uri="{FF2B5EF4-FFF2-40B4-BE49-F238E27FC236}">
                  <a16:creationId xmlns:a16="http://schemas.microsoft.com/office/drawing/2014/main" id="{04F99F0F-6FAE-4EB5-8CDB-88F77196B974}"/>
                </a:ext>
              </a:extLst>
            </p:cNvPr>
            <p:cNvSpPr>
              <a:spLocks noChangeShapeType="1"/>
            </p:cNvSpPr>
            <p:nvPr/>
          </p:nvSpPr>
          <p:spPr bwMode="auto">
            <a:xfrm>
              <a:off x="3072" y="3420"/>
              <a:ext cx="336" cy="0"/>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85" name="Text Box 85">
              <a:extLst>
                <a:ext uri="{FF2B5EF4-FFF2-40B4-BE49-F238E27FC236}">
                  <a16:creationId xmlns:a16="http://schemas.microsoft.com/office/drawing/2014/main" id="{41A7EC48-F506-4342-9F63-C8E80D7A9EBA}"/>
                </a:ext>
              </a:extLst>
            </p:cNvPr>
            <p:cNvSpPr txBox="1">
              <a:spLocks noChangeArrowheads="1"/>
            </p:cNvSpPr>
            <p:nvPr/>
          </p:nvSpPr>
          <p:spPr bwMode="auto">
            <a:xfrm>
              <a:off x="3468" y="3224"/>
              <a:ext cx="56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7 12</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409686" name="Line 86">
              <a:extLst>
                <a:ext uri="{FF2B5EF4-FFF2-40B4-BE49-F238E27FC236}">
                  <a16:creationId xmlns:a16="http://schemas.microsoft.com/office/drawing/2014/main" id="{C80ED6CC-AA66-4066-869A-0811C8662E7E}"/>
                </a:ext>
              </a:extLst>
            </p:cNvPr>
            <p:cNvSpPr>
              <a:spLocks noChangeShapeType="1"/>
            </p:cNvSpPr>
            <p:nvPr/>
          </p:nvSpPr>
          <p:spPr bwMode="auto">
            <a:xfrm>
              <a:off x="3699" y="3251"/>
              <a:ext cx="0" cy="327"/>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88" name="Rectangle 88">
              <a:extLst>
                <a:ext uri="{FF2B5EF4-FFF2-40B4-BE49-F238E27FC236}">
                  <a16:creationId xmlns:a16="http://schemas.microsoft.com/office/drawing/2014/main" id="{4F42B2C2-4FB6-4DFE-B53A-E3E41EF310E2}"/>
                </a:ext>
              </a:extLst>
            </p:cNvPr>
            <p:cNvSpPr>
              <a:spLocks noChangeArrowheads="1"/>
            </p:cNvSpPr>
            <p:nvPr/>
          </p:nvSpPr>
          <p:spPr bwMode="auto">
            <a:xfrm>
              <a:off x="4416" y="3245"/>
              <a:ext cx="576" cy="336"/>
            </a:xfrm>
            <a:prstGeom prst="rect">
              <a:avLst/>
            </a:prstGeom>
            <a:blipFill dpi="0" rotWithShape="0">
              <a:blip r:embed="rId2"/>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89" name="Rectangle 89">
              <a:extLst>
                <a:ext uri="{FF2B5EF4-FFF2-40B4-BE49-F238E27FC236}">
                  <a16:creationId xmlns:a16="http://schemas.microsoft.com/office/drawing/2014/main" id="{2CD84B9F-5071-4FF3-BC05-71EA338209E2}"/>
                </a:ext>
              </a:extLst>
            </p:cNvPr>
            <p:cNvSpPr>
              <a:spLocks noChangeArrowheads="1"/>
            </p:cNvSpPr>
            <p:nvPr/>
          </p:nvSpPr>
          <p:spPr bwMode="auto">
            <a:xfrm>
              <a:off x="4992" y="3245"/>
              <a:ext cx="192" cy="336"/>
            </a:xfrm>
            <a:prstGeom prst="rect">
              <a:avLst/>
            </a:prstGeom>
            <a:blipFill dpi="0" rotWithShape="0">
              <a:blip r:embed="rId3"/>
              <a:srcRect/>
              <a:tile tx="0" ty="0" sx="100000" sy="100000" flip="none" algn="tl"/>
            </a:blipFill>
            <a:ln w="9525">
              <a:solidFill>
                <a:schemeClr val="accent1"/>
              </a:solidFill>
              <a:miter lim="800000"/>
              <a:headEnd/>
              <a:tailEnd/>
            </a:ln>
            <a:effectLst>
              <a:outerShdw dist="107763" dir="2700000" algn="ctr" rotWithShape="0">
                <a:schemeClr val="bg2"/>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90" name="Line 90">
              <a:extLst>
                <a:ext uri="{FF2B5EF4-FFF2-40B4-BE49-F238E27FC236}">
                  <a16:creationId xmlns:a16="http://schemas.microsoft.com/office/drawing/2014/main" id="{D9F206E3-70AF-427F-8CA5-12DE8E3078DA}"/>
                </a:ext>
              </a:extLst>
            </p:cNvPr>
            <p:cNvSpPr>
              <a:spLocks noChangeShapeType="1"/>
            </p:cNvSpPr>
            <p:nvPr/>
          </p:nvSpPr>
          <p:spPr bwMode="auto">
            <a:xfrm>
              <a:off x="4080" y="3413"/>
              <a:ext cx="336" cy="0"/>
            </a:xfrm>
            <a:prstGeom prst="line">
              <a:avLst/>
            </a:prstGeom>
            <a:noFill/>
            <a:ln w="381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sp>
          <p:nvSpPr>
            <p:cNvPr id="409691" name="Text Box 91">
              <a:extLst>
                <a:ext uri="{FF2B5EF4-FFF2-40B4-BE49-F238E27FC236}">
                  <a16:creationId xmlns:a16="http://schemas.microsoft.com/office/drawing/2014/main" id="{900C1EB6-29AE-4505-B98A-5BFFDC217279}"/>
                </a:ext>
              </a:extLst>
            </p:cNvPr>
            <p:cNvSpPr txBox="1">
              <a:spLocks noChangeArrowheads="1"/>
            </p:cNvSpPr>
            <p:nvPr/>
          </p:nvSpPr>
          <p:spPr bwMode="auto">
            <a:xfrm>
              <a:off x="4464" y="3216"/>
              <a:ext cx="56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rPr>
                <a:t>8 14</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409687" name="Text Box 87">
              <a:extLst>
                <a:ext uri="{FF2B5EF4-FFF2-40B4-BE49-F238E27FC236}">
                  <a16:creationId xmlns:a16="http://schemas.microsoft.com/office/drawing/2014/main" id="{85F8953B-EA77-426E-B4BC-C140917BC011}"/>
                </a:ext>
              </a:extLst>
            </p:cNvPr>
            <p:cNvSpPr txBox="1">
              <a:spLocks noChangeArrowheads="1"/>
            </p:cNvSpPr>
            <p:nvPr/>
          </p:nvSpPr>
          <p:spPr bwMode="auto">
            <a:xfrm>
              <a:off x="4955" y="3187"/>
              <a:ext cx="27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endParaRPr kumimoji="1" lang="en-US" altLang="zh-CN" sz="2400" b="0" i="0" u="none" strike="noStrike" kern="1200" cap="none" spc="0" normalizeH="0" baseline="0" noProof="0">
                <a:ln>
                  <a:noFill/>
                </a:ln>
                <a:solidFill>
                  <a:srgbClr val="000099"/>
                </a:solidFill>
                <a:effectLst/>
                <a:uLnTx/>
                <a:uFillTx/>
                <a:latin typeface="Times New Roman" panose="02020603050405020304" pitchFamily="18" charset="0"/>
                <a:ea typeface="宋体" panose="02010600030101010101" pitchFamily="2" charset="-122"/>
                <a:cs typeface="+mn-cs"/>
              </a:endParaRPr>
            </a:p>
          </p:txBody>
        </p:sp>
        <p:sp>
          <p:nvSpPr>
            <p:cNvPr id="409692" name="Line 92">
              <a:extLst>
                <a:ext uri="{FF2B5EF4-FFF2-40B4-BE49-F238E27FC236}">
                  <a16:creationId xmlns:a16="http://schemas.microsoft.com/office/drawing/2014/main" id="{89C8C438-02A0-4648-A758-D2F52E201033}"/>
                </a:ext>
              </a:extLst>
            </p:cNvPr>
            <p:cNvSpPr>
              <a:spLocks noChangeShapeType="1"/>
            </p:cNvSpPr>
            <p:nvPr/>
          </p:nvSpPr>
          <p:spPr bwMode="auto">
            <a:xfrm>
              <a:off x="4690" y="3250"/>
              <a:ext cx="0" cy="327"/>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99"/>
                </a:solidFill>
                <a:effectLst/>
                <a:uLnTx/>
                <a:uFillTx/>
                <a:latin typeface="Arial" panose="020B0604020202020204" pitchFamily="34" charset="0"/>
                <a:ea typeface="宋体" panose="02010600030101010101" pitchFamily="2" charset="-122"/>
                <a:cs typeface="+mn-cs"/>
              </a:endParaRPr>
            </a:p>
          </p:txBody>
        </p:sp>
      </p:grpSp>
    </p:spTree>
  </p:cSld>
  <p:clrMapOvr>
    <a:masterClrMapping/>
  </p:clrMapOvr>
  <p:transition>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D73049-622A-4B9F-9E00-14AF9EB51A68}"/>
              </a:ext>
            </a:extLst>
          </p:cNvPr>
          <p:cNvSpPr>
            <a:spLocks noGrp="1"/>
          </p:cNvSpPr>
          <p:nvPr>
            <p:ph type="title"/>
          </p:nvPr>
        </p:nvSpPr>
        <p:spPr/>
        <p:txBody>
          <a:bodyPr/>
          <a:lstStyle/>
          <a:p>
            <a:r>
              <a:rPr lang="zh-CN" altLang="en-US" dirty="0"/>
              <a:t>静态链表</a:t>
            </a:r>
          </a:p>
        </p:txBody>
      </p:sp>
      <p:sp>
        <p:nvSpPr>
          <p:cNvPr id="3" name="内容占位符 2">
            <a:extLst>
              <a:ext uri="{FF2B5EF4-FFF2-40B4-BE49-F238E27FC236}">
                <a16:creationId xmlns:a16="http://schemas.microsoft.com/office/drawing/2014/main" id="{63B6496E-4E91-4FA2-A20F-0E265CB40D94}"/>
              </a:ext>
            </a:extLst>
          </p:cNvPr>
          <p:cNvSpPr>
            <a:spLocks noGrp="1"/>
          </p:cNvSpPr>
          <p:nvPr>
            <p:ph idx="1"/>
          </p:nvPr>
        </p:nvSpPr>
        <p:spPr>
          <a:xfrm>
            <a:off x="107504" y="764704"/>
            <a:ext cx="8928992" cy="6093296"/>
          </a:xfrm>
        </p:spPr>
        <p:txBody>
          <a:bodyPr/>
          <a:lstStyle/>
          <a:p>
            <a:pPr marL="457200" indent="-457200">
              <a:buFont typeface="Arial" panose="020B0604020202020204" pitchFamily="34" charset="0"/>
              <a:buChar char="•"/>
            </a:pPr>
            <a:r>
              <a:rPr lang="zh-CN" altLang="en-US" dirty="0">
                <a:latin typeface="+mn-ea"/>
                <a:ea typeface="+mn-ea"/>
              </a:rPr>
              <a:t>为</a:t>
            </a:r>
            <a:r>
              <a:rPr lang="zh-CN" altLang="en-US" dirty="0">
                <a:solidFill>
                  <a:srgbClr val="FF0000"/>
                </a:solidFill>
                <a:latin typeface="+mn-ea"/>
                <a:ea typeface="+mn-ea"/>
              </a:rPr>
              <a:t>数组</a:t>
            </a:r>
            <a:r>
              <a:rPr lang="zh-CN" altLang="en-US" dirty="0">
                <a:latin typeface="+mn-ea"/>
                <a:ea typeface="+mn-ea"/>
              </a:rPr>
              <a:t>中每个元素附加一个链接指针，就形成</a:t>
            </a:r>
            <a:r>
              <a:rPr lang="zh-CN" altLang="en-US" dirty="0">
                <a:solidFill>
                  <a:srgbClr val="FF0000"/>
                </a:solidFill>
                <a:latin typeface="+mn-ea"/>
                <a:ea typeface="+mn-ea"/>
              </a:rPr>
              <a:t>静态链表结构</a:t>
            </a:r>
            <a:r>
              <a:rPr lang="zh-CN" altLang="en-US" dirty="0">
                <a:latin typeface="+mn-ea"/>
                <a:ea typeface="+mn-ea"/>
              </a:rPr>
              <a:t>。</a:t>
            </a:r>
          </a:p>
          <a:p>
            <a:pPr marL="457200" indent="-457200">
              <a:buFont typeface="Arial" panose="020B0604020202020204" pitchFamily="34" charset="0"/>
              <a:buChar char="•"/>
            </a:pPr>
            <a:r>
              <a:rPr lang="zh-CN" altLang="en-US" dirty="0">
                <a:latin typeface="+mn-ea"/>
                <a:ea typeface="+mn-ea"/>
              </a:rPr>
              <a:t>处理时可以</a:t>
            </a:r>
            <a:r>
              <a:rPr lang="zh-CN" altLang="en-US" dirty="0">
                <a:solidFill>
                  <a:srgbClr val="0000FF"/>
                </a:solidFill>
                <a:latin typeface="+mn-ea"/>
                <a:ea typeface="+mn-ea"/>
              </a:rPr>
              <a:t>不改变各元素的物理位置</a:t>
            </a:r>
            <a:r>
              <a:rPr lang="zh-CN" altLang="en-US" dirty="0">
                <a:latin typeface="+mn-ea"/>
                <a:ea typeface="+mn-ea"/>
              </a:rPr>
              <a:t>，只要</a:t>
            </a:r>
            <a:r>
              <a:rPr lang="zh-CN" altLang="en-US" dirty="0">
                <a:solidFill>
                  <a:srgbClr val="0000FF"/>
                </a:solidFill>
                <a:latin typeface="+mn-ea"/>
                <a:ea typeface="+mn-ea"/>
              </a:rPr>
              <a:t>重新链接</a:t>
            </a:r>
            <a:r>
              <a:rPr lang="zh-CN" altLang="en-US" dirty="0">
                <a:latin typeface="+mn-ea"/>
                <a:ea typeface="+mn-ea"/>
              </a:rPr>
              <a:t>就能改变这些元素的逻辑顺序。</a:t>
            </a:r>
          </a:p>
          <a:p>
            <a:pPr marL="457200" indent="-457200">
              <a:buFont typeface="Arial" panose="020B0604020202020204" pitchFamily="34" charset="0"/>
              <a:buChar char="•"/>
            </a:pPr>
            <a:r>
              <a:rPr lang="zh-CN" altLang="en-US" dirty="0">
                <a:latin typeface="+mn-ea"/>
                <a:ea typeface="+mn-ea"/>
              </a:rPr>
              <a:t>它是利用数组定义的，在整个运算过程中存储空间的大小不会变化。</a:t>
            </a:r>
          </a:p>
          <a:p>
            <a:pPr marL="457200" indent="-457200">
              <a:buFont typeface="Arial" panose="020B0604020202020204" pitchFamily="34" charset="0"/>
              <a:buChar char="•"/>
            </a:pPr>
            <a:r>
              <a:rPr lang="zh-CN" altLang="en-US" dirty="0">
                <a:latin typeface="+mn-ea"/>
                <a:ea typeface="+mn-ea"/>
              </a:rPr>
              <a:t>静态链表每个结点由两个成员构成：</a:t>
            </a:r>
            <a:r>
              <a:rPr lang="en-US" altLang="zh-CN" dirty="0">
                <a:latin typeface="+mn-ea"/>
                <a:ea typeface="+mn-ea"/>
              </a:rPr>
              <a:t>data </a:t>
            </a:r>
            <a:r>
              <a:rPr lang="zh-CN" altLang="en-US" dirty="0">
                <a:latin typeface="+mn-ea"/>
                <a:ea typeface="+mn-ea"/>
              </a:rPr>
              <a:t>域存储数据，</a:t>
            </a:r>
            <a:r>
              <a:rPr lang="en-US" altLang="zh-CN" dirty="0">
                <a:latin typeface="+mn-ea"/>
                <a:ea typeface="+mn-ea"/>
              </a:rPr>
              <a:t>link </a:t>
            </a:r>
            <a:r>
              <a:rPr lang="zh-CN" altLang="en-US" dirty="0">
                <a:latin typeface="+mn-ea"/>
                <a:ea typeface="+mn-ea"/>
              </a:rPr>
              <a:t>域存放链接指针。</a:t>
            </a:r>
          </a:p>
          <a:p>
            <a:pPr marL="457200" indent="-457200">
              <a:buFont typeface="Arial" panose="020B0604020202020204" pitchFamily="34" charset="0"/>
              <a:buChar char="•"/>
            </a:pPr>
            <a:r>
              <a:rPr lang="zh-CN" altLang="en-US" dirty="0">
                <a:solidFill>
                  <a:srgbClr val="FF0000"/>
                </a:solidFill>
                <a:latin typeface="+mn-ea"/>
                <a:ea typeface="+mn-ea"/>
              </a:rPr>
              <a:t>所有结点形成一个结点数组</a:t>
            </a:r>
            <a:r>
              <a:rPr lang="zh-CN" altLang="en-US" dirty="0">
                <a:latin typeface="+mn-ea"/>
                <a:ea typeface="+mn-ea"/>
              </a:rPr>
              <a:t>。 </a:t>
            </a:r>
          </a:p>
        </p:txBody>
      </p:sp>
    </p:spTree>
    <p:extLst>
      <p:ext uri="{BB962C8B-B14F-4D97-AF65-F5344CB8AC3E}">
        <p14:creationId xmlns:p14="http://schemas.microsoft.com/office/powerpoint/2010/main" val="39263603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A7F022-7FEE-4A9D-8E3A-AA75A691A9E8}"/>
              </a:ext>
            </a:extLst>
          </p:cNvPr>
          <p:cNvSpPr>
            <a:spLocks noGrp="1"/>
          </p:cNvSpPr>
          <p:nvPr>
            <p:ph type="title"/>
          </p:nvPr>
        </p:nvSpPr>
        <p:spPr/>
        <p:txBody>
          <a:bodyPr/>
          <a:lstStyle/>
          <a:p>
            <a:r>
              <a:rPr lang="zh-CN" altLang="en-US" dirty="0"/>
              <a:t>静态链表</a:t>
            </a:r>
          </a:p>
        </p:txBody>
      </p:sp>
      <p:sp>
        <p:nvSpPr>
          <p:cNvPr id="3" name="内容占位符 2">
            <a:extLst>
              <a:ext uri="{FF2B5EF4-FFF2-40B4-BE49-F238E27FC236}">
                <a16:creationId xmlns:a16="http://schemas.microsoft.com/office/drawing/2014/main" id="{0CBCE9FC-BABE-40FB-AAB2-4990586953C2}"/>
              </a:ext>
            </a:extLst>
          </p:cNvPr>
          <p:cNvSpPr>
            <a:spLocks noGrp="1"/>
          </p:cNvSpPr>
          <p:nvPr>
            <p:ph idx="1"/>
          </p:nvPr>
        </p:nvSpPr>
        <p:spPr>
          <a:xfrm>
            <a:off x="300690" y="4485569"/>
            <a:ext cx="8693298" cy="2348880"/>
          </a:xfrm>
        </p:spPr>
        <p:txBody>
          <a:bodyPr/>
          <a:lstStyle/>
          <a:p>
            <a:pPr marL="342900" indent="-342900">
              <a:buFont typeface="Arial" panose="020B0604020202020204" pitchFamily="34" charset="0"/>
              <a:buChar char="•"/>
            </a:pPr>
            <a:r>
              <a:rPr lang="en-US" altLang="zh-CN" sz="2400" dirty="0">
                <a:latin typeface="+mn-ea"/>
                <a:ea typeface="+mn-ea"/>
              </a:rPr>
              <a:t>0</a:t>
            </a:r>
            <a:r>
              <a:rPr lang="zh-CN" altLang="en-US" sz="2400" dirty="0">
                <a:latin typeface="+mn-ea"/>
                <a:ea typeface="+mn-ea"/>
              </a:rPr>
              <a:t>号是附加</a:t>
            </a:r>
            <a:r>
              <a:rPr lang="zh-CN" altLang="en-US" sz="2400" dirty="0">
                <a:solidFill>
                  <a:srgbClr val="0000FF"/>
                </a:solidFill>
                <a:latin typeface="+mn-ea"/>
                <a:ea typeface="+mn-ea"/>
              </a:rPr>
              <a:t>头结点</a:t>
            </a:r>
            <a:r>
              <a:rPr lang="zh-CN" altLang="en-US" sz="2400" dirty="0">
                <a:latin typeface="+mn-ea"/>
                <a:ea typeface="+mn-ea"/>
              </a:rPr>
              <a:t>，</a:t>
            </a:r>
            <a:r>
              <a:rPr lang="en-US" altLang="zh-CN" sz="2400" dirty="0">
                <a:latin typeface="+mn-ea"/>
                <a:ea typeface="+mn-ea"/>
              </a:rPr>
              <a:t>link </a:t>
            </a:r>
            <a:r>
              <a:rPr lang="zh-CN" altLang="en-US" sz="2400" dirty="0">
                <a:latin typeface="+mn-ea"/>
                <a:ea typeface="+mn-ea"/>
              </a:rPr>
              <a:t>域给出</a:t>
            </a:r>
            <a:r>
              <a:rPr lang="zh-CN" altLang="en-US" sz="2400" dirty="0">
                <a:solidFill>
                  <a:srgbClr val="0000FF"/>
                </a:solidFill>
                <a:latin typeface="+mn-ea"/>
                <a:ea typeface="+mn-ea"/>
              </a:rPr>
              <a:t>首元结点</a:t>
            </a:r>
            <a:r>
              <a:rPr lang="zh-CN" altLang="en-US" sz="2400" dirty="0">
                <a:latin typeface="+mn-ea"/>
                <a:ea typeface="+mn-ea"/>
              </a:rPr>
              <a:t>地址。</a:t>
            </a:r>
          </a:p>
          <a:p>
            <a:pPr marL="342900" indent="-342900">
              <a:buFont typeface="Arial" panose="020B0604020202020204" pitchFamily="34" charset="0"/>
              <a:buChar char="•"/>
            </a:pPr>
            <a:r>
              <a:rPr lang="zh-CN" altLang="en-US" sz="2400" dirty="0">
                <a:latin typeface="+mn-ea"/>
                <a:ea typeface="+mn-ea"/>
              </a:rPr>
              <a:t>循环链表收尾时 </a:t>
            </a:r>
            <a:r>
              <a:rPr lang="en-US" altLang="zh-CN" sz="2400" dirty="0">
                <a:latin typeface="+mn-ea"/>
                <a:ea typeface="+mn-ea"/>
              </a:rPr>
              <a:t>link=0</a:t>
            </a:r>
            <a:r>
              <a:rPr lang="zh-CN" altLang="en-US" sz="2400" dirty="0">
                <a:latin typeface="+mn-ea"/>
                <a:ea typeface="+mn-ea"/>
              </a:rPr>
              <a:t>，回到头结点。如果不是循环链表，收尾结点指针 </a:t>
            </a:r>
            <a:r>
              <a:rPr lang="en-US" altLang="zh-CN" sz="2400" dirty="0">
                <a:latin typeface="+mn-ea"/>
                <a:ea typeface="+mn-ea"/>
              </a:rPr>
              <a:t>link=-1</a:t>
            </a:r>
            <a:r>
              <a:rPr lang="zh-CN" altLang="en-US" sz="2400" dirty="0">
                <a:latin typeface="+mn-ea"/>
                <a:ea typeface="+mn-ea"/>
              </a:rPr>
              <a:t>。</a:t>
            </a:r>
          </a:p>
          <a:p>
            <a:pPr marL="342900" indent="-342900">
              <a:buFont typeface="Arial" panose="020B0604020202020204" pitchFamily="34" charset="0"/>
              <a:buChar char="•"/>
            </a:pPr>
            <a:r>
              <a:rPr lang="en-US" altLang="zh-CN" sz="2400" dirty="0">
                <a:latin typeface="+mn-ea"/>
                <a:ea typeface="+mn-ea"/>
              </a:rPr>
              <a:t>link </a:t>
            </a:r>
            <a:r>
              <a:rPr lang="zh-CN" altLang="en-US" sz="2400" dirty="0">
                <a:solidFill>
                  <a:srgbClr val="FF0000"/>
                </a:solidFill>
                <a:latin typeface="+mn-ea"/>
                <a:ea typeface="+mn-ea"/>
              </a:rPr>
              <a:t>指针是数组下标</a:t>
            </a:r>
            <a:r>
              <a:rPr lang="zh-CN" altLang="en-US" sz="2400" dirty="0">
                <a:latin typeface="+mn-ea"/>
                <a:ea typeface="+mn-ea"/>
              </a:rPr>
              <a:t>，有人称之为“游标”。</a:t>
            </a:r>
          </a:p>
          <a:p>
            <a:pPr marL="342900" indent="-342900">
              <a:buFont typeface="Arial" panose="020B0604020202020204" pitchFamily="34" charset="0"/>
              <a:buChar char="•"/>
            </a:pPr>
            <a:endParaRPr lang="zh-CN" altLang="en-US" sz="2400" dirty="0">
              <a:latin typeface="+mn-ea"/>
              <a:ea typeface="+mn-ea"/>
            </a:endParaRPr>
          </a:p>
        </p:txBody>
      </p:sp>
      <p:grpSp>
        <p:nvGrpSpPr>
          <p:cNvPr id="28" name="Group 170">
            <a:extLst>
              <a:ext uri="{FF2B5EF4-FFF2-40B4-BE49-F238E27FC236}">
                <a16:creationId xmlns:a16="http://schemas.microsoft.com/office/drawing/2014/main" id="{5FED78A6-6C3A-446A-AF13-44113116CF3E}"/>
              </a:ext>
            </a:extLst>
          </p:cNvPr>
          <p:cNvGrpSpPr>
            <a:grpSpLocks/>
          </p:cNvGrpSpPr>
          <p:nvPr/>
        </p:nvGrpSpPr>
        <p:grpSpPr bwMode="auto">
          <a:xfrm>
            <a:off x="844172" y="1268760"/>
            <a:ext cx="7616807" cy="817215"/>
            <a:chOff x="693" y="915"/>
            <a:chExt cx="4314" cy="378"/>
          </a:xfrm>
        </p:grpSpPr>
        <p:sp>
          <p:nvSpPr>
            <p:cNvPr id="29" name="Rectangle 5">
              <a:extLst>
                <a:ext uri="{FF2B5EF4-FFF2-40B4-BE49-F238E27FC236}">
                  <a16:creationId xmlns:a16="http://schemas.microsoft.com/office/drawing/2014/main" id="{64C40C7B-E062-4B4D-90C6-919304FF9AA3}"/>
                </a:ext>
              </a:extLst>
            </p:cNvPr>
            <p:cNvSpPr>
              <a:spLocks noChangeArrowheads="1"/>
            </p:cNvSpPr>
            <p:nvPr/>
          </p:nvSpPr>
          <p:spPr bwMode="auto">
            <a:xfrm>
              <a:off x="1488" y="957"/>
              <a:ext cx="528" cy="336"/>
            </a:xfrm>
            <a:prstGeom prst="rect">
              <a:avLst/>
            </a:prstGeom>
            <a:solidFill>
              <a:srgbClr val="FFFFCC"/>
            </a:solidFill>
            <a:ln w="28575">
              <a:solidFill>
                <a:srgbClr val="000099"/>
              </a:solidFill>
              <a:miter lim="800000"/>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3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30" name="Line 6">
              <a:extLst>
                <a:ext uri="{FF2B5EF4-FFF2-40B4-BE49-F238E27FC236}">
                  <a16:creationId xmlns:a16="http://schemas.microsoft.com/office/drawing/2014/main" id="{BF3AEFB6-449A-46E4-9BAB-016E147A6941}"/>
                </a:ext>
              </a:extLst>
            </p:cNvPr>
            <p:cNvSpPr>
              <a:spLocks noChangeShapeType="1"/>
            </p:cNvSpPr>
            <p:nvPr/>
          </p:nvSpPr>
          <p:spPr bwMode="auto">
            <a:xfrm>
              <a:off x="1824" y="957"/>
              <a:ext cx="0" cy="336"/>
            </a:xfrm>
            <a:prstGeom prst="line">
              <a:avLst/>
            </a:prstGeom>
            <a:noFill/>
            <a:ln w="2857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3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31" name="Line 7">
              <a:extLst>
                <a:ext uri="{FF2B5EF4-FFF2-40B4-BE49-F238E27FC236}">
                  <a16:creationId xmlns:a16="http://schemas.microsoft.com/office/drawing/2014/main" id="{9045CA06-5AE1-40B2-8D0F-333FDCDC5CB9}"/>
                </a:ext>
              </a:extLst>
            </p:cNvPr>
            <p:cNvSpPr>
              <a:spLocks noChangeShapeType="1"/>
            </p:cNvSpPr>
            <p:nvPr/>
          </p:nvSpPr>
          <p:spPr bwMode="auto">
            <a:xfrm>
              <a:off x="1200" y="1125"/>
              <a:ext cx="288" cy="0"/>
            </a:xfrm>
            <a:prstGeom prst="line">
              <a:avLst/>
            </a:prstGeom>
            <a:noFill/>
            <a:ln w="28575">
              <a:solidFill>
                <a:srgbClr val="0000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3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32" name="Rectangle 8">
              <a:extLst>
                <a:ext uri="{FF2B5EF4-FFF2-40B4-BE49-F238E27FC236}">
                  <a16:creationId xmlns:a16="http://schemas.microsoft.com/office/drawing/2014/main" id="{AB4EEDB8-634A-44E9-A100-E423096B9589}"/>
                </a:ext>
              </a:extLst>
            </p:cNvPr>
            <p:cNvSpPr>
              <a:spLocks noChangeArrowheads="1"/>
            </p:cNvSpPr>
            <p:nvPr/>
          </p:nvSpPr>
          <p:spPr bwMode="auto">
            <a:xfrm>
              <a:off x="2208" y="957"/>
              <a:ext cx="528" cy="336"/>
            </a:xfrm>
            <a:prstGeom prst="rect">
              <a:avLst/>
            </a:prstGeom>
            <a:solidFill>
              <a:srgbClr val="FFFFCC"/>
            </a:solidFill>
            <a:ln w="28575">
              <a:solidFill>
                <a:srgbClr val="000099"/>
              </a:solidFill>
              <a:miter lim="800000"/>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3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33" name="Line 9">
              <a:extLst>
                <a:ext uri="{FF2B5EF4-FFF2-40B4-BE49-F238E27FC236}">
                  <a16:creationId xmlns:a16="http://schemas.microsoft.com/office/drawing/2014/main" id="{D3714068-9E31-4F39-9734-58110663C80F}"/>
                </a:ext>
              </a:extLst>
            </p:cNvPr>
            <p:cNvSpPr>
              <a:spLocks noChangeShapeType="1"/>
            </p:cNvSpPr>
            <p:nvPr/>
          </p:nvSpPr>
          <p:spPr bwMode="auto">
            <a:xfrm>
              <a:off x="2544" y="957"/>
              <a:ext cx="0" cy="336"/>
            </a:xfrm>
            <a:prstGeom prst="line">
              <a:avLst/>
            </a:prstGeom>
            <a:noFill/>
            <a:ln w="2857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3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34" name="Line 10">
              <a:extLst>
                <a:ext uri="{FF2B5EF4-FFF2-40B4-BE49-F238E27FC236}">
                  <a16:creationId xmlns:a16="http://schemas.microsoft.com/office/drawing/2014/main" id="{E16C2C7D-4993-4113-AC74-BB9438C69CC9}"/>
                </a:ext>
              </a:extLst>
            </p:cNvPr>
            <p:cNvSpPr>
              <a:spLocks noChangeShapeType="1"/>
            </p:cNvSpPr>
            <p:nvPr/>
          </p:nvSpPr>
          <p:spPr bwMode="auto">
            <a:xfrm>
              <a:off x="1920" y="1125"/>
              <a:ext cx="288" cy="0"/>
            </a:xfrm>
            <a:prstGeom prst="line">
              <a:avLst/>
            </a:prstGeom>
            <a:noFill/>
            <a:ln w="28575">
              <a:solidFill>
                <a:srgbClr val="0000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3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35" name="Rectangle 11">
              <a:extLst>
                <a:ext uri="{FF2B5EF4-FFF2-40B4-BE49-F238E27FC236}">
                  <a16:creationId xmlns:a16="http://schemas.microsoft.com/office/drawing/2014/main" id="{0F5CFDEC-D0A8-4AF0-8586-FA4045263177}"/>
                </a:ext>
              </a:extLst>
            </p:cNvPr>
            <p:cNvSpPr>
              <a:spLocks noChangeArrowheads="1"/>
            </p:cNvSpPr>
            <p:nvPr/>
          </p:nvSpPr>
          <p:spPr bwMode="auto">
            <a:xfrm>
              <a:off x="2928" y="957"/>
              <a:ext cx="528" cy="336"/>
            </a:xfrm>
            <a:prstGeom prst="rect">
              <a:avLst/>
            </a:prstGeom>
            <a:solidFill>
              <a:srgbClr val="FFFFCC"/>
            </a:solidFill>
            <a:ln w="28575">
              <a:solidFill>
                <a:srgbClr val="000099"/>
              </a:solidFill>
              <a:miter lim="800000"/>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3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36" name="Line 12">
              <a:extLst>
                <a:ext uri="{FF2B5EF4-FFF2-40B4-BE49-F238E27FC236}">
                  <a16:creationId xmlns:a16="http://schemas.microsoft.com/office/drawing/2014/main" id="{FFACD000-AA31-4C8D-B7F3-43B952DD9AFD}"/>
                </a:ext>
              </a:extLst>
            </p:cNvPr>
            <p:cNvSpPr>
              <a:spLocks noChangeShapeType="1"/>
            </p:cNvSpPr>
            <p:nvPr/>
          </p:nvSpPr>
          <p:spPr bwMode="auto">
            <a:xfrm>
              <a:off x="3264" y="957"/>
              <a:ext cx="0" cy="336"/>
            </a:xfrm>
            <a:prstGeom prst="line">
              <a:avLst/>
            </a:prstGeom>
            <a:noFill/>
            <a:ln w="2857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3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37" name="Line 13">
              <a:extLst>
                <a:ext uri="{FF2B5EF4-FFF2-40B4-BE49-F238E27FC236}">
                  <a16:creationId xmlns:a16="http://schemas.microsoft.com/office/drawing/2014/main" id="{83C8A4C9-A187-431B-9526-2ED0A96B7856}"/>
                </a:ext>
              </a:extLst>
            </p:cNvPr>
            <p:cNvSpPr>
              <a:spLocks noChangeShapeType="1"/>
            </p:cNvSpPr>
            <p:nvPr/>
          </p:nvSpPr>
          <p:spPr bwMode="auto">
            <a:xfrm>
              <a:off x="2640" y="1125"/>
              <a:ext cx="288" cy="0"/>
            </a:xfrm>
            <a:prstGeom prst="line">
              <a:avLst/>
            </a:prstGeom>
            <a:noFill/>
            <a:ln w="28575">
              <a:solidFill>
                <a:srgbClr val="0000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3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38" name="Rectangle 14">
              <a:extLst>
                <a:ext uri="{FF2B5EF4-FFF2-40B4-BE49-F238E27FC236}">
                  <a16:creationId xmlns:a16="http://schemas.microsoft.com/office/drawing/2014/main" id="{63281854-B1AD-40D3-B0F2-9B816819D209}"/>
                </a:ext>
              </a:extLst>
            </p:cNvPr>
            <p:cNvSpPr>
              <a:spLocks noChangeArrowheads="1"/>
            </p:cNvSpPr>
            <p:nvPr/>
          </p:nvSpPr>
          <p:spPr bwMode="auto">
            <a:xfrm>
              <a:off x="3648" y="957"/>
              <a:ext cx="528" cy="336"/>
            </a:xfrm>
            <a:prstGeom prst="rect">
              <a:avLst/>
            </a:prstGeom>
            <a:solidFill>
              <a:srgbClr val="FFFFCC"/>
            </a:solidFill>
            <a:ln w="28575">
              <a:solidFill>
                <a:srgbClr val="000099"/>
              </a:solidFill>
              <a:miter lim="800000"/>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3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39" name="Line 15">
              <a:extLst>
                <a:ext uri="{FF2B5EF4-FFF2-40B4-BE49-F238E27FC236}">
                  <a16:creationId xmlns:a16="http://schemas.microsoft.com/office/drawing/2014/main" id="{C75105F5-BD18-4F47-81F9-9C30ADC31727}"/>
                </a:ext>
              </a:extLst>
            </p:cNvPr>
            <p:cNvSpPr>
              <a:spLocks noChangeShapeType="1"/>
            </p:cNvSpPr>
            <p:nvPr/>
          </p:nvSpPr>
          <p:spPr bwMode="auto">
            <a:xfrm>
              <a:off x="3984" y="957"/>
              <a:ext cx="0" cy="336"/>
            </a:xfrm>
            <a:prstGeom prst="line">
              <a:avLst/>
            </a:prstGeom>
            <a:noFill/>
            <a:ln w="2857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3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40" name="Line 16">
              <a:extLst>
                <a:ext uri="{FF2B5EF4-FFF2-40B4-BE49-F238E27FC236}">
                  <a16:creationId xmlns:a16="http://schemas.microsoft.com/office/drawing/2014/main" id="{142ED00E-84AB-46BE-8095-2E2EAAC217EC}"/>
                </a:ext>
              </a:extLst>
            </p:cNvPr>
            <p:cNvSpPr>
              <a:spLocks noChangeShapeType="1"/>
            </p:cNvSpPr>
            <p:nvPr/>
          </p:nvSpPr>
          <p:spPr bwMode="auto">
            <a:xfrm>
              <a:off x="3360" y="1125"/>
              <a:ext cx="288" cy="0"/>
            </a:xfrm>
            <a:prstGeom prst="line">
              <a:avLst/>
            </a:prstGeom>
            <a:noFill/>
            <a:ln w="28575">
              <a:solidFill>
                <a:srgbClr val="0000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3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41" name="Rectangle 17">
              <a:extLst>
                <a:ext uri="{FF2B5EF4-FFF2-40B4-BE49-F238E27FC236}">
                  <a16:creationId xmlns:a16="http://schemas.microsoft.com/office/drawing/2014/main" id="{6EFC80E9-1E50-43CF-BD27-3A3F0A0DD30E}"/>
                </a:ext>
              </a:extLst>
            </p:cNvPr>
            <p:cNvSpPr>
              <a:spLocks noChangeArrowheads="1"/>
            </p:cNvSpPr>
            <p:nvPr/>
          </p:nvSpPr>
          <p:spPr bwMode="auto">
            <a:xfrm>
              <a:off x="4416" y="957"/>
              <a:ext cx="568" cy="336"/>
            </a:xfrm>
            <a:prstGeom prst="rect">
              <a:avLst/>
            </a:prstGeom>
            <a:solidFill>
              <a:srgbClr val="FFFFCC"/>
            </a:solidFill>
            <a:ln w="28575">
              <a:solidFill>
                <a:srgbClr val="000099"/>
              </a:solidFill>
              <a:miter lim="800000"/>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3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42" name="Line 18">
              <a:extLst>
                <a:ext uri="{FF2B5EF4-FFF2-40B4-BE49-F238E27FC236}">
                  <a16:creationId xmlns:a16="http://schemas.microsoft.com/office/drawing/2014/main" id="{5EE3A326-D6F7-4F9C-A4C5-D36D912C56FA}"/>
                </a:ext>
              </a:extLst>
            </p:cNvPr>
            <p:cNvSpPr>
              <a:spLocks noChangeShapeType="1"/>
            </p:cNvSpPr>
            <p:nvPr/>
          </p:nvSpPr>
          <p:spPr bwMode="auto">
            <a:xfrm>
              <a:off x="4752" y="957"/>
              <a:ext cx="1" cy="336"/>
            </a:xfrm>
            <a:prstGeom prst="line">
              <a:avLst/>
            </a:prstGeom>
            <a:noFill/>
            <a:ln w="2857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3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43" name="Line 19">
              <a:extLst>
                <a:ext uri="{FF2B5EF4-FFF2-40B4-BE49-F238E27FC236}">
                  <a16:creationId xmlns:a16="http://schemas.microsoft.com/office/drawing/2014/main" id="{2A6A3608-0B27-4ECC-B80D-7E9F89EF5591}"/>
                </a:ext>
              </a:extLst>
            </p:cNvPr>
            <p:cNvSpPr>
              <a:spLocks noChangeShapeType="1"/>
            </p:cNvSpPr>
            <p:nvPr/>
          </p:nvSpPr>
          <p:spPr bwMode="auto">
            <a:xfrm>
              <a:off x="4080" y="1125"/>
              <a:ext cx="314" cy="1"/>
            </a:xfrm>
            <a:prstGeom prst="line">
              <a:avLst/>
            </a:prstGeom>
            <a:noFill/>
            <a:ln w="28575">
              <a:solidFill>
                <a:srgbClr val="0000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3200" b="1" i="0" u="none" strike="noStrike" kern="0" cap="none" spc="0" normalizeH="0" baseline="0" noProof="0">
                <a:ln>
                  <a:noFill/>
                </a:ln>
                <a:solidFill>
                  <a:srgbClr val="000099"/>
                </a:solidFill>
                <a:effectLst/>
                <a:uLnTx/>
                <a:uFillTx/>
                <a:latin typeface="Arial" panose="020B0604020202020204" pitchFamily="34" charset="0"/>
                <a:ea typeface="宋体" panose="02010600030101010101" pitchFamily="2" charset="-122"/>
              </a:endParaRPr>
            </a:p>
          </p:txBody>
        </p:sp>
        <p:sp>
          <p:nvSpPr>
            <p:cNvPr id="44" name="Text Box 20">
              <a:extLst>
                <a:ext uri="{FF2B5EF4-FFF2-40B4-BE49-F238E27FC236}">
                  <a16:creationId xmlns:a16="http://schemas.microsoft.com/office/drawing/2014/main" id="{FA4B5243-5761-44D0-ACBD-056CB8E86852}"/>
                </a:ext>
              </a:extLst>
            </p:cNvPr>
            <p:cNvSpPr txBox="1">
              <a:spLocks noChangeArrowheads="1"/>
            </p:cNvSpPr>
            <p:nvPr/>
          </p:nvSpPr>
          <p:spPr bwMode="auto">
            <a:xfrm>
              <a:off x="1520" y="915"/>
              <a:ext cx="298"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3200" b="1" i="1" u="none" strike="noStrike" kern="0" cap="none" spc="0" normalizeH="0" baseline="0" noProof="0" dirty="0">
                  <a:ln>
                    <a:noFill/>
                  </a:ln>
                  <a:solidFill>
                    <a:srgbClr val="0000FF"/>
                  </a:solidFill>
                  <a:effectLst/>
                  <a:uLnTx/>
                  <a:uFillTx/>
                  <a:ea typeface="宋体" panose="02010600030101010101" pitchFamily="2" charset="-122"/>
                </a:rPr>
                <a:t>a</a:t>
              </a:r>
              <a:r>
                <a:rPr kumimoji="1" lang="en-US" altLang="zh-CN" sz="3200" b="1" i="0" u="none" strike="noStrike" kern="0" cap="none" spc="0" normalizeH="0" baseline="-25000" noProof="0" dirty="0">
                  <a:ln>
                    <a:noFill/>
                  </a:ln>
                  <a:solidFill>
                    <a:srgbClr val="0000FF"/>
                  </a:solidFill>
                  <a:effectLst/>
                  <a:uLnTx/>
                  <a:uFillTx/>
                  <a:ea typeface="宋体" panose="02010600030101010101" pitchFamily="2" charset="-122"/>
                </a:rPr>
                <a:t>1</a:t>
              </a:r>
              <a:endParaRPr kumimoji="1" lang="en-US" altLang="zh-CN" sz="3200" b="0" i="0" u="none" strike="noStrike" kern="0" cap="none" spc="0" normalizeH="0" baseline="0" noProof="0" dirty="0">
                <a:ln>
                  <a:noFill/>
                </a:ln>
                <a:solidFill>
                  <a:srgbClr val="0000FF"/>
                </a:solidFill>
                <a:effectLst/>
                <a:uLnTx/>
                <a:uFillTx/>
                <a:ea typeface="宋体" panose="02010600030101010101" pitchFamily="2" charset="-122"/>
              </a:endParaRPr>
            </a:p>
          </p:txBody>
        </p:sp>
        <p:sp>
          <p:nvSpPr>
            <p:cNvPr id="45" name="Text Box 21">
              <a:extLst>
                <a:ext uri="{FF2B5EF4-FFF2-40B4-BE49-F238E27FC236}">
                  <a16:creationId xmlns:a16="http://schemas.microsoft.com/office/drawing/2014/main" id="{4F73D8C3-3A2B-4AA8-BEB9-91889A25E7AD}"/>
                </a:ext>
              </a:extLst>
            </p:cNvPr>
            <p:cNvSpPr txBox="1">
              <a:spLocks noChangeArrowheads="1"/>
            </p:cNvSpPr>
            <p:nvPr/>
          </p:nvSpPr>
          <p:spPr bwMode="auto">
            <a:xfrm>
              <a:off x="2248" y="915"/>
              <a:ext cx="298"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3200" b="1" i="1" u="none" strike="noStrike" kern="0" cap="none" spc="0" normalizeH="0" baseline="0" noProof="0" dirty="0">
                  <a:ln>
                    <a:noFill/>
                  </a:ln>
                  <a:solidFill>
                    <a:srgbClr val="0000FF"/>
                  </a:solidFill>
                  <a:effectLst/>
                  <a:uLnTx/>
                  <a:uFillTx/>
                  <a:ea typeface="宋体" panose="02010600030101010101" pitchFamily="2" charset="-122"/>
                </a:rPr>
                <a:t>a</a:t>
              </a:r>
              <a:r>
                <a:rPr kumimoji="1" lang="en-US" altLang="zh-CN" sz="3200" b="1" i="0" u="none" strike="noStrike" kern="0" cap="none" spc="0" normalizeH="0" baseline="-25000" noProof="0" dirty="0">
                  <a:ln>
                    <a:noFill/>
                  </a:ln>
                  <a:solidFill>
                    <a:srgbClr val="0000FF"/>
                  </a:solidFill>
                  <a:effectLst/>
                  <a:uLnTx/>
                  <a:uFillTx/>
                  <a:ea typeface="宋体" panose="02010600030101010101" pitchFamily="2" charset="-122"/>
                </a:rPr>
                <a:t>2</a:t>
              </a:r>
              <a:endParaRPr kumimoji="1" lang="en-US" altLang="zh-CN" sz="3200" b="0" i="0" u="none" strike="noStrike" kern="0" cap="none" spc="0" normalizeH="0" baseline="0" noProof="0" dirty="0">
                <a:ln>
                  <a:noFill/>
                </a:ln>
                <a:solidFill>
                  <a:srgbClr val="0000FF"/>
                </a:solidFill>
                <a:effectLst/>
                <a:uLnTx/>
                <a:uFillTx/>
                <a:ea typeface="宋体" panose="02010600030101010101" pitchFamily="2" charset="-122"/>
              </a:endParaRPr>
            </a:p>
          </p:txBody>
        </p:sp>
        <p:sp>
          <p:nvSpPr>
            <p:cNvPr id="46" name="Text Box 22">
              <a:extLst>
                <a:ext uri="{FF2B5EF4-FFF2-40B4-BE49-F238E27FC236}">
                  <a16:creationId xmlns:a16="http://schemas.microsoft.com/office/drawing/2014/main" id="{9333F23A-F3DE-4F59-B9E4-AE67CF743893}"/>
                </a:ext>
              </a:extLst>
            </p:cNvPr>
            <p:cNvSpPr txBox="1">
              <a:spLocks noChangeArrowheads="1"/>
            </p:cNvSpPr>
            <p:nvPr/>
          </p:nvSpPr>
          <p:spPr bwMode="auto">
            <a:xfrm>
              <a:off x="2968" y="915"/>
              <a:ext cx="298"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3200" b="1" i="1" u="none" strike="noStrike" kern="0" cap="none" spc="0" normalizeH="0" baseline="0" noProof="0" dirty="0">
                  <a:ln>
                    <a:noFill/>
                  </a:ln>
                  <a:solidFill>
                    <a:srgbClr val="0000FF"/>
                  </a:solidFill>
                  <a:effectLst/>
                  <a:uLnTx/>
                  <a:uFillTx/>
                  <a:ea typeface="宋体" panose="02010600030101010101" pitchFamily="2" charset="-122"/>
                </a:rPr>
                <a:t>a</a:t>
              </a:r>
              <a:r>
                <a:rPr kumimoji="1" lang="en-US" altLang="zh-CN" sz="3200" b="1" i="0" u="none" strike="noStrike" kern="0" cap="none" spc="0" normalizeH="0" baseline="-25000" noProof="0" dirty="0">
                  <a:ln>
                    <a:noFill/>
                  </a:ln>
                  <a:solidFill>
                    <a:srgbClr val="0000FF"/>
                  </a:solidFill>
                  <a:effectLst/>
                  <a:uLnTx/>
                  <a:uFillTx/>
                  <a:ea typeface="宋体" panose="02010600030101010101" pitchFamily="2" charset="-122"/>
                </a:rPr>
                <a:t>3</a:t>
              </a:r>
              <a:endParaRPr kumimoji="1" lang="en-US" altLang="zh-CN" sz="3200" b="0" i="0" u="none" strike="noStrike" kern="0" cap="none" spc="0" normalizeH="0" baseline="0" noProof="0" dirty="0">
                <a:ln>
                  <a:noFill/>
                </a:ln>
                <a:solidFill>
                  <a:srgbClr val="0000FF"/>
                </a:solidFill>
                <a:effectLst/>
                <a:uLnTx/>
                <a:uFillTx/>
                <a:ea typeface="宋体" panose="02010600030101010101" pitchFamily="2" charset="-122"/>
              </a:endParaRPr>
            </a:p>
          </p:txBody>
        </p:sp>
        <p:sp>
          <p:nvSpPr>
            <p:cNvPr id="47" name="Text Box 23">
              <a:extLst>
                <a:ext uri="{FF2B5EF4-FFF2-40B4-BE49-F238E27FC236}">
                  <a16:creationId xmlns:a16="http://schemas.microsoft.com/office/drawing/2014/main" id="{8A4F0586-618F-4787-A6B4-F118D3DE61A5}"/>
                </a:ext>
              </a:extLst>
            </p:cNvPr>
            <p:cNvSpPr txBox="1">
              <a:spLocks noChangeArrowheads="1"/>
            </p:cNvSpPr>
            <p:nvPr/>
          </p:nvSpPr>
          <p:spPr bwMode="auto">
            <a:xfrm>
              <a:off x="3688" y="915"/>
              <a:ext cx="298"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3200" b="1" i="1" u="none" strike="noStrike" kern="0" cap="none" spc="0" normalizeH="0" baseline="0" noProof="0" dirty="0">
                  <a:ln>
                    <a:noFill/>
                  </a:ln>
                  <a:solidFill>
                    <a:srgbClr val="0000FF"/>
                  </a:solidFill>
                  <a:effectLst/>
                  <a:uLnTx/>
                  <a:uFillTx/>
                  <a:ea typeface="宋体" panose="02010600030101010101" pitchFamily="2" charset="-122"/>
                </a:rPr>
                <a:t>a</a:t>
              </a:r>
              <a:r>
                <a:rPr kumimoji="1" lang="en-US" altLang="zh-CN" sz="3200" b="1" i="0" u="none" strike="noStrike" kern="0" cap="none" spc="0" normalizeH="0" baseline="-25000" noProof="0" dirty="0">
                  <a:ln>
                    <a:noFill/>
                  </a:ln>
                  <a:solidFill>
                    <a:srgbClr val="0000FF"/>
                  </a:solidFill>
                  <a:effectLst/>
                  <a:uLnTx/>
                  <a:uFillTx/>
                  <a:ea typeface="宋体" panose="02010600030101010101" pitchFamily="2" charset="-122"/>
                </a:rPr>
                <a:t>4</a:t>
              </a:r>
              <a:endParaRPr kumimoji="1" lang="en-US" altLang="zh-CN" sz="3200" b="0" i="0" u="none" strike="noStrike" kern="0" cap="none" spc="0" normalizeH="0" baseline="0" noProof="0" dirty="0">
                <a:ln>
                  <a:noFill/>
                </a:ln>
                <a:solidFill>
                  <a:srgbClr val="0000FF"/>
                </a:solidFill>
                <a:effectLst/>
                <a:uLnTx/>
                <a:uFillTx/>
                <a:ea typeface="宋体" panose="02010600030101010101" pitchFamily="2" charset="-122"/>
              </a:endParaRPr>
            </a:p>
          </p:txBody>
        </p:sp>
        <p:sp>
          <p:nvSpPr>
            <p:cNvPr id="48" name="Text Box 24">
              <a:extLst>
                <a:ext uri="{FF2B5EF4-FFF2-40B4-BE49-F238E27FC236}">
                  <a16:creationId xmlns:a16="http://schemas.microsoft.com/office/drawing/2014/main" id="{F809B2EE-FB35-4277-8C7A-23E0BF9AF7E2}"/>
                </a:ext>
              </a:extLst>
            </p:cNvPr>
            <p:cNvSpPr txBox="1">
              <a:spLocks noChangeArrowheads="1"/>
            </p:cNvSpPr>
            <p:nvPr/>
          </p:nvSpPr>
          <p:spPr bwMode="auto">
            <a:xfrm>
              <a:off x="4448" y="915"/>
              <a:ext cx="298"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3200" b="1" i="1" u="none" strike="noStrike" kern="0" cap="none" spc="0" normalizeH="0" baseline="0" noProof="0" dirty="0">
                  <a:ln>
                    <a:noFill/>
                  </a:ln>
                  <a:solidFill>
                    <a:srgbClr val="0000FF"/>
                  </a:solidFill>
                  <a:effectLst/>
                  <a:uLnTx/>
                  <a:uFillTx/>
                  <a:ea typeface="宋体" panose="02010600030101010101" pitchFamily="2" charset="-122"/>
                </a:rPr>
                <a:t>a</a:t>
              </a:r>
              <a:r>
                <a:rPr kumimoji="1" lang="en-US" altLang="zh-CN" sz="3200" b="1" i="0" u="none" strike="noStrike" kern="0" cap="none" spc="0" normalizeH="0" baseline="-25000" noProof="0" dirty="0">
                  <a:ln>
                    <a:noFill/>
                  </a:ln>
                  <a:solidFill>
                    <a:srgbClr val="0000FF"/>
                  </a:solidFill>
                  <a:effectLst/>
                  <a:uLnTx/>
                  <a:uFillTx/>
                  <a:ea typeface="宋体" panose="02010600030101010101" pitchFamily="2" charset="-122"/>
                </a:rPr>
                <a:t>5</a:t>
              </a:r>
              <a:endParaRPr kumimoji="1" lang="en-US" altLang="zh-CN" sz="3200" b="0" i="0" u="none" strike="noStrike" kern="0" cap="none" spc="0" normalizeH="0" baseline="0" noProof="0" dirty="0">
                <a:ln>
                  <a:noFill/>
                </a:ln>
                <a:solidFill>
                  <a:srgbClr val="0000FF"/>
                </a:solidFill>
                <a:effectLst/>
                <a:uLnTx/>
                <a:uFillTx/>
                <a:ea typeface="宋体" panose="02010600030101010101" pitchFamily="2" charset="-122"/>
              </a:endParaRPr>
            </a:p>
          </p:txBody>
        </p:sp>
        <p:sp>
          <p:nvSpPr>
            <p:cNvPr id="49" name="Text Box 25">
              <a:extLst>
                <a:ext uri="{FF2B5EF4-FFF2-40B4-BE49-F238E27FC236}">
                  <a16:creationId xmlns:a16="http://schemas.microsoft.com/office/drawing/2014/main" id="{98553A1A-FAD2-4262-B867-0736302C7F89}"/>
                </a:ext>
              </a:extLst>
            </p:cNvPr>
            <p:cNvSpPr txBox="1">
              <a:spLocks noChangeArrowheads="1"/>
            </p:cNvSpPr>
            <p:nvPr/>
          </p:nvSpPr>
          <p:spPr bwMode="auto">
            <a:xfrm>
              <a:off x="4735" y="952"/>
              <a:ext cx="272"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3200" b="1" i="0" u="none" strike="noStrike" kern="0" cap="none" spc="0" normalizeH="0" baseline="0" noProof="0" dirty="0">
                  <a:ln>
                    <a:noFill/>
                  </a:ln>
                  <a:solidFill>
                    <a:srgbClr val="FF0000"/>
                  </a:solidFill>
                  <a:effectLst/>
                  <a:uLnTx/>
                  <a:uFillTx/>
                  <a:ea typeface="宋体" panose="02010600030101010101" pitchFamily="2" charset="-122"/>
                  <a:cs typeface="Times New Roman" panose="02020603050405020304" pitchFamily="18" charset="0"/>
                  <a:sym typeface="Symbol" panose="05050102010706020507" pitchFamily="18" charset="2"/>
                </a:rPr>
                <a:t>Λ</a:t>
              </a:r>
              <a:endParaRPr kumimoji="1" lang="en-US" altLang="zh-CN" sz="3200" b="0" i="0" u="none" strike="noStrike" kern="0" cap="none" spc="0" normalizeH="0" baseline="0" noProof="0" dirty="0">
                <a:ln>
                  <a:noFill/>
                </a:ln>
                <a:solidFill>
                  <a:srgbClr val="FF0000"/>
                </a:solidFill>
                <a:effectLst/>
                <a:uLnTx/>
                <a:uFillTx/>
                <a:ea typeface="宋体" panose="02010600030101010101" pitchFamily="2" charset="-122"/>
              </a:endParaRPr>
            </a:p>
          </p:txBody>
        </p:sp>
        <p:sp>
          <p:nvSpPr>
            <p:cNvPr id="50" name="Text Box 26">
              <a:extLst>
                <a:ext uri="{FF2B5EF4-FFF2-40B4-BE49-F238E27FC236}">
                  <a16:creationId xmlns:a16="http://schemas.microsoft.com/office/drawing/2014/main" id="{199111DF-078C-41BF-A7B6-8D8822AB93FA}"/>
                </a:ext>
              </a:extLst>
            </p:cNvPr>
            <p:cNvSpPr txBox="1">
              <a:spLocks noChangeArrowheads="1"/>
            </p:cNvSpPr>
            <p:nvPr/>
          </p:nvSpPr>
          <p:spPr bwMode="auto">
            <a:xfrm>
              <a:off x="693" y="931"/>
              <a:ext cx="518"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3200" b="1" i="0" u="none" strike="noStrike" kern="0" cap="none" spc="0" normalizeH="0" baseline="0" noProof="0" dirty="0">
                  <a:ln>
                    <a:noFill/>
                  </a:ln>
                  <a:solidFill>
                    <a:srgbClr val="FF0000"/>
                  </a:solidFill>
                  <a:effectLst/>
                  <a:uLnTx/>
                  <a:uFillTx/>
                  <a:ea typeface="宋体" panose="02010600030101010101" pitchFamily="2" charset="-122"/>
                </a:rPr>
                <a:t>first</a:t>
              </a:r>
              <a:endParaRPr kumimoji="1" lang="en-US" altLang="zh-CN" sz="3200" b="0" i="0" u="none" strike="noStrike" kern="0" cap="none" spc="0" normalizeH="0" baseline="0" noProof="0" dirty="0">
                <a:ln>
                  <a:noFill/>
                </a:ln>
                <a:solidFill>
                  <a:srgbClr val="FF0000"/>
                </a:solidFill>
                <a:effectLst/>
                <a:uLnTx/>
                <a:uFillTx/>
                <a:ea typeface="宋体" panose="02010600030101010101" pitchFamily="2" charset="-122"/>
              </a:endParaRPr>
            </a:p>
          </p:txBody>
        </p:sp>
      </p:grpSp>
      <p:graphicFrame>
        <p:nvGraphicFramePr>
          <p:cNvPr id="51" name="Group 176">
            <a:extLst>
              <a:ext uri="{FF2B5EF4-FFF2-40B4-BE49-F238E27FC236}">
                <a16:creationId xmlns:a16="http://schemas.microsoft.com/office/drawing/2014/main" id="{43F0ED09-0485-459F-A361-6FADEECF233F}"/>
              </a:ext>
            </a:extLst>
          </p:cNvPr>
          <p:cNvGraphicFramePr>
            <a:graphicFrameLocks/>
          </p:cNvGraphicFramePr>
          <p:nvPr>
            <p:extLst>
              <p:ext uri="{D42A27DB-BD31-4B8C-83A1-F6EECF244321}">
                <p14:modId xmlns:p14="http://schemas.microsoft.com/office/powerpoint/2010/main" val="96404164"/>
              </p:ext>
            </p:extLst>
          </p:nvPr>
        </p:nvGraphicFramePr>
        <p:xfrm>
          <a:off x="727698" y="2317754"/>
          <a:ext cx="7747462" cy="2013635"/>
        </p:xfrm>
        <a:graphic>
          <a:graphicData uri="http://schemas.openxmlformats.org/drawingml/2006/table">
            <a:tbl>
              <a:tblPr/>
              <a:tblGrid>
                <a:gridCol w="1107033">
                  <a:extLst>
                    <a:ext uri="{9D8B030D-6E8A-4147-A177-3AD203B41FA5}">
                      <a16:colId xmlns:a16="http://schemas.microsoft.com/office/drawing/2014/main" val="3835101648"/>
                    </a:ext>
                  </a:extLst>
                </a:gridCol>
                <a:gridCol w="1077017">
                  <a:extLst>
                    <a:ext uri="{9D8B030D-6E8A-4147-A177-3AD203B41FA5}">
                      <a16:colId xmlns:a16="http://schemas.microsoft.com/office/drawing/2014/main" val="2006271261"/>
                    </a:ext>
                  </a:extLst>
                </a:gridCol>
                <a:gridCol w="1137048">
                  <a:extLst>
                    <a:ext uri="{9D8B030D-6E8A-4147-A177-3AD203B41FA5}">
                      <a16:colId xmlns:a16="http://schemas.microsoft.com/office/drawing/2014/main" val="2667479183"/>
                    </a:ext>
                  </a:extLst>
                </a:gridCol>
                <a:gridCol w="1105267">
                  <a:extLst>
                    <a:ext uri="{9D8B030D-6E8A-4147-A177-3AD203B41FA5}">
                      <a16:colId xmlns:a16="http://schemas.microsoft.com/office/drawing/2014/main" val="3693356493"/>
                    </a:ext>
                  </a:extLst>
                </a:gridCol>
                <a:gridCol w="1107032">
                  <a:extLst>
                    <a:ext uri="{9D8B030D-6E8A-4147-A177-3AD203B41FA5}">
                      <a16:colId xmlns:a16="http://schemas.microsoft.com/office/drawing/2014/main" val="2594489633"/>
                    </a:ext>
                  </a:extLst>
                </a:gridCol>
                <a:gridCol w="1080548">
                  <a:extLst>
                    <a:ext uri="{9D8B030D-6E8A-4147-A177-3AD203B41FA5}">
                      <a16:colId xmlns:a16="http://schemas.microsoft.com/office/drawing/2014/main" val="208994131"/>
                    </a:ext>
                  </a:extLst>
                </a:gridCol>
                <a:gridCol w="203045">
                  <a:extLst>
                    <a:ext uri="{9D8B030D-6E8A-4147-A177-3AD203B41FA5}">
                      <a16:colId xmlns:a16="http://schemas.microsoft.com/office/drawing/2014/main" val="733690097"/>
                    </a:ext>
                  </a:extLst>
                </a:gridCol>
                <a:gridCol w="930472">
                  <a:extLst>
                    <a:ext uri="{9D8B030D-6E8A-4147-A177-3AD203B41FA5}">
                      <a16:colId xmlns:a16="http://schemas.microsoft.com/office/drawing/2014/main" val="3843767257"/>
                    </a:ext>
                  </a:extLst>
                </a:gridCol>
              </a:tblGrid>
              <a:tr h="664149">
                <a:tc>
                  <a:txBody>
                    <a:bodyPr/>
                    <a:lstStyle>
                      <a:lvl1pPr marL="0" algn="l" defTabSz="914400" rtl="0" eaLnBrk="1" latinLnBrk="0" hangingPunct="1">
                        <a:spcBef>
                          <a:spcPct val="20000"/>
                        </a:spcBef>
                        <a:buClr>
                          <a:schemeClr val="bg2"/>
                        </a:buClr>
                        <a:buSzPct val="75000"/>
                        <a:buFont typeface="Wingdings" panose="05000000000000000000" pitchFamily="2" charset="2"/>
                        <a:defRPr sz="2800" kern="1200">
                          <a:solidFill>
                            <a:schemeClr val="tx1"/>
                          </a:solidFill>
                          <a:latin typeface="Arial" panose="020B0604020202020204" pitchFamily="34" charset="0"/>
                          <a:ea typeface="宋体" panose="02010600030101010101" pitchFamily="2" charset="-122"/>
                        </a:defRPr>
                      </a:lvl1pPr>
                      <a:lvl2pPr marL="457200" algn="l" defTabSz="914400" rtl="0" eaLnBrk="1" latinLnBrk="0" hangingPunct="1">
                        <a:spcBef>
                          <a:spcPct val="20000"/>
                        </a:spcBef>
                        <a:buClr>
                          <a:schemeClr val="accent2"/>
                        </a:buClr>
                        <a:buSzPct val="80000"/>
                        <a:buFont typeface="Wingdings" panose="05000000000000000000" pitchFamily="2" charset="2"/>
                        <a:defRPr sz="2400" kern="1200">
                          <a:solidFill>
                            <a:schemeClr val="tx1"/>
                          </a:solidFill>
                          <a:latin typeface="Arial" panose="020B0604020202020204" pitchFamily="34" charset="0"/>
                          <a:ea typeface="宋体" panose="02010600030101010101" pitchFamily="2" charset="-122"/>
                        </a:defRPr>
                      </a:lvl2pPr>
                      <a:lvl3pPr marL="914400" algn="l" defTabSz="914400" rtl="0" eaLnBrk="1" latinLnBrk="0" hangingPunct="1">
                        <a:spcBef>
                          <a:spcPct val="20000"/>
                        </a:spcBef>
                        <a:buClr>
                          <a:schemeClr val="bg2"/>
                        </a:buClr>
                        <a:buSzPct val="65000"/>
                        <a:buFont typeface="Wingdings" panose="05000000000000000000" pitchFamily="2" charset="2"/>
                        <a:defRPr sz="2000" kern="1200">
                          <a:solidFill>
                            <a:schemeClr val="tx1"/>
                          </a:solidFill>
                          <a:latin typeface="Arial" panose="020B0604020202020204" pitchFamily="34" charset="0"/>
                          <a:ea typeface="宋体" panose="02010600030101010101" pitchFamily="2" charset="-122"/>
                        </a:defRPr>
                      </a:lvl3pPr>
                      <a:lvl4pPr marL="1371600" algn="l" defTabSz="914400" rtl="0" eaLnBrk="1" latinLnBrk="0" hangingPunct="1">
                        <a:spcBef>
                          <a:spcPct val="20000"/>
                        </a:spcBef>
                        <a:buClr>
                          <a:schemeClr val="accent2"/>
                        </a:buClr>
                        <a:buSzPct val="70000"/>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spcBef>
                          <a:spcPct val="20000"/>
                        </a:spcBef>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3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cap="flat">
                      <a:noFill/>
                    </a:lnL>
                    <a:lnR>
                      <a:noFill/>
                    </a:lnR>
                    <a:lnT cap="flat">
                      <a:noFill/>
                    </a:lnT>
                    <a:lnB>
                      <a:noFill/>
                    </a:lnB>
                    <a:lnTlToBr>
                      <a:noFill/>
                    </a:lnTlToBr>
                    <a:lnBlToTr>
                      <a:noFill/>
                    </a:lnBlToTr>
                    <a:noFill/>
                  </a:tcPr>
                </a:tc>
                <a:tc>
                  <a:txBody>
                    <a:bodyPr/>
                    <a:lstStyle>
                      <a:lvl1pPr marL="0" algn="l" defTabSz="914400" rtl="0" eaLnBrk="1" latinLnBrk="0" hangingPunct="1">
                        <a:spcBef>
                          <a:spcPct val="20000"/>
                        </a:spcBef>
                        <a:buClr>
                          <a:schemeClr val="bg2"/>
                        </a:buClr>
                        <a:buSzPct val="75000"/>
                        <a:buFont typeface="Wingdings" panose="05000000000000000000" pitchFamily="2" charset="2"/>
                        <a:defRPr sz="2800" kern="1200">
                          <a:solidFill>
                            <a:schemeClr val="tx1"/>
                          </a:solidFill>
                          <a:latin typeface="Arial" panose="020B0604020202020204" pitchFamily="34" charset="0"/>
                          <a:ea typeface="宋体" panose="02010600030101010101" pitchFamily="2" charset="-122"/>
                        </a:defRPr>
                      </a:lvl1pPr>
                      <a:lvl2pPr marL="457200" algn="l" defTabSz="914400" rtl="0" eaLnBrk="1" latinLnBrk="0" hangingPunct="1">
                        <a:spcBef>
                          <a:spcPct val="20000"/>
                        </a:spcBef>
                        <a:buClr>
                          <a:schemeClr val="accent2"/>
                        </a:buClr>
                        <a:buSzPct val="80000"/>
                        <a:buFont typeface="Wingdings" panose="05000000000000000000" pitchFamily="2" charset="2"/>
                        <a:defRPr sz="2400" kern="1200">
                          <a:solidFill>
                            <a:schemeClr val="tx1"/>
                          </a:solidFill>
                          <a:latin typeface="Arial" panose="020B0604020202020204" pitchFamily="34" charset="0"/>
                          <a:ea typeface="宋体" panose="02010600030101010101" pitchFamily="2" charset="-122"/>
                        </a:defRPr>
                      </a:lvl2pPr>
                      <a:lvl3pPr marL="914400" algn="l" defTabSz="914400" rtl="0" eaLnBrk="1" latinLnBrk="0" hangingPunct="1">
                        <a:spcBef>
                          <a:spcPct val="20000"/>
                        </a:spcBef>
                        <a:buClr>
                          <a:schemeClr val="bg2"/>
                        </a:buClr>
                        <a:buSzPct val="65000"/>
                        <a:buFont typeface="Wingdings" panose="05000000000000000000" pitchFamily="2" charset="2"/>
                        <a:defRPr sz="2000" kern="1200">
                          <a:solidFill>
                            <a:schemeClr val="tx1"/>
                          </a:solidFill>
                          <a:latin typeface="Arial" panose="020B0604020202020204" pitchFamily="34" charset="0"/>
                          <a:ea typeface="宋体" panose="02010600030101010101" pitchFamily="2" charset="-122"/>
                        </a:defRPr>
                      </a:lvl3pPr>
                      <a:lvl4pPr marL="1371600" algn="l" defTabSz="914400" rtl="0" eaLnBrk="1" latinLnBrk="0" hangingPunct="1">
                        <a:spcBef>
                          <a:spcPct val="20000"/>
                        </a:spcBef>
                        <a:buClr>
                          <a:schemeClr val="accent2"/>
                        </a:buClr>
                        <a:buSzPct val="70000"/>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spcBef>
                          <a:spcPct val="20000"/>
                        </a:spcBef>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32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rPr>
                        <a:t>0</a:t>
                      </a:r>
                    </a:p>
                  </a:txBody>
                  <a:tcPr horzOverflow="overflow">
                    <a:lnL>
                      <a:noFill/>
                    </a:lnL>
                    <a:lnR>
                      <a:noFill/>
                    </a:lnR>
                    <a:lnT cap="flat">
                      <a:noFill/>
                    </a:lnT>
                    <a:lnB w="28575" cap="flat" cmpd="sng" algn="ctr">
                      <a:solidFill>
                        <a:srgbClr val="000099"/>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buClr>
                          <a:schemeClr val="bg2"/>
                        </a:buClr>
                        <a:buSzPct val="75000"/>
                        <a:buFont typeface="Wingdings" panose="05000000000000000000" pitchFamily="2" charset="2"/>
                        <a:defRPr sz="2800" kern="1200">
                          <a:solidFill>
                            <a:schemeClr val="tx1"/>
                          </a:solidFill>
                          <a:latin typeface="Arial" panose="020B0604020202020204" pitchFamily="34" charset="0"/>
                          <a:ea typeface="宋体" panose="02010600030101010101" pitchFamily="2" charset="-122"/>
                        </a:defRPr>
                      </a:lvl1pPr>
                      <a:lvl2pPr marL="457200" algn="l" defTabSz="914400" rtl="0" eaLnBrk="1" latinLnBrk="0" hangingPunct="1">
                        <a:spcBef>
                          <a:spcPct val="20000"/>
                        </a:spcBef>
                        <a:buClr>
                          <a:schemeClr val="accent2"/>
                        </a:buClr>
                        <a:buSzPct val="80000"/>
                        <a:buFont typeface="Wingdings" panose="05000000000000000000" pitchFamily="2" charset="2"/>
                        <a:defRPr sz="2400" kern="1200">
                          <a:solidFill>
                            <a:schemeClr val="tx1"/>
                          </a:solidFill>
                          <a:latin typeface="Arial" panose="020B0604020202020204" pitchFamily="34" charset="0"/>
                          <a:ea typeface="宋体" panose="02010600030101010101" pitchFamily="2" charset="-122"/>
                        </a:defRPr>
                      </a:lvl2pPr>
                      <a:lvl3pPr marL="914400" algn="l" defTabSz="914400" rtl="0" eaLnBrk="1" latinLnBrk="0" hangingPunct="1">
                        <a:spcBef>
                          <a:spcPct val="20000"/>
                        </a:spcBef>
                        <a:buClr>
                          <a:schemeClr val="bg2"/>
                        </a:buClr>
                        <a:buSzPct val="65000"/>
                        <a:buFont typeface="Wingdings" panose="05000000000000000000" pitchFamily="2" charset="2"/>
                        <a:defRPr sz="2000" kern="1200">
                          <a:solidFill>
                            <a:schemeClr val="tx1"/>
                          </a:solidFill>
                          <a:latin typeface="Arial" panose="020B0604020202020204" pitchFamily="34" charset="0"/>
                          <a:ea typeface="宋体" panose="02010600030101010101" pitchFamily="2" charset="-122"/>
                        </a:defRPr>
                      </a:lvl3pPr>
                      <a:lvl4pPr marL="1371600" algn="l" defTabSz="914400" rtl="0" eaLnBrk="1" latinLnBrk="0" hangingPunct="1">
                        <a:spcBef>
                          <a:spcPct val="20000"/>
                        </a:spcBef>
                        <a:buClr>
                          <a:schemeClr val="accent2"/>
                        </a:buClr>
                        <a:buSzPct val="70000"/>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spcBef>
                          <a:spcPct val="20000"/>
                        </a:spcBef>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32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rPr>
                        <a:t>1</a:t>
                      </a:r>
                    </a:p>
                  </a:txBody>
                  <a:tcPr horzOverflow="overflow">
                    <a:lnL>
                      <a:noFill/>
                    </a:lnL>
                    <a:lnR>
                      <a:noFill/>
                    </a:lnR>
                    <a:lnT cap="flat">
                      <a:noFill/>
                    </a:lnT>
                    <a:lnB w="28575" cap="flat" cmpd="sng" algn="ctr">
                      <a:solidFill>
                        <a:srgbClr val="000099"/>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buClr>
                          <a:schemeClr val="bg2"/>
                        </a:buClr>
                        <a:buSzPct val="75000"/>
                        <a:buFont typeface="Wingdings" panose="05000000000000000000" pitchFamily="2" charset="2"/>
                        <a:defRPr sz="2800" kern="1200">
                          <a:solidFill>
                            <a:schemeClr val="tx1"/>
                          </a:solidFill>
                          <a:latin typeface="Arial" panose="020B0604020202020204" pitchFamily="34" charset="0"/>
                          <a:ea typeface="宋体" panose="02010600030101010101" pitchFamily="2" charset="-122"/>
                        </a:defRPr>
                      </a:lvl1pPr>
                      <a:lvl2pPr marL="457200" algn="l" defTabSz="914400" rtl="0" eaLnBrk="1" latinLnBrk="0" hangingPunct="1">
                        <a:spcBef>
                          <a:spcPct val="20000"/>
                        </a:spcBef>
                        <a:buClr>
                          <a:schemeClr val="accent2"/>
                        </a:buClr>
                        <a:buSzPct val="80000"/>
                        <a:buFont typeface="Wingdings" panose="05000000000000000000" pitchFamily="2" charset="2"/>
                        <a:defRPr sz="2400" kern="1200">
                          <a:solidFill>
                            <a:schemeClr val="tx1"/>
                          </a:solidFill>
                          <a:latin typeface="Arial" panose="020B0604020202020204" pitchFamily="34" charset="0"/>
                          <a:ea typeface="宋体" panose="02010600030101010101" pitchFamily="2" charset="-122"/>
                        </a:defRPr>
                      </a:lvl2pPr>
                      <a:lvl3pPr marL="914400" algn="l" defTabSz="914400" rtl="0" eaLnBrk="1" latinLnBrk="0" hangingPunct="1">
                        <a:spcBef>
                          <a:spcPct val="20000"/>
                        </a:spcBef>
                        <a:buClr>
                          <a:schemeClr val="bg2"/>
                        </a:buClr>
                        <a:buSzPct val="65000"/>
                        <a:buFont typeface="Wingdings" panose="05000000000000000000" pitchFamily="2" charset="2"/>
                        <a:defRPr sz="2000" kern="1200">
                          <a:solidFill>
                            <a:schemeClr val="tx1"/>
                          </a:solidFill>
                          <a:latin typeface="Arial" panose="020B0604020202020204" pitchFamily="34" charset="0"/>
                          <a:ea typeface="宋体" panose="02010600030101010101" pitchFamily="2" charset="-122"/>
                        </a:defRPr>
                      </a:lvl3pPr>
                      <a:lvl4pPr marL="1371600" algn="l" defTabSz="914400" rtl="0" eaLnBrk="1" latinLnBrk="0" hangingPunct="1">
                        <a:spcBef>
                          <a:spcPct val="20000"/>
                        </a:spcBef>
                        <a:buClr>
                          <a:schemeClr val="accent2"/>
                        </a:buClr>
                        <a:buSzPct val="70000"/>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spcBef>
                          <a:spcPct val="20000"/>
                        </a:spcBef>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32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rPr>
                        <a:t>2</a:t>
                      </a:r>
                    </a:p>
                  </a:txBody>
                  <a:tcPr horzOverflow="overflow">
                    <a:lnL>
                      <a:noFill/>
                    </a:lnL>
                    <a:lnR>
                      <a:noFill/>
                    </a:lnR>
                    <a:lnT cap="flat">
                      <a:noFill/>
                    </a:lnT>
                    <a:lnB w="28575" cap="flat" cmpd="sng" algn="ctr">
                      <a:solidFill>
                        <a:srgbClr val="000099"/>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20000"/>
                        </a:spcBef>
                        <a:buClr>
                          <a:schemeClr val="bg2"/>
                        </a:buClr>
                        <a:buSzPct val="75000"/>
                        <a:buFont typeface="Wingdings" panose="05000000000000000000" pitchFamily="2" charset="2"/>
                        <a:defRPr sz="2800" kern="1200">
                          <a:solidFill>
                            <a:schemeClr val="tx1"/>
                          </a:solidFill>
                          <a:latin typeface="Arial" panose="020B0604020202020204" pitchFamily="34" charset="0"/>
                          <a:ea typeface="宋体" panose="02010600030101010101" pitchFamily="2" charset="-122"/>
                        </a:defRPr>
                      </a:lvl1pPr>
                      <a:lvl2pPr marL="457200" algn="l" defTabSz="914400" rtl="0" eaLnBrk="1" latinLnBrk="0" hangingPunct="1">
                        <a:spcBef>
                          <a:spcPct val="20000"/>
                        </a:spcBef>
                        <a:buClr>
                          <a:schemeClr val="accent2"/>
                        </a:buClr>
                        <a:buSzPct val="80000"/>
                        <a:buFont typeface="Wingdings" panose="05000000000000000000" pitchFamily="2" charset="2"/>
                        <a:defRPr sz="2400" kern="1200">
                          <a:solidFill>
                            <a:schemeClr val="tx1"/>
                          </a:solidFill>
                          <a:latin typeface="Arial" panose="020B0604020202020204" pitchFamily="34" charset="0"/>
                          <a:ea typeface="宋体" panose="02010600030101010101" pitchFamily="2" charset="-122"/>
                        </a:defRPr>
                      </a:lvl2pPr>
                      <a:lvl3pPr marL="914400" algn="l" defTabSz="914400" rtl="0" eaLnBrk="1" latinLnBrk="0" hangingPunct="1">
                        <a:spcBef>
                          <a:spcPct val="20000"/>
                        </a:spcBef>
                        <a:buClr>
                          <a:schemeClr val="bg2"/>
                        </a:buClr>
                        <a:buSzPct val="65000"/>
                        <a:buFont typeface="Wingdings" panose="05000000000000000000" pitchFamily="2" charset="2"/>
                        <a:defRPr sz="2000" kern="1200">
                          <a:solidFill>
                            <a:schemeClr val="tx1"/>
                          </a:solidFill>
                          <a:latin typeface="Arial" panose="020B0604020202020204" pitchFamily="34" charset="0"/>
                          <a:ea typeface="宋体" panose="02010600030101010101" pitchFamily="2" charset="-122"/>
                        </a:defRPr>
                      </a:lvl3pPr>
                      <a:lvl4pPr marL="1371600" algn="l" defTabSz="914400" rtl="0" eaLnBrk="1" latinLnBrk="0" hangingPunct="1">
                        <a:spcBef>
                          <a:spcPct val="20000"/>
                        </a:spcBef>
                        <a:buClr>
                          <a:schemeClr val="accent2"/>
                        </a:buClr>
                        <a:buSzPct val="70000"/>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spcBef>
                          <a:spcPct val="20000"/>
                        </a:spcBef>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32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rPr>
                        <a:t>3</a:t>
                      </a:r>
                    </a:p>
                  </a:txBody>
                  <a:tcPr horzOverflow="overflow">
                    <a:lnL>
                      <a:noFill/>
                    </a:lnL>
                    <a:lnR>
                      <a:noFill/>
                    </a:lnR>
                    <a:lnT cap="flat">
                      <a:noFill/>
                    </a:lnT>
                    <a:lnB w="28575" cap="flat" cmpd="sng" algn="ctr">
                      <a:solidFill>
                        <a:srgbClr val="000099"/>
                      </a:solidFill>
                      <a:prstDash val="solid"/>
                      <a:round/>
                      <a:headEnd type="none" w="med" len="med"/>
                      <a:tailEnd type="none" w="med" len="med"/>
                    </a:lnB>
                    <a:lnTlToBr>
                      <a:noFill/>
                    </a:lnTlToBr>
                    <a:lnBlToTr>
                      <a:noFill/>
                    </a:lnBlToTr>
                    <a:noFill/>
                  </a:tcPr>
                </a:tc>
                <a:tc gridSpan="2">
                  <a:txBody>
                    <a:bodyPr/>
                    <a:lstStyle>
                      <a:lvl1pPr marL="0" algn="l" defTabSz="914400" rtl="0" eaLnBrk="1" latinLnBrk="0" hangingPunct="1">
                        <a:spcBef>
                          <a:spcPct val="20000"/>
                        </a:spcBef>
                        <a:buClr>
                          <a:schemeClr val="bg2"/>
                        </a:buClr>
                        <a:buSzPct val="75000"/>
                        <a:buFont typeface="Wingdings" panose="05000000000000000000" pitchFamily="2" charset="2"/>
                        <a:defRPr sz="2800" kern="1200">
                          <a:solidFill>
                            <a:schemeClr val="tx1"/>
                          </a:solidFill>
                          <a:latin typeface="Arial" panose="020B0604020202020204" pitchFamily="34" charset="0"/>
                          <a:ea typeface="宋体" panose="02010600030101010101" pitchFamily="2" charset="-122"/>
                        </a:defRPr>
                      </a:lvl1pPr>
                      <a:lvl2pPr marL="457200" algn="l" defTabSz="914400" rtl="0" eaLnBrk="1" latinLnBrk="0" hangingPunct="1">
                        <a:spcBef>
                          <a:spcPct val="20000"/>
                        </a:spcBef>
                        <a:buClr>
                          <a:schemeClr val="accent2"/>
                        </a:buClr>
                        <a:buSzPct val="80000"/>
                        <a:buFont typeface="Wingdings" panose="05000000000000000000" pitchFamily="2" charset="2"/>
                        <a:defRPr sz="2400" kern="1200">
                          <a:solidFill>
                            <a:schemeClr val="tx1"/>
                          </a:solidFill>
                          <a:latin typeface="Arial" panose="020B0604020202020204" pitchFamily="34" charset="0"/>
                          <a:ea typeface="宋体" panose="02010600030101010101" pitchFamily="2" charset="-122"/>
                        </a:defRPr>
                      </a:lvl2pPr>
                      <a:lvl3pPr marL="914400" algn="l" defTabSz="914400" rtl="0" eaLnBrk="1" latinLnBrk="0" hangingPunct="1">
                        <a:spcBef>
                          <a:spcPct val="20000"/>
                        </a:spcBef>
                        <a:buClr>
                          <a:schemeClr val="bg2"/>
                        </a:buClr>
                        <a:buSzPct val="65000"/>
                        <a:buFont typeface="Wingdings" panose="05000000000000000000" pitchFamily="2" charset="2"/>
                        <a:defRPr sz="2000" kern="1200">
                          <a:solidFill>
                            <a:schemeClr val="tx1"/>
                          </a:solidFill>
                          <a:latin typeface="Arial" panose="020B0604020202020204" pitchFamily="34" charset="0"/>
                          <a:ea typeface="宋体" panose="02010600030101010101" pitchFamily="2" charset="-122"/>
                        </a:defRPr>
                      </a:lvl3pPr>
                      <a:lvl4pPr marL="1371600" algn="l" defTabSz="914400" rtl="0" eaLnBrk="1" latinLnBrk="0" hangingPunct="1">
                        <a:spcBef>
                          <a:spcPct val="20000"/>
                        </a:spcBef>
                        <a:buClr>
                          <a:schemeClr val="accent2"/>
                        </a:buClr>
                        <a:buSzPct val="70000"/>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spcBef>
                          <a:spcPct val="20000"/>
                        </a:spcBef>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32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rPr>
                        <a:t>4</a:t>
                      </a:r>
                    </a:p>
                  </a:txBody>
                  <a:tcPr horzOverflow="overflow">
                    <a:lnL>
                      <a:noFill/>
                    </a:lnL>
                    <a:lnR>
                      <a:noFill/>
                    </a:lnR>
                    <a:lnT cap="flat">
                      <a:noFill/>
                    </a:lnT>
                    <a:lnB w="28575" cap="flat" cmpd="sng" algn="ctr">
                      <a:solidFill>
                        <a:srgbClr val="000099"/>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lvl1pPr marL="0" algn="l" defTabSz="914400" rtl="0" eaLnBrk="1" latinLnBrk="0" hangingPunct="1">
                        <a:spcBef>
                          <a:spcPct val="20000"/>
                        </a:spcBef>
                        <a:buClr>
                          <a:schemeClr val="bg2"/>
                        </a:buClr>
                        <a:buSzPct val="75000"/>
                        <a:buFont typeface="Wingdings" panose="05000000000000000000" pitchFamily="2" charset="2"/>
                        <a:defRPr sz="2800" kern="1200">
                          <a:solidFill>
                            <a:schemeClr val="tx1"/>
                          </a:solidFill>
                          <a:latin typeface="Arial" panose="020B0604020202020204" pitchFamily="34" charset="0"/>
                          <a:ea typeface="宋体" panose="02010600030101010101" pitchFamily="2" charset="-122"/>
                        </a:defRPr>
                      </a:lvl1pPr>
                      <a:lvl2pPr marL="457200" algn="l" defTabSz="914400" rtl="0" eaLnBrk="1" latinLnBrk="0" hangingPunct="1">
                        <a:spcBef>
                          <a:spcPct val="20000"/>
                        </a:spcBef>
                        <a:buClr>
                          <a:schemeClr val="accent2"/>
                        </a:buClr>
                        <a:buSzPct val="80000"/>
                        <a:buFont typeface="Wingdings" panose="05000000000000000000" pitchFamily="2" charset="2"/>
                        <a:defRPr sz="2400" kern="1200">
                          <a:solidFill>
                            <a:schemeClr val="tx1"/>
                          </a:solidFill>
                          <a:latin typeface="Arial" panose="020B0604020202020204" pitchFamily="34" charset="0"/>
                          <a:ea typeface="宋体" panose="02010600030101010101" pitchFamily="2" charset="-122"/>
                        </a:defRPr>
                      </a:lvl2pPr>
                      <a:lvl3pPr marL="914400" algn="l" defTabSz="914400" rtl="0" eaLnBrk="1" latinLnBrk="0" hangingPunct="1">
                        <a:spcBef>
                          <a:spcPct val="20000"/>
                        </a:spcBef>
                        <a:buClr>
                          <a:schemeClr val="bg2"/>
                        </a:buClr>
                        <a:buSzPct val="65000"/>
                        <a:buFont typeface="Wingdings" panose="05000000000000000000" pitchFamily="2" charset="2"/>
                        <a:defRPr sz="2000" kern="1200">
                          <a:solidFill>
                            <a:schemeClr val="tx1"/>
                          </a:solidFill>
                          <a:latin typeface="Arial" panose="020B0604020202020204" pitchFamily="34" charset="0"/>
                          <a:ea typeface="宋体" panose="02010600030101010101" pitchFamily="2" charset="-122"/>
                        </a:defRPr>
                      </a:lvl3pPr>
                      <a:lvl4pPr marL="1371600" algn="l" defTabSz="914400" rtl="0" eaLnBrk="1" latinLnBrk="0" hangingPunct="1">
                        <a:spcBef>
                          <a:spcPct val="20000"/>
                        </a:spcBef>
                        <a:buClr>
                          <a:schemeClr val="accent2"/>
                        </a:buClr>
                        <a:buSzPct val="70000"/>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spcBef>
                          <a:spcPct val="20000"/>
                        </a:spcBef>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32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rPr>
                        <a:t>5</a:t>
                      </a:r>
                    </a:p>
                  </a:txBody>
                  <a:tcPr horzOverflow="overflow">
                    <a:lnL>
                      <a:noFill/>
                    </a:lnL>
                    <a:lnR cap="flat">
                      <a:noFill/>
                    </a:lnR>
                    <a:lnT cap="flat">
                      <a:noFill/>
                    </a:lnT>
                    <a:lnB w="28575" cap="flat" cmpd="sng" algn="ctr">
                      <a:solidFill>
                        <a:srgbClr val="0000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54940944"/>
                  </a:ext>
                </a:extLst>
              </a:tr>
              <a:tr h="685337">
                <a:tc>
                  <a:txBody>
                    <a:bodyPr/>
                    <a:lstStyle>
                      <a:lvl1pPr marL="0" algn="l" defTabSz="914400" rtl="0" eaLnBrk="1" latinLnBrk="0" hangingPunct="1">
                        <a:spcBef>
                          <a:spcPct val="20000"/>
                        </a:spcBef>
                        <a:buClr>
                          <a:schemeClr val="bg2"/>
                        </a:buClr>
                        <a:buSzPct val="75000"/>
                        <a:buFont typeface="Wingdings" panose="05000000000000000000" pitchFamily="2" charset="2"/>
                        <a:defRPr sz="2800" kern="1200">
                          <a:solidFill>
                            <a:schemeClr val="tx1"/>
                          </a:solidFill>
                          <a:latin typeface="Arial" panose="020B0604020202020204" pitchFamily="34" charset="0"/>
                          <a:ea typeface="宋体" panose="02010600030101010101" pitchFamily="2" charset="-122"/>
                        </a:defRPr>
                      </a:lvl1pPr>
                      <a:lvl2pPr marL="457200" algn="l" defTabSz="914400" rtl="0" eaLnBrk="1" latinLnBrk="0" hangingPunct="1">
                        <a:spcBef>
                          <a:spcPct val="20000"/>
                        </a:spcBef>
                        <a:buClr>
                          <a:schemeClr val="accent2"/>
                        </a:buClr>
                        <a:buSzPct val="80000"/>
                        <a:buFont typeface="Wingdings" panose="05000000000000000000" pitchFamily="2" charset="2"/>
                        <a:defRPr sz="2400" kern="1200">
                          <a:solidFill>
                            <a:schemeClr val="tx1"/>
                          </a:solidFill>
                          <a:latin typeface="Arial" panose="020B0604020202020204" pitchFamily="34" charset="0"/>
                          <a:ea typeface="宋体" panose="02010600030101010101" pitchFamily="2" charset="-122"/>
                        </a:defRPr>
                      </a:lvl2pPr>
                      <a:lvl3pPr marL="914400" algn="l" defTabSz="914400" rtl="0" eaLnBrk="1" latinLnBrk="0" hangingPunct="1">
                        <a:spcBef>
                          <a:spcPct val="20000"/>
                        </a:spcBef>
                        <a:buClr>
                          <a:schemeClr val="bg2"/>
                        </a:buClr>
                        <a:buSzPct val="65000"/>
                        <a:buFont typeface="Wingdings" panose="05000000000000000000" pitchFamily="2" charset="2"/>
                        <a:defRPr sz="2000" kern="1200">
                          <a:solidFill>
                            <a:schemeClr val="tx1"/>
                          </a:solidFill>
                          <a:latin typeface="Arial" panose="020B0604020202020204" pitchFamily="34" charset="0"/>
                          <a:ea typeface="宋体" panose="02010600030101010101" pitchFamily="2" charset="-122"/>
                        </a:defRPr>
                      </a:lvl3pPr>
                      <a:lvl4pPr marL="1371600" algn="l" defTabSz="914400" rtl="0" eaLnBrk="1" latinLnBrk="0" hangingPunct="1">
                        <a:spcBef>
                          <a:spcPct val="20000"/>
                        </a:spcBef>
                        <a:buClr>
                          <a:schemeClr val="accent2"/>
                        </a:buClr>
                        <a:buSzPct val="70000"/>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spcBef>
                          <a:spcPct val="20000"/>
                        </a:spcBef>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3200" b="1" i="0" u="none" strike="noStrike" cap="none" normalizeH="0" baseline="0" dirty="0">
                          <a:ln>
                            <a:noFill/>
                          </a:ln>
                          <a:solidFill>
                            <a:srgbClr val="0000FF"/>
                          </a:solidFill>
                          <a:effectLst/>
                          <a:latin typeface="Times New Roman" panose="02020603050405020304" pitchFamily="18" charset="0"/>
                          <a:ea typeface="宋体" panose="02010600030101010101" pitchFamily="2" charset="-122"/>
                        </a:rPr>
                        <a:t>data</a:t>
                      </a:r>
                    </a:p>
                  </a:txBody>
                  <a:tcPr horzOverflow="overflow">
                    <a:lnL cap="flat">
                      <a:noFill/>
                    </a:lnL>
                    <a:lnR w="28575" cap="flat" cmpd="sng" algn="ctr">
                      <a:solidFill>
                        <a:srgbClr val="000099"/>
                      </a:solidFill>
                      <a:prstDash val="solid"/>
                      <a:round/>
                      <a:headEnd type="none" w="med" len="med"/>
                      <a:tailEnd type="none" w="med" len="med"/>
                    </a:lnR>
                    <a:lnT>
                      <a:noFill/>
                    </a:lnT>
                    <a:lnB>
                      <a:noFill/>
                    </a:lnB>
                    <a:lnTlToBr>
                      <a:noFill/>
                    </a:lnTlToBr>
                    <a:lnBlToTr>
                      <a:noFill/>
                    </a:lnBlToTr>
                    <a:noFill/>
                  </a:tcPr>
                </a:tc>
                <a:tc>
                  <a:txBody>
                    <a:bodyPr/>
                    <a:lstStyle>
                      <a:lvl1pPr marL="0" algn="l" defTabSz="914400" rtl="0" eaLnBrk="1" latinLnBrk="0" hangingPunct="1">
                        <a:spcBef>
                          <a:spcPct val="20000"/>
                        </a:spcBef>
                        <a:buClr>
                          <a:schemeClr val="bg2"/>
                        </a:buClr>
                        <a:buSzPct val="75000"/>
                        <a:buFont typeface="Wingdings" panose="05000000000000000000" pitchFamily="2" charset="2"/>
                        <a:defRPr sz="2800" kern="1200">
                          <a:solidFill>
                            <a:schemeClr val="tx1"/>
                          </a:solidFill>
                          <a:latin typeface="Arial" panose="020B0604020202020204" pitchFamily="34" charset="0"/>
                          <a:ea typeface="宋体" panose="02010600030101010101" pitchFamily="2" charset="-122"/>
                        </a:defRPr>
                      </a:lvl1pPr>
                      <a:lvl2pPr marL="457200" algn="l" defTabSz="914400" rtl="0" eaLnBrk="1" latinLnBrk="0" hangingPunct="1">
                        <a:spcBef>
                          <a:spcPct val="20000"/>
                        </a:spcBef>
                        <a:buClr>
                          <a:schemeClr val="accent2"/>
                        </a:buClr>
                        <a:buSzPct val="80000"/>
                        <a:buFont typeface="Wingdings" panose="05000000000000000000" pitchFamily="2" charset="2"/>
                        <a:defRPr sz="2400" kern="1200">
                          <a:solidFill>
                            <a:schemeClr val="tx1"/>
                          </a:solidFill>
                          <a:latin typeface="Arial" panose="020B0604020202020204" pitchFamily="34" charset="0"/>
                          <a:ea typeface="宋体" panose="02010600030101010101" pitchFamily="2" charset="-122"/>
                        </a:defRPr>
                      </a:lvl2pPr>
                      <a:lvl3pPr marL="914400" algn="l" defTabSz="914400" rtl="0" eaLnBrk="1" latinLnBrk="0" hangingPunct="1">
                        <a:spcBef>
                          <a:spcPct val="20000"/>
                        </a:spcBef>
                        <a:buClr>
                          <a:schemeClr val="bg2"/>
                        </a:buClr>
                        <a:buSzPct val="65000"/>
                        <a:buFont typeface="Wingdings" panose="05000000000000000000" pitchFamily="2" charset="2"/>
                        <a:defRPr sz="2000" kern="1200">
                          <a:solidFill>
                            <a:schemeClr val="tx1"/>
                          </a:solidFill>
                          <a:latin typeface="Arial" panose="020B0604020202020204" pitchFamily="34" charset="0"/>
                          <a:ea typeface="宋体" panose="02010600030101010101" pitchFamily="2" charset="-122"/>
                        </a:defRPr>
                      </a:lvl3pPr>
                      <a:lvl4pPr marL="1371600" algn="l" defTabSz="914400" rtl="0" eaLnBrk="1" latinLnBrk="0" hangingPunct="1">
                        <a:spcBef>
                          <a:spcPct val="20000"/>
                        </a:spcBef>
                        <a:buClr>
                          <a:schemeClr val="accent2"/>
                        </a:buClr>
                        <a:buSzPct val="70000"/>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spcBef>
                          <a:spcPct val="20000"/>
                        </a:spcBef>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80000"/>
                        </a:lnSpc>
                        <a:spcBef>
                          <a:spcPct val="0"/>
                        </a:spcBef>
                        <a:spcAft>
                          <a:spcPct val="15000"/>
                        </a:spcAft>
                        <a:buClr>
                          <a:schemeClr val="bg2"/>
                        </a:buClr>
                        <a:buSzPct val="75000"/>
                        <a:buFont typeface="Wingdings" panose="05000000000000000000" pitchFamily="2" charset="2"/>
                        <a:buNone/>
                        <a:tabLst/>
                      </a:pPr>
                      <a:endParaRPr kumimoji="0" lang="zh-CN" altLang="zh-CN" sz="3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28575"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solidFill>
                      <a:srgbClr val="FFFFCC"/>
                    </a:solidFill>
                  </a:tcPr>
                </a:tc>
                <a:tc>
                  <a:txBody>
                    <a:bodyPr/>
                    <a:lstStyle>
                      <a:lvl1pPr marL="0" algn="l" defTabSz="914400" rtl="0" eaLnBrk="1" latinLnBrk="0" hangingPunct="1">
                        <a:spcBef>
                          <a:spcPct val="20000"/>
                        </a:spcBef>
                        <a:buClr>
                          <a:schemeClr val="bg2"/>
                        </a:buClr>
                        <a:buSzPct val="75000"/>
                        <a:buFont typeface="Wingdings" panose="05000000000000000000" pitchFamily="2" charset="2"/>
                        <a:defRPr sz="2800" kern="1200">
                          <a:solidFill>
                            <a:schemeClr val="tx1"/>
                          </a:solidFill>
                          <a:latin typeface="Arial" panose="020B0604020202020204" pitchFamily="34" charset="0"/>
                          <a:ea typeface="宋体" panose="02010600030101010101" pitchFamily="2" charset="-122"/>
                        </a:defRPr>
                      </a:lvl1pPr>
                      <a:lvl2pPr marL="457200" algn="l" defTabSz="914400" rtl="0" eaLnBrk="1" latinLnBrk="0" hangingPunct="1">
                        <a:spcBef>
                          <a:spcPct val="20000"/>
                        </a:spcBef>
                        <a:buClr>
                          <a:schemeClr val="accent2"/>
                        </a:buClr>
                        <a:buSzPct val="80000"/>
                        <a:buFont typeface="Wingdings" panose="05000000000000000000" pitchFamily="2" charset="2"/>
                        <a:defRPr sz="2400" kern="1200">
                          <a:solidFill>
                            <a:schemeClr val="tx1"/>
                          </a:solidFill>
                          <a:latin typeface="Arial" panose="020B0604020202020204" pitchFamily="34" charset="0"/>
                          <a:ea typeface="宋体" panose="02010600030101010101" pitchFamily="2" charset="-122"/>
                        </a:defRPr>
                      </a:lvl2pPr>
                      <a:lvl3pPr marL="914400" algn="l" defTabSz="914400" rtl="0" eaLnBrk="1" latinLnBrk="0" hangingPunct="1">
                        <a:spcBef>
                          <a:spcPct val="20000"/>
                        </a:spcBef>
                        <a:buClr>
                          <a:schemeClr val="bg2"/>
                        </a:buClr>
                        <a:buSzPct val="65000"/>
                        <a:buFont typeface="Wingdings" panose="05000000000000000000" pitchFamily="2" charset="2"/>
                        <a:defRPr sz="2000" kern="1200">
                          <a:solidFill>
                            <a:schemeClr val="tx1"/>
                          </a:solidFill>
                          <a:latin typeface="Arial" panose="020B0604020202020204" pitchFamily="34" charset="0"/>
                          <a:ea typeface="宋体" panose="02010600030101010101" pitchFamily="2" charset="-122"/>
                        </a:defRPr>
                      </a:lvl3pPr>
                      <a:lvl4pPr marL="1371600" algn="l" defTabSz="914400" rtl="0" eaLnBrk="1" latinLnBrk="0" hangingPunct="1">
                        <a:spcBef>
                          <a:spcPct val="20000"/>
                        </a:spcBef>
                        <a:buClr>
                          <a:schemeClr val="accent2"/>
                        </a:buClr>
                        <a:buSzPct val="70000"/>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spcBef>
                          <a:spcPct val="20000"/>
                        </a:spcBef>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80000"/>
                        </a:lnSpc>
                        <a:spcBef>
                          <a:spcPct val="0"/>
                        </a:spcBef>
                        <a:spcAft>
                          <a:spcPct val="15000"/>
                        </a:spcAft>
                        <a:buClr>
                          <a:schemeClr val="bg2"/>
                        </a:buClr>
                        <a:buSzPct val="75000"/>
                        <a:buFont typeface="Wingdings" panose="05000000000000000000" pitchFamily="2" charset="2"/>
                        <a:buNone/>
                        <a:tabLst/>
                      </a:pPr>
                      <a:r>
                        <a:rPr kumimoji="0" lang="en-US" altLang="zh-CN" sz="3200" b="1" i="1" u="none" strike="noStrike" cap="none" normalizeH="0" baseline="0" dirty="0">
                          <a:ln>
                            <a:noFill/>
                          </a:ln>
                          <a:solidFill>
                            <a:srgbClr val="0000FF"/>
                          </a:solidFill>
                          <a:effectLst/>
                          <a:latin typeface="Times New Roman" panose="02020603050405020304" pitchFamily="18" charset="0"/>
                          <a:ea typeface="宋体" panose="02010600030101010101" pitchFamily="2" charset="-122"/>
                        </a:rPr>
                        <a:t>a</a:t>
                      </a:r>
                      <a:r>
                        <a:rPr kumimoji="0" lang="en-US" altLang="zh-CN" sz="3200" b="1" i="0" u="none" strike="noStrike" cap="none" normalizeH="0" baseline="-25000" dirty="0">
                          <a:ln>
                            <a:noFill/>
                          </a:ln>
                          <a:solidFill>
                            <a:srgbClr val="0000FF"/>
                          </a:solidFill>
                          <a:effectLst/>
                          <a:latin typeface="Times New Roman" panose="02020603050405020304" pitchFamily="18" charset="0"/>
                          <a:ea typeface="宋体" panose="02010600030101010101" pitchFamily="2" charset="-122"/>
                        </a:rPr>
                        <a:t>3</a:t>
                      </a:r>
                    </a:p>
                  </a:txBody>
                  <a:tcP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28575"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solidFill>
                      <a:srgbClr val="FFFFCC"/>
                    </a:solidFill>
                  </a:tcPr>
                </a:tc>
                <a:tc>
                  <a:txBody>
                    <a:bodyPr/>
                    <a:lstStyle>
                      <a:lvl1pPr marL="0" algn="l" defTabSz="914400" rtl="0" eaLnBrk="1" latinLnBrk="0" hangingPunct="1">
                        <a:spcBef>
                          <a:spcPct val="20000"/>
                        </a:spcBef>
                        <a:buClr>
                          <a:schemeClr val="bg2"/>
                        </a:buClr>
                        <a:buSzPct val="75000"/>
                        <a:buFont typeface="Wingdings" panose="05000000000000000000" pitchFamily="2" charset="2"/>
                        <a:defRPr sz="2800" kern="1200">
                          <a:solidFill>
                            <a:schemeClr val="tx1"/>
                          </a:solidFill>
                          <a:latin typeface="Arial" panose="020B0604020202020204" pitchFamily="34" charset="0"/>
                          <a:ea typeface="宋体" panose="02010600030101010101" pitchFamily="2" charset="-122"/>
                        </a:defRPr>
                      </a:lvl1pPr>
                      <a:lvl2pPr marL="457200" algn="l" defTabSz="914400" rtl="0" eaLnBrk="1" latinLnBrk="0" hangingPunct="1">
                        <a:spcBef>
                          <a:spcPct val="20000"/>
                        </a:spcBef>
                        <a:buClr>
                          <a:schemeClr val="accent2"/>
                        </a:buClr>
                        <a:buSzPct val="80000"/>
                        <a:buFont typeface="Wingdings" panose="05000000000000000000" pitchFamily="2" charset="2"/>
                        <a:defRPr sz="2400" kern="1200">
                          <a:solidFill>
                            <a:schemeClr val="tx1"/>
                          </a:solidFill>
                          <a:latin typeface="Arial" panose="020B0604020202020204" pitchFamily="34" charset="0"/>
                          <a:ea typeface="宋体" panose="02010600030101010101" pitchFamily="2" charset="-122"/>
                        </a:defRPr>
                      </a:lvl2pPr>
                      <a:lvl3pPr marL="914400" algn="l" defTabSz="914400" rtl="0" eaLnBrk="1" latinLnBrk="0" hangingPunct="1">
                        <a:spcBef>
                          <a:spcPct val="20000"/>
                        </a:spcBef>
                        <a:buClr>
                          <a:schemeClr val="bg2"/>
                        </a:buClr>
                        <a:buSzPct val="65000"/>
                        <a:buFont typeface="Wingdings" panose="05000000000000000000" pitchFamily="2" charset="2"/>
                        <a:defRPr sz="2000" kern="1200">
                          <a:solidFill>
                            <a:schemeClr val="tx1"/>
                          </a:solidFill>
                          <a:latin typeface="Arial" panose="020B0604020202020204" pitchFamily="34" charset="0"/>
                          <a:ea typeface="宋体" panose="02010600030101010101" pitchFamily="2" charset="-122"/>
                        </a:defRPr>
                      </a:lvl3pPr>
                      <a:lvl4pPr marL="1371600" algn="l" defTabSz="914400" rtl="0" eaLnBrk="1" latinLnBrk="0" hangingPunct="1">
                        <a:spcBef>
                          <a:spcPct val="20000"/>
                        </a:spcBef>
                        <a:buClr>
                          <a:schemeClr val="accent2"/>
                        </a:buClr>
                        <a:buSzPct val="70000"/>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spcBef>
                          <a:spcPct val="20000"/>
                        </a:spcBef>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80000"/>
                        </a:lnSpc>
                        <a:spcBef>
                          <a:spcPct val="0"/>
                        </a:spcBef>
                        <a:spcAft>
                          <a:spcPct val="15000"/>
                        </a:spcAft>
                        <a:buClr>
                          <a:schemeClr val="bg2"/>
                        </a:buClr>
                        <a:buSzPct val="75000"/>
                        <a:buFont typeface="Wingdings" panose="05000000000000000000" pitchFamily="2" charset="2"/>
                        <a:buNone/>
                        <a:tabLst/>
                      </a:pPr>
                      <a:r>
                        <a:rPr kumimoji="0" lang="en-US" altLang="zh-CN" sz="3200" b="1" i="1" u="none" strike="noStrike" cap="none" normalizeH="0" baseline="0" dirty="0">
                          <a:ln>
                            <a:noFill/>
                          </a:ln>
                          <a:solidFill>
                            <a:srgbClr val="0000FF"/>
                          </a:solidFill>
                          <a:effectLst/>
                          <a:latin typeface="Times New Roman" panose="02020603050405020304" pitchFamily="18" charset="0"/>
                          <a:ea typeface="宋体" panose="02010600030101010101" pitchFamily="2" charset="-122"/>
                        </a:rPr>
                        <a:t>a</a:t>
                      </a:r>
                      <a:r>
                        <a:rPr kumimoji="0" lang="en-US" altLang="zh-CN" sz="3200" b="1" i="0" u="none" strike="noStrike" cap="none" normalizeH="0" baseline="-25000" dirty="0">
                          <a:ln>
                            <a:noFill/>
                          </a:ln>
                          <a:solidFill>
                            <a:srgbClr val="0000FF"/>
                          </a:solidFill>
                          <a:effectLst/>
                          <a:latin typeface="Times New Roman" panose="02020603050405020304" pitchFamily="18" charset="0"/>
                          <a:ea typeface="宋体" panose="02010600030101010101" pitchFamily="2" charset="-122"/>
                        </a:rPr>
                        <a:t>4</a:t>
                      </a:r>
                    </a:p>
                  </a:txBody>
                  <a:tcP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28575"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solidFill>
                      <a:srgbClr val="FFFFCC"/>
                    </a:solidFill>
                  </a:tcPr>
                </a:tc>
                <a:tc>
                  <a:txBody>
                    <a:bodyPr/>
                    <a:lstStyle>
                      <a:lvl1pPr marL="0" algn="l" defTabSz="914400" rtl="0" eaLnBrk="1" latinLnBrk="0" hangingPunct="1">
                        <a:spcBef>
                          <a:spcPct val="20000"/>
                        </a:spcBef>
                        <a:buClr>
                          <a:schemeClr val="bg2"/>
                        </a:buClr>
                        <a:buSzPct val="75000"/>
                        <a:buFont typeface="Wingdings" panose="05000000000000000000" pitchFamily="2" charset="2"/>
                        <a:defRPr sz="2800" kern="1200">
                          <a:solidFill>
                            <a:schemeClr val="tx1"/>
                          </a:solidFill>
                          <a:latin typeface="Arial" panose="020B0604020202020204" pitchFamily="34" charset="0"/>
                          <a:ea typeface="宋体" panose="02010600030101010101" pitchFamily="2" charset="-122"/>
                        </a:defRPr>
                      </a:lvl1pPr>
                      <a:lvl2pPr marL="457200" algn="l" defTabSz="914400" rtl="0" eaLnBrk="1" latinLnBrk="0" hangingPunct="1">
                        <a:spcBef>
                          <a:spcPct val="20000"/>
                        </a:spcBef>
                        <a:buClr>
                          <a:schemeClr val="accent2"/>
                        </a:buClr>
                        <a:buSzPct val="80000"/>
                        <a:buFont typeface="Wingdings" panose="05000000000000000000" pitchFamily="2" charset="2"/>
                        <a:defRPr sz="2400" kern="1200">
                          <a:solidFill>
                            <a:schemeClr val="tx1"/>
                          </a:solidFill>
                          <a:latin typeface="Arial" panose="020B0604020202020204" pitchFamily="34" charset="0"/>
                          <a:ea typeface="宋体" panose="02010600030101010101" pitchFamily="2" charset="-122"/>
                        </a:defRPr>
                      </a:lvl2pPr>
                      <a:lvl3pPr marL="914400" algn="l" defTabSz="914400" rtl="0" eaLnBrk="1" latinLnBrk="0" hangingPunct="1">
                        <a:spcBef>
                          <a:spcPct val="20000"/>
                        </a:spcBef>
                        <a:buClr>
                          <a:schemeClr val="bg2"/>
                        </a:buClr>
                        <a:buSzPct val="65000"/>
                        <a:buFont typeface="Wingdings" panose="05000000000000000000" pitchFamily="2" charset="2"/>
                        <a:defRPr sz="2000" kern="1200">
                          <a:solidFill>
                            <a:schemeClr val="tx1"/>
                          </a:solidFill>
                          <a:latin typeface="Arial" panose="020B0604020202020204" pitchFamily="34" charset="0"/>
                          <a:ea typeface="宋体" panose="02010600030101010101" pitchFamily="2" charset="-122"/>
                        </a:defRPr>
                      </a:lvl3pPr>
                      <a:lvl4pPr marL="1371600" algn="l" defTabSz="914400" rtl="0" eaLnBrk="1" latinLnBrk="0" hangingPunct="1">
                        <a:spcBef>
                          <a:spcPct val="20000"/>
                        </a:spcBef>
                        <a:buClr>
                          <a:schemeClr val="accent2"/>
                        </a:buClr>
                        <a:buSzPct val="70000"/>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spcBef>
                          <a:spcPct val="20000"/>
                        </a:spcBef>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80000"/>
                        </a:lnSpc>
                        <a:spcBef>
                          <a:spcPct val="0"/>
                        </a:spcBef>
                        <a:spcAft>
                          <a:spcPct val="15000"/>
                        </a:spcAft>
                        <a:buClr>
                          <a:schemeClr val="bg2"/>
                        </a:buClr>
                        <a:buSzPct val="75000"/>
                        <a:buFont typeface="Wingdings" panose="05000000000000000000" pitchFamily="2" charset="2"/>
                        <a:buNone/>
                        <a:tabLst/>
                      </a:pPr>
                      <a:r>
                        <a:rPr kumimoji="0" lang="en-US" altLang="zh-CN" sz="3200" b="1" i="1" u="none" strike="noStrike" cap="none" normalizeH="0" baseline="0">
                          <a:ln>
                            <a:noFill/>
                          </a:ln>
                          <a:solidFill>
                            <a:srgbClr val="0000FF"/>
                          </a:solidFill>
                          <a:effectLst/>
                          <a:latin typeface="Times New Roman" panose="02020603050405020304" pitchFamily="18" charset="0"/>
                          <a:ea typeface="宋体" panose="02010600030101010101" pitchFamily="2" charset="-122"/>
                        </a:rPr>
                        <a:t>a</a:t>
                      </a:r>
                      <a:r>
                        <a:rPr kumimoji="0" lang="en-US" altLang="zh-CN" sz="3200" b="1" i="0" u="none" strike="noStrike" cap="none" normalizeH="0" baseline="-25000">
                          <a:ln>
                            <a:noFill/>
                          </a:ln>
                          <a:solidFill>
                            <a:srgbClr val="0000FF"/>
                          </a:solidFill>
                          <a:effectLst/>
                          <a:latin typeface="Times New Roman" panose="02020603050405020304" pitchFamily="18" charset="0"/>
                          <a:ea typeface="宋体" panose="02010600030101010101" pitchFamily="2" charset="-122"/>
                        </a:rPr>
                        <a:t>1</a:t>
                      </a:r>
                    </a:p>
                  </a:txBody>
                  <a:tcP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28575"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solidFill>
                      <a:srgbClr val="FFFFCC"/>
                    </a:solidFill>
                  </a:tcPr>
                </a:tc>
                <a:tc>
                  <a:txBody>
                    <a:bodyPr/>
                    <a:lstStyle>
                      <a:lvl1pPr marL="0" algn="l" defTabSz="914400" rtl="0" eaLnBrk="1" latinLnBrk="0" hangingPunct="1">
                        <a:spcBef>
                          <a:spcPct val="20000"/>
                        </a:spcBef>
                        <a:buClr>
                          <a:schemeClr val="bg2"/>
                        </a:buClr>
                        <a:buSzPct val="75000"/>
                        <a:buFont typeface="Wingdings" panose="05000000000000000000" pitchFamily="2" charset="2"/>
                        <a:defRPr sz="2800" kern="1200">
                          <a:solidFill>
                            <a:schemeClr val="tx1"/>
                          </a:solidFill>
                          <a:latin typeface="Arial" panose="020B0604020202020204" pitchFamily="34" charset="0"/>
                          <a:ea typeface="宋体" panose="02010600030101010101" pitchFamily="2" charset="-122"/>
                        </a:defRPr>
                      </a:lvl1pPr>
                      <a:lvl2pPr marL="457200" algn="l" defTabSz="914400" rtl="0" eaLnBrk="1" latinLnBrk="0" hangingPunct="1">
                        <a:spcBef>
                          <a:spcPct val="20000"/>
                        </a:spcBef>
                        <a:buClr>
                          <a:schemeClr val="accent2"/>
                        </a:buClr>
                        <a:buSzPct val="80000"/>
                        <a:buFont typeface="Wingdings" panose="05000000000000000000" pitchFamily="2" charset="2"/>
                        <a:defRPr sz="2400" kern="1200">
                          <a:solidFill>
                            <a:schemeClr val="tx1"/>
                          </a:solidFill>
                          <a:latin typeface="Arial" panose="020B0604020202020204" pitchFamily="34" charset="0"/>
                          <a:ea typeface="宋体" panose="02010600030101010101" pitchFamily="2" charset="-122"/>
                        </a:defRPr>
                      </a:lvl2pPr>
                      <a:lvl3pPr marL="914400" algn="l" defTabSz="914400" rtl="0" eaLnBrk="1" latinLnBrk="0" hangingPunct="1">
                        <a:spcBef>
                          <a:spcPct val="20000"/>
                        </a:spcBef>
                        <a:buClr>
                          <a:schemeClr val="bg2"/>
                        </a:buClr>
                        <a:buSzPct val="65000"/>
                        <a:buFont typeface="Wingdings" panose="05000000000000000000" pitchFamily="2" charset="2"/>
                        <a:defRPr sz="2000" kern="1200">
                          <a:solidFill>
                            <a:schemeClr val="tx1"/>
                          </a:solidFill>
                          <a:latin typeface="Arial" panose="020B0604020202020204" pitchFamily="34" charset="0"/>
                          <a:ea typeface="宋体" panose="02010600030101010101" pitchFamily="2" charset="-122"/>
                        </a:defRPr>
                      </a:lvl3pPr>
                      <a:lvl4pPr marL="1371600" algn="l" defTabSz="914400" rtl="0" eaLnBrk="1" latinLnBrk="0" hangingPunct="1">
                        <a:spcBef>
                          <a:spcPct val="20000"/>
                        </a:spcBef>
                        <a:buClr>
                          <a:schemeClr val="accent2"/>
                        </a:buClr>
                        <a:buSzPct val="70000"/>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spcBef>
                          <a:spcPct val="20000"/>
                        </a:spcBef>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80000"/>
                        </a:lnSpc>
                        <a:spcBef>
                          <a:spcPct val="0"/>
                        </a:spcBef>
                        <a:spcAft>
                          <a:spcPct val="15000"/>
                        </a:spcAft>
                        <a:buClr>
                          <a:schemeClr val="bg2"/>
                        </a:buClr>
                        <a:buSzPct val="75000"/>
                        <a:buFont typeface="Wingdings" panose="05000000000000000000" pitchFamily="2" charset="2"/>
                        <a:buNone/>
                        <a:tabLst/>
                      </a:pPr>
                      <a:r>
                        <a:rPr kumimoji="0" lang="en-US" altLang="zh-CN" sz="3200" b="1" i="1" u="none" strike="noStrike" cap="none" normalizeH="0" baseline="0" dirty="0">
                          <a:ln>
                            <a:noFill/>
                          </a:ln>
                          <a:solidFill>
                            <a:srgbClr val="0000FF"/>
                          </a:solidFill>
                          <a:effectLst/>
                          <a:latin typeface="Times New Roman" panose="02020603050405020304" pitchFamily="18" charset="0"/>
                          <a:ea typeface="宋体" panose="02010600030101010101" pitchFamily="2" charset="-122"/>
                        </a:rPr>
                        <a:t>a</a:t>
                      </a:r>
                      <a:r>
                        <a:rPr kumimoji="0" lang="en-US" altLang="zh-CN" sz="3200" b="1" i="0" u="none" strike="noStrike" cap="none" normalizeH="0" baseline="-25000" dirty="0">
                          <a:ln>
                            <a:noFill/>
                          </a:ln>
                          <a:solidFill>
                            <a:srgbClr val="0000FF"/>
                          </a:solidFill>
                          <a:effectLst/>
                          <a:latin typeface="Times New Roman" panose="02020603050405020304" pitchFamily="18" charset="0"/>
                          <a:ea typeface="宋体" panose="02010600030101010101" pitchFamily="2" charset="-122"/>
                        </a:rPr>
                        <a:t>5</a:t>
                      </a:r>
                    </a:p>
                  </a:txBody>
                  <a:tcP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28575"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solidFill>
                      <a:srgbClr val="FFFFCC"/>
                    </a:solidFill>
                  </a:tcPr>
                </a:tc>
                <a:tc gridSpan="2">
                  <a:txBody>
                    <a:bodyPr/>
                    <a:lstStyle>
                      <a:lvl1pPr marL="0" algn="l" defTabSz="914400" rtl="0" eaLnBrk="1" latinLnBrk="0" hangingPunct="1">
                        <a:spcBef>
                          <a:spcPct val="20000"/>
                        </a:spcBef>
                        <a:buClr>
                          <a:schemeClr val="bg2"/>
                        </a:buClr>
                        <a:buSzPct val="75000"/>
                        <a:buFont typeface="Wingdings" panose="05000000000000000000" pitchFamily="2" charset="2"/>
                        <a:defRPr sz="2800" kern="1200">
                          <a:solidFill>
                            <a:schemeClr val="tx1"/>
                          </a:solidFill>
                          <a:latin typeface="Arial" panose="020B0604020202020204" pitchFamily="34" charset="0"/>
                          <a:ea typeface="宋体" panose="02010600030101010101" pitchFamily="2" charset="-122"/>
                        </a:defRPr>
                      </a:lvl1pPr>
                      <a:lvl2pPr marL="457200" algn="l" defTabSz="914400" rtl="0" eaLnBrk="1" latinLnBrk="0" hangingPunct="1">
                        <a:spcBef>
                          <a:spcPct val="20000"/>
                        </a:spcBef>
                        <a:buClr>
                          <a:schemeClr val="accent2"/>
                        </a:buClr>
                        <a:buSzPct val="80000"/>
                        <a:buFont typeface="Wingdings" panose="05000000000000000000" pitchFamily="2" charset="2"/>
                        <a:defRPr sz="2400" kern="1200">
                          <a:solidFill>
                            <a:schemeClr val="tx1"/>
                          </a:solidFill>
                          <a:latin typeface="Arial" panose="020B0604020202020204" pitchFamily="34" charset="0"/>
                          <a:ea typeface="宋体" panose="02010600030101010101" pitchFamily="2" charset="-122"/>
                        </a:defRPr>
                      </a:lvl2pPr>
                      <a:lvl3pPr marL="914400" algn="l" defTabSz="914400" rtl="0" eaLnBrk="1" latinLnBrk="0" hangingPunct="1">
                        <a:spcBef>
                          <a:spcPct val="20000"/>
                        </a:spcBef>
                        <a:buClr>
                          <a:schemeClr val="bg2"/>
                        </a:buClr>
                        <a:buSzPct val="65000"/>
                        <a:buFont typeface="Wingdings" panose="05000000000000000000" pitchFamily="2" charset="2"/>
                        <a:defRPr sz="2000" kern="1200">
                          <a:solidFill>
                            <a:schemeClr val="tx1"/>
                          </a:solidFill>
                          <a:latin typeface="Arial" panose="020B0604020202020204" pitchFamily="34" charset="0"/>
                          <a:ea typeface="宋体" panose="02010600030101010101" pitchFamily="2" charset="-122"/>
                        </a:defRPr>
                      </a:lvl3pPr>
                      <a:lvl4pPr marL="1371600" algn="l" defTabSz="914400" rtl="0" eaLnBrk="1" latinLnBrk="0" hangingPunct="1">
                        <a:spcBef>
                          <a:spcPct val="20000"/>
                        </a:spcBef>
                        <a:buClr>
                          <a:schemeClr val="accent2"/>
                        </a:buClr>
                        <a:buSzPct val="70000"/>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spcBef>
                          <a:spcPct val="20000"/>
                        </a:spcBef>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80000"/>
                        </a:lnSpc>
                        <a:spcBef>
                          <a:spcPct val="0"/>
                        </a:spcBef>
                        <a:spcAft>
                          <a:spcPct val="15000"/>
                        </a:spcAft>
                        <a:buClr>
                          <a:schemeClr val="bg2"/>
                        </a:buClr>
                        <a:buSzPct val="75000"/>
                        <a:buFont typeface="Wingdings" panose="05000000000000000000" pitchFamily="2" charset="2"/>
                        <a:buNone/>
                        <a:tabLst/>
                      </a:pPr>
                      <a:r>
                        <a:rPr kumimoji="0" lang="en-US" altLang="zh-CN" sz="3200" b="1" i="1" u="none" strike="noStrike" cap="none" normalizeH="0" baseline="0" dirty="0">
                          <a:ln>
                            <a:noFill/>
                          </a:ln>
                          <a:solidFill>
                            <a:srgbClr val="0000FF"/>
                          </a:solidFill>
                          <a:effectLst/>
                          <a:latin typeface="Times New Roman" panose="02020603050405020304" pitchFamily="18" charset="0"/>
                          <a:ea typeface="宋体" panose="02010600030101010101" pitchFamily="2" charset="-122"/>
                        </a:rPr>
                        <a:t>a</a:t>
                      </a:r>
                      <a:r>
                        <a:rPr kumimoji="0" lang="en-US" altLang="zh-CN" sz="3200" b="1" i="0" u="none" strike="noStrike" cap="none" normalizeH="0" baseline="-25000" dirty="0">
                          <a:ln>
                            <a:noFill/>
                          </a:ln>
                          <a:solidFill>
                            <a:srgbClr val="0000FF"/>
                          </a:solidFill>
                          <a:effectLst/>
                          <a:latin typeface="Times New Roman" panose="02020603050405020304" pitchFamily="18" charset="0"/>
                          <a:ea typeface="宋体" panose="02010600030101010101" pitchFamily="2" charset="-122"/>
                        </a:rPr>
                        <a:t>2</a:t>
                      </a:r>
                    </a:p>
                  </a:txBody>
                  <a:tcPr horzOverflow="overflow">
                    <a:lnL w="12700" cap="flat" cmpd="sng" algn="ctr">
                      <a:solidFill>
                        <a:srgbClr val="000099"/>
                      </a:solidFill>
                      <a:prstDash val="solid"/>
                      <a:round/>
                      <a:headEnd type="none" w="med" len="med"/>
                      <a:tailEnd type="none" w="med" len="med"/>
                    </a:lnL>
                    <a:lnR w="28575" cap="flat" cmpd="sng" algn="ctr">
                      <a:solidFill>
                        <a:srgbClr val="000099"/>
                      </a:solidFill>
                      <a:prstDash val="solid"/>
                      <a:round/>
                      <a:headEnd type="none" w="med" len="med"/>
                      <a:tailEnd type="none" w="med" len="med"/>
                    </a:lnR>
                    <a:lnT w="28575" cap="flat" cmpd="sng" algn="ctr">
                      <a:solidFill>
                        <a:srgbClr val="000099"/>
                      </a:solidFill>
                      <a:prstDash val="solid"/>
                      <a:round/>
                      <a:headEnd type="none" w="med" len="med"/>
                      <a:tailEnd type="none" w="med" len="med"/>
                    </a:lnT>
                    <a:lnB w="12700" cap="flat" cmpd="sng" algn="ctr">
                      <a:solidFill>
                        <a:srgbClr val="000099"/>
                      </a:solidFill>
                      <a:prstDash val="solid"/>
                      <a:round/>
                      <a:headEnd type="none" w="med" len="med"/>
                      <a:tailEnd type="none" w="med" len="med"/>
                    </a:lnB>
                    <a:lnTlToBr>
                      <a:noFill/>
                    </a:lnTlToBr>
                    <a:lnBlToTr>
                      <a:noFill/>
                    </a:lnBlToTr>
                    <a:solidFill>
                      <a:srgbClr val="FFFFCC"/>
                    </a:solidFill>
                  </a:tcPr>
                </a:tc>
                <a:tc hMerge="1">
                  <a:txBody>
                    <a:bodyPr/>
                    <a:lstStyle/>
                    <a:p>
                      <a:endParaRPr lang="zh-CN" altLang="en-US"/>
                    </a:p>
                  </a:txBody>
                  <a:tcPr/>
                </a:tc>
                <a:extLst>
                  <a:ext uri="{0D108BD9-81ED-4DB2-BD59-A6C34878D82A}">
                    <a16:rowId xmlns:a16="http://schemas.microsoft.com/office/drawing/2014/main" val="564589245"/>
                  </a:ext>
                </a:extLst>
              </a:tr>
              <a:tr h="664149">
                <a:tc>
                  <a:txBody>
                    <a:bodyPr/>
                    <a:lstStyle>
                      <a:lvl1pPr marL="0" algn="l" defTabSz="914400" rtl="0" eaLnBrk="1" latinLnBrk="0" hangingPunct="1">
                        <a:spcBef>
                          <a:spcPct val="20000"/>
                        </a:spcBef>
                        <a:buClr>
                          <a:schemeClr val="bg2"/>
                        </a:buClr>
                        <a:buSzPct val="75000"/>
                        <a:buFont typeface="Wingdings" panose="05000000000000000000" pitchFamily="2" charset="2"/>
                        <a:defRPr sz="2800" kern="1200">
                          <a:solidFill>
                            <a:schemeClr val="tx1"/>
                          </a:solidFill>
                          <a:latin typeface="Arial" panose="020B0604020202020204" pitchFamily="34" charset="0"/>
                          <a:ea typeface="宋体" panose="02010600030101010101" pitchFamily="2" charset="-122"/>
                        </a:defRPr>
                      </a:lvl1pPr>
                      <a:lvl2pPr marL="457200" algn="l" defTabSz="914400" rtl="0" eaLnBrk="1" latinLnBrk="0" hangingPunct="1">
                        <a:spcBef>
                          <a:spcPct val="20000"/>
                        </a:spcBef>
                        <a:buClr>
                          <a:schemeClr val="accent2"/>
                        </a:buClr>
                        <a:buSzPct val="80000"/>
                        <a:buFont typeface="Wingdings" panose="05000000000000000000" pitchFamily="2" charset="2"/>
                        <a:defRPr sz="2400" kern="1200">
                          <a:solidFill>
                            <a:schemeClr val="tx1"/>
                          </a:solidFill>
                          <a:latin typeface="Arial" panose="020B0604020202020204" pitchFamily="34" charset="0"/>
                          <a:ea typeface="宋体" panose="02010600030101010101" pitchFamily="2" charset="-122"/>
                        </a:defRPr>
                      </a:lvl2pPr>
                      <a:lvl3pPr marL="914400" algn="l" defTabSz="914400" rtl="0" eaLnBrk="1" latinLnBrk="0" hangingPunct="1">
                        <a:spcBef>
                          <a:spcPct val="20000"/>
                        </a:spcBef>
                        <a:buClr>
                          <a:schemeClr val="bg2"/>
                        </a:buClr>
                        <a:buSzPct val="65000"/>
                        <a:buFont typeface="Wingdings" panose="05000000000000000000" pitchFamily="2" charset="2"/>
                        <a:defRPr sz="2000" kern="1200">
                          <a:solidFill>
                            <a:schemeClr val="tx1"/>
                          </a:solidFill>
                          <a:latin typeface="Arial" panose="020B0604020202020204" pitchFamily="34" charset="0"/>
                          <a:ea typeface="宋体" panose="02010600030101010101" pitchFamily="2" charset="-122"/>
                        </a:defRPr>
                      </a:lvl3pPr>
                      <a:lvl4pPr marL="1371600" algn="l" defTabSz="914400" rtl="0" eaLnBrk="1" latinLnBrk="0" hangingPunct="1">
                        <a:spcBef>
                          <a:spcPct val="20000"/>
                        </a:spcBef>
                        <a:buClr>
                          <a:schemeClr val="accent2"/>
                        </a:buClr>
                        <a:buSzPct val="70000"/>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spcBef>
                          <a:spcPct val="20000"/>
                        </a:spcBef>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32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rPr>
                        <a:t>link</a:t>
                      </a:r>
                    </a:p>
                  </a:txBody>
                  <a:tcPr horzOverflow="overflow">
                    <a:lnL cap="flat">
                      <a:noFill/>
                    </a:lnL>
                    <a:lnR w="28575" cap="flat" cmpd="sng" algn="ctr">
                      <a:solidFill>
                        <a:srgbClr val="000099"/>
                      </a:solidFill>
                      <a:prstDash val="solid"/>
                      <a:round/>
                      <a:headEnd type="none" w="med" len="med"/>
                      <a:tailEnd type="none" w="med" len="med"/>
                    </a:lnR>
                    <a:lnT>
                      <a:noFill/>
                    </a:lnT>
                    <a:lnB cap="flat">
                      <a:noFill/>
                    </a:lnB>
                    <a:lnTlToBr>
                      <a:noFill/>
                    </a:lnTlToBr>
                    <a:lnBlToTr>
                      <a:noFill/>
                    </a:lnBlToTr>
                    <a:noFill/>
                  </a:tcPr>
                </a:tc>
                <a:tc>
                  <a:txBody>
                    <a:bodyPr/>
                    <a:lstStyle>
                      <a:lvl1pPr marL="0" algn="l" defTabSz="914400" rtl="0" eaLnBrk="1" latinLnBrk="0" hangingPunct="1">
                        <a:spcBef>
                          <a:spcPct val="20000"/>
                        </a:spcBef>
                        <a:buClr>
                          <a:schemeClr val="bg2"/>
                        </a:buClr>
                        <a:buSzPct val="75000"/>
                        <a:buFont typeface="Wingdings" panose="05000000000000000000" pitchFamily="2" charset="2"/>
                        <a:defRPr sz="2800" kern="1200">
                          <a:solidFill>
                            <a:schemeClr val="tx1"/>
                          </a:solidFill>
                          <a:latin typeface="Arial" panose="020B0604020202020204" pitchFamily="34" charset="0"/>
                          <a:ea typeface="宋体" panose="02010600030101010101" pitchFamily="2" charset="-122"/>
                        </a:defRPr>
                      </a:lvl1pPr>
                      <a:lvl2pPr marL="457200" algn="l" defTabSz="914400" rtl="0" eaLnBrk="1" latinLnBrk="0" hangingPunct="1">
                        <a:spcBef>
                          <a:spcPct val="20000"/>
                        </a:spcBef>
                        <a:buClr>
                          <a:schemeClr val="accent2"/>
                        </a:buClr>
                        <a:buSzPct val="80000"/>
                        <a:buFont typeface="Wingdings" panose="05000000000000000000" pitchFamily="2" charset="2"/>
                        <a:defRPr sz="2400" kern="1200">
                          <a:solidFill>
                            <a:schemeClr val="tx1"/>
                          </a:solidFill>
                          <a:latin typeface="Arial" panose="020B0604020202020204" pitchFamily="34" charset="0"/>
                          <a:ea typeface="宋体" panose="02010600030101010101" pitchFamily="2" charset="-122"/>
                        </a:defRPr>
                      </a:lvl2pPr>
                      <a:lvl3pPr marL="914400" algn="l" defTabSz="914400" rtl="0" eaLnBrk="1" latinLnBrk="0" hangingPunct="1">
                        <a:spcBef>
                          <a:spcPct val="20000"/>
                        </a:spcBef>
                        <a:buClr>
                          <a:schemeClr val="bg2"/>
                        </a:buClr>
                        <a:buSzPct val="65000"/>
                        <a:buFont typeface="Wingdings" panose="05000000000000000000" pitchFamily="2" charset="2"/>
                        <a:defRPr sz="2000" kern="1200">
                          <a:solidFill>
                            <a:schemeClr val="tx1"/>
                          </a:solidFill>
                          <a:latin typeface="Arial" panose="020B0604020202020204" pitchFamily="34" charset="0"/>
                          <a:ea typeface="宋体" panose="02010600030101010101" pitchFamily="2" charset="-122"/>
                        </a:defRPr>
                      </a:lvl3pPr>
                      <a:lvl4pPr marL="1371600" algn="l" defTabSz="914400" rtl="0" eaLnBrk="1" latinLnBrk="0" hangingPunct="1">
                        <a:spcBef>
                          <a:spcPct val="20000"/>
                        </a:spcBef>
                        <a:buClr>
                          <a:schemeClr val="accent2"/>
                        </a:buClr>
                        <a:buSzPct val="70000"/>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spcBef>
                          <a:spcPct val="20000"/>
                        </a:spcBef>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32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rPr>
                        <a:t>3</a:t>
                      </a:r>
                    </a:p>
                  </a:txBody>
                  <a:tcPr horzOverflow="overflow">
                    <a:lnL w="28575"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28575" cap="flat" cmpd="sng" algn="ctr">
                      <a:solidFill>
                        <a:srgbClr val="000099"/>
                      </a:solidFill>
                      <a:prstDash val="solid"/>
                      <a:round/>
                      <a:headEnd type="none" w="med" len="med"/>
                      <a:tailEnd type="none" w="med" len="med"/>
                    </a:lnB>
                    <a:lnTlToBr>
                      <a:noFill/>
                    </a:lnTlToBr>
                    <a:lnBlToTr>
                      <a:noFill/>
                    </a:lnBlToTr>
                    <a:solidFill>
                      <a:srgbClr val="FFFFCC"/>
                    </a:solidFill>
                  </a:tcPr>
                </a:tc>
                <a:tc>
                  <a:txBody>
                    <a:bodyPr/>
                    <a:lstStyle>
                      <a:lvl1pPr marL="0" algn="l" defTabSz="914400" rtl="0" eaLnBrk="1" latinLnBrk="0" hangingPunct="1">
                        <a:spcBef>
                          <a:spcPct val="20000"/>
                        </a:spcBef>
                        <a:buClr>
                          <a:schemeClr val="bg2"/>
                        </a:buClr>
                        <a:buSzPct val="75000"/>
                        <a:buFont typeface="Wingdings" panose="05000000000000000000" pitchFamily="2" charset="2"/>
                        <a:defRPr sz="2800" kern="1200">
                          <a:solidFill>
                            <a:schemeClr val="tx1"/>
                          </a:solidFill>
                          <a:latin typeface="Arial" panose="020B0604020202020204" pitchFamily="34" charset="0"/>
                          <a:ea typeface="宋体" panose="02010600030101010101" pitchFamily="2" charset="-122"/>
                        </a:defRPr>
                      </a:lvl1pPr>
                      <a:lvl2pPr marL="457200" algn="l" defTabSz="914400" rtl="0" eaLnBrk="1" latinLnBrk="0" hangingPunct="1">
                        <a:spcBef>
                          <a:spcPct val="20000"/>
                        </a:spcBef>
                        <a:buClr>
                          <a:schemeClr val="accent2"/>
                        </a:buClr>
                        <a:buSzPct val="80000"/>
                        <a:buFont typeface="Wingdings" panose="05000000000000000000" pitchFamily="2" charset="2"/>
                        <a:defRPr sz="2400" kern="1200">
                          <a:solidFill>
                            <a:schemeClr val="tx1"/>
                          </a:solidFill>
                          <a:latin typeface="Arial" panose="020B0604020202020204" pitchFamily="34" charset="0"/>
                          <a:ea typeface="宋体" panose="02010600030101010101" pitchFamily="2" charset="-122"/>
                        </a:defRPr>
                      </a:lvl2pPr>
                      <a:lvl3pPr marL="914400" algn="l" defTabSz="914400" rtl="0" eaLnBrk="1" latinLnBrk="0" hangingPunct="1">
                        <a:spcBef>
                          <a:spcPct val="20000"/>
                        </a:spcBef>
                        <a:buClr>
                          <a:schemeClr val="bg2"/>
                        </a:buClr>
                        <a:buSzPct val="65000"/>
                        <a:buFont typeface="Wingdings" panose="05000000000000000000" pitchFamily="2" charset="2"/>
                        <a:defRPr sz="2000" kern="1200">
                          <a:solidFill>
                            <a:schemeClr val="tx1"/>
                          </a:solidFill>
                          <a:latin typeface="Arial" panose="020B0604020202020204" pitchFamily="34" charset="0"/>
                          <a:ea typeface="宋体" panose="02010600030101010101" pitchFamily="2" charset="-122"/>
                        </a:defRPr>
                      </a:lvl3pPr>
                      <a:lvl4pPr marL="1371600" algn="l" defTabSz="914400" rtl="0" eaLnBrk="1" latinLnBrk="0" hangingPunct="1">
                        <a:spcBef>
                          <a:spcPct val="20000"/>
                        </a:spcBef>
                        <a:buClr>
                          <a:schemeClr val="accent2"/>
                        </a:buClr>
                        <a:buSzPct val="70000"/>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spcBef>
                          <a:spcPct val="20000"/>
                        </a:spcBef>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32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rPr>
                        <a:t>2</a:t>
                      </a:r>
                    </a:p>
                  </a:txBody>
                  <a:tcP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28575" cap="flat" cmpd="sng" algn="ctr">
                      <a:solidFill>
                        <a:srgbClr val="000099"/>
                      </a:solidFill>
                      <a:prstDash val="solid"/>
                      <a:round/>
                      <a:headEnd type="none" w="med" len="med"/>
                      <a:tailEnd type="none" w="med" len="med"/>
                    </a:lnB>
                    <a:lnTlToBr>
                      <a:noFill/>
                    </a:lnTlToBr>
                    <a:lnBlToTr>
                      <a:noFill/>
                    </a:lnBlToTr>
                    <a:solidFill>
                      <a:srgbClr val="FFFFCC"/>
                    </a:solidFill>
                  </a:tcPr>
                </a:tc>
                <a:tc>
                  <a:txBody>
                    <a:bodyPr/>
                    <a:lstStyle>
                      <a:lvl1pPr marL="0" algn="l" defTabSz="914400" rtl="0" eaLnBrk="1" latinLnBrk="0" hangingPunct="1">
                        <a:spcBef>
                          <a:spcPct val="20000"/>
                        </a:spcBef>
                        <a:buClr>
                          <a:schemeClr val="bg2"/>
                        </a:buClr>
                        <a:buSzPct val="75000"/>
                        <a:buFont typeface="Wingdings" panose="05000000000000000000" pitchFamily="2" charset="2"/>
                        <a:defRPr sz="2800" kern="1200">
                          <a:solidFill>
                            <a:schemeClr val="tx1"/>
                          </a:solidFill>
                          <a:latin typeface="Arial" panose="020B0604020202020204" pitchFamily="34" charset="0"/>
                          <a:ea typeface="宋体" panose="02010600030101010101" pitchFamily="2" charset="-122"/>
                        </a:defRPr>
                      </a:lvl1pPr>
                      <a:lvl2pPr marL="457200" algn="l" defTabSz="914400" rtl="0" eaLnBrk="1" latinLnBrk="0" hangingPunct="1">
                        <a:spcBef>
                          <a:spcPct val="20000"/>
                        </a:spcBef>
                        <a:buClr>
                          <a:schemeClr val="accent2"/>
                        </a:buClr>
                        <a:buSzPct val="80000"/>
                        <a:buFont typeface="Wingdings" panose="05000000000000000000" pitchFamily="2" charset="2"/>
                        <a:defRPr sz="2400" kern="1200">
                          <a:solidFill>
                            <a:schemeClr val="tx1"/>
                          </a:solidFill>
                          <a:latin typeface="Arial" panose="020B0604020202020204" pitchFamily="34" charset="0"/>
                          <a:ea typeface="宋体" panose="02010600030101010101" pitchFamily="2" charset="-122"/>
                        </a:defRPr>
                      </a:lvl2pPr>
                      <a:lvl3pPr marL="914400" algn="l" defTabSz="914400" rtl="0" eaLnBrk="1" latinLnBrk="0" hangingPunct="1">
                        <a:spcBef>
                          <a:spcPct val="20000"/>
                        </a:spcBef>
                        <a:buClr>
                          <a:schemeClr val="bg2"/>
                        </a:buClr>
                        <a:buSzPct val="65000"/>
                        <a:buFont typeface="Wingdings" panose="05000000000000000000" pitchFamily="2" charset="2"/>
                        <a:defRPr sz="2000" kern="1200">
                          <a:solidFill>
                            <a:schemeClr val="tx1"/>
                          </a:solidFill>
                          <a:latin typeface="Arial" panose="020B0604020202020204" pitchFamily="34" charset="0"/>
                          <a:ea typeface="宋体" panose="02010600030101010101" pitchFamily="2" charset="-122"/>
                        </a:defRPr>
                      </a:lvl3pPr>
                      <a:lvl4pPr marL="1371600" algn="l" defTabSz="914400" rtl="0" eaLnBrk="1" latinLnBrk="0" hangingPunct="1">
                        <a:spcBef>
                          <a:spcPct val="20000"/>
                        </a:spcBef>
                        <a:buClr>
                          <a:schemeClr val="accent2"/>
                        </a:buClr>
                        <a:buSzPct val="70000"/>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spcBef>
                          <a:spcPct val="20000"/>
                        </a:spcBef>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32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rPr>
                        <a:t>4</a:t>
                      </a:r>
                    </a:p>
                  </a:txBody>
                  <a:tcP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28575" cap="flat" cmpd="sng" algn="ctr">
                      <a:solidFill>
                        <a:srgbClr val="000099"/>
                      </a:solidFill>
                      <a:prstDash val="solid"/>
                      <a:round/>
                      <a:headEnd type="none" w="med" len="med"/>
                      <a:tailEnd type="none" w="med" len="med"/>
                    </a:lnB>
                    <a:lnTlToBr>
                      <a:noFill/>
                    </a:lnTlToBr>
                    <a:lnBlToTr>
                      <a:noFill/>
                    </a:lnBlToTr>
                    <a:solidFill>
                      <a:srgbClr val="FFFFCC"/>
                    </a:solidFill>
                  </a:tcPr>
                </a:tc>
                <a:tc>
                  <a:txBody>
                    <a:bodyPr/>
                    <a:lstStyle>
                      <a:lvl1pPr marL="0" algn="l" defTabSz="914400" rtl="0" eaLnBrk="1" latinLnBrk="0" hangingPunct="1">
                        <a:spcBef>
                          <a:spcPct val="20000"/>
                        </a:spcBef>
                        <a:buClr>
                          <a:schemeClr val="bg2"/>
                        </a:buClr>
                        <a:buSzPct val="75000"/>
                        <a:buFont typeface="Wingdings" panose="05000000000000000000" pitchFamily="2" charset="2"/>
                        <a:defRPr sz="2800" kern="1200">
                          <a:solidFill>
                            <a:schemeClr val="tx1"/>
                          </a:solidFill>
                          <a:latin typeface="Arial" panose="020B0604020202020204" pitchFamily="34" charset="0"/>
                          <a:ea typeface="宋体" panose="02010600030101010101" pitchFamily="2" charset="-122"/>
                        </a:defRPr>
                      </a:lvl1pPr>
                      <a:lvl2pPr marL="457200" algn="l" defTabSz="914400" rtl="0" eaLnBrk="1" latinLnBrk="0" hangingPunct="1">
                        <a:spcBef>
                          <a:spcPct val="20000"/>
                        </a:spcBef>
                        <a:buClr>
                          <a:schemeClr val="accent2"/>
                        </a:buClr>
                        <a:buSzPct val="80000"/>
                        <a:buFont typeface="Wingdings" panose="05000000000000000000" pitchFamily="2" charset="2"/>
                        <a:defRPr sz="2400" kern="1200">
                          <a:solidFill>
                            <a:schemeClr val="tx1"/>
                          </a:solidFill>
                          <a:latin typeface="Arial" panose="020B0604020202020204" pitchFamily="34" charset="0"/>
                          <a:ea typeface="宋体" panose="02010600030101010101" pitchFamily="2" charset="-122"/>
                        </a:defRPr>
                      </a:lvl2pPr>
                      <a:lvl3pPr marL="914400" algn="l" defTabSz="914400" rtl="0" eaLnBrk="1" latinLnBrk="0" hangingPunct="1">
                        <a:spcBef>
                          <a:spcPct val="20000"/>
                        </a:spcBef>
                        <a:buClr>
                          <a:schemeClr val="bg2"/>
                        </a:buClr>
                        <a:buSzPct val="65000"/>
                        <a:buFont typeface="Wingdings" panose="05000000000000000000" pitchFamily="2" charset="2"/>
                        <a:defRPr sz="2000" kern="1200">
                          <a:solidFill>
                            <a:schemeClr val="tx1"/>
                          </a:solidFill>
                          <a:latin typeface="Arial" panose="020B0604020202020204" pitchFamily="34" charset="0"/>
                          <a:ea typeface="宋体" panose="02010600030101010101" pitchFamily="2" charset="-122"/>
                        </a:defRPr>
                      </a:lvl3pPr>
                      <a:lvl4pPr marL="1371600" algn="l" defTabSz="914400" rtl="0" eaLnBrk="1" latinLnBrk="0" hangingPunct="1">
                        <a:spcBef>
                          <a:spcPct val="20000"/>
                        </a:spcBef>
                        <a:buClr>
                          <a:schemeClr val="accent2"/>
                        </a:buClr>
                        <a:buSzPct val="70000"/>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spcBef>
                          <a:spcPct val="20000"/>
                        </a:spcBef>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32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rPr>
                        <a:t>5</a:t>
                      </a:r>
                    </a:p>
                  </a:txBody>
                  <a:tcP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28575" cap="flat" cmpd="sng" algn="ctr">
                      <a:solidFill>
                        <a:srgbClr val="000099"/>
                      </a:solidFill>
                      <a:prstDash val="solid"/>
                      <a:round/>
                      <a:headEnd type="none" w="med" len="med"/>
                      <a:tailEnd type="none" w="med" len="med"/>
                    </a:lnB>
                    <a:lnTlToBr>
                      <a:noFill/>
                    </a:lnTlToBr>
                    <a:lnBlToTr>
                      <a:noFill/>
                    </a:lnBlToTr>
                    <a:solidFill>
                      <a:srgbClr val="FFFFCC"/>
                    </a:solidFill>
                  </a:tcPr>
                </a:tc>
                <a:tc>
                  <a:txBody>
                    <a:bodyPr/>
                    <a:lstStyle>
                      <a:lvl1pPr marL="0" algn="l" defTabSz="914400" rtl="0" eaLnBrk="1" latinLnBrk="0" hangingPunct="1">
                        <a:spcBef>
                          <a:spcPct val="20000"/>
                        </a:spcBef>
                        <a:buClr>
                          <a:schemeClr val="bg2"/>
                        </a:buClr>
                        <a:buSzPct val="75000"/>
                        <a:buFont typeface="Wingdings" panose="05000000000000000000" pitchFamily="2" charset="2"/>
                        <a:defRPr sz="2800" kern="1200">
                          <a:solidFill>
                            <a:schemeClr val="tx1"/>
                          </a:solidFill>
                          <a:latin typeface="Arial" panose="020B0604020202020204" pitchFamily="34" charset="0"/>
                          <a:ea typeface="宋体" panose="02010600030101010101" pitchFamily="2" charset="-122"/>
                        </a:defRPr>
                      </a:lvl1pPr>
                      <a:lvl2pPr marL="457200" algn="l" defTabSz="914400" rtl="0" eaLnBrk="1" latinLnBrk="0" hangingPunct="1">
                        <a:spcBef>
                          <a:spcPct val="20000"/>
                        </a:spcBef>
                        <a:buClr>
                          <a:schemeClr val="accent2"/>
                        </a:buClr>
                        <a:buSzPct val="80000"/>
                        <a:buFont typeface="Wingdings" panose="05000000000000000000" pitchFamily="2" charset="2"/>
                        <a:defRPr sz="2400" kern="1200">
                          <a:solidFill>
                            <a:schemeClr val="tx1"/>
                          </a:solidFill>
                          <a:latin typeface="Arial" panose="020B0604020202020204" pitchFamily="34" charset="0"/>
                          <a:ea typeface="宋体" panose="02010600030101010101" pitchFamily="2" charset="-122"/>
                        </a:defRPr>
                      </a:lvl2pPr>
                      <a:lvl3pPr marL="914400" algn="l" defTabSz="914400" rtl="0" eaLnBrk="1" latinLnBrk="0" hangingPunct="1">
                        <a:spcBef>
                          <a:spcPct val="20000"/>
                        </a:spcBef>
                        <a:buClr>
                          <a:schemeClr val="bg2"/>
                        </a:buClr>
                        <a:buSzPct val="65000"/>
                        <a:buFont typeface="Wingdings" panose="05000000000000000000" pitchFamily="2" charset="2"/>
                        <a:defRPr sz="2000" kern="1200">
                          <a:solidFill>
                            <a:schemeClr val="tx1"/>
                          </a:solidFill>
                          <a:latin typeface="Arial" panose="020B0604020202020204" pitchFamily="34" charset="0"/>
                          <a:ea typeface="宋体" panose="02010600030101010101" pitchFamily="2" charset="-122"/>
                        </a:defRPr>
                      </a:lvl3pPr>
                      <a:lvl4pPr marL="1371600" algn="l" defTabSz="914400" rtl="0" eaLnBrk="1" latinLnBrk="0" hangingPunct="1">
                        <a:spcBef>
                          <a:spcPct val="20000"/>
                        </a:spcBef>
                        <a:buClr>
                          <a:schemeClr val="accent2"/>
                        </a:buClr>
                        <a:buSzPct val="70000"/>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spcBef>
                          <a:spcPct val="20000"/>
                        </a:spcBef>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3200" b="1" i="0" u="none" strike="noStrike" cap="none" normalizeH="0" baseline="0" dirty="0">
                          <a:ln>
                            <a:noFill/>
                          </a:ln>
                          <a:solidFill>
                            <a:srgbClr val="FF0000"/>
                          </a:solidFill>
                          <a:effectLst/>
                          <a:latin typeface="Courier New" panose="02070309020205020404" pitchFamily="49" charset="0"/>
                          <a:ea typeface="楷体_GB2312" pitchFamily="49" charset="-122"/>
                        </a:rPr>
                        <a:t>-</a:t>
                      </a:r>
                      <a:r>
                        <a:rPr kumimoji="0" lang="en-US" altLang="zh-CN" sz="32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rPr>
                        <a:t>1(0)</a:t>
                      </a:r>
                    </a:p>
                  </a:txBody>
                  <a:tcPr horzOverflow="overflow">
                    <a:lnL w="12700" cap="flat" cmpd="sng" algn="ctr">
                      <a:solidFill>
                        <a:srgbClr val="000099"/>
                      </a:solidFill>
                      <a:prstDash val="solid"/>
                      <a:round/>
                      <a:headEnd type="none" w="med" len="med"/>
                      <a:tailEnd type="none" w="med" len="med"/>
                    </a:lnL>
                    <a:lnR w="12700"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28575" cap="flat" cmpd="sng" algn="ctr">
                      <a:solidFill>
                        <a:srgbClr val="000099"/>
                      </a:solidFill>
                      <a:prstDash val="solid"/>
                      <a:round/>
                      <a:headEnd type="none" w="med" len="med"/>
                      <a:tailEnd type="none" w="med" len="med"/>
                    </a:lnB>
                    <a:lnTlToBr>
                      <a:noFill/>
                    </a:lnTlToBr>
                    <a:lnBlToTr>
                      <a:noFill/>
                    </a:lnBlToTr>
                    <a:solidFill>
                      <a:srgbClr val="FFFFCC"/>
                    </a:solidFill>
                  </a:tcPr>
                </a:tc>
                <a:tc gridSpan="2">
                  <a:txBody>
                    <a:bodyPr/>
                    <a:lstStyle>
                      <a:lvl1pPr marL="0" algn="l" defTabSz="914400" rtl="0" eaLnBrk="1" latinLnBrk="0" hangingPunct="1">
                        <a:spcBef>
                          <a:spcPct val="20000"/>
                        </a:spcBef>
                        <a:buClr>
                          <a:schemeClr val="bg2"/>
                        </a:buClr>
                        <a:buSzPct val="75000"/>
                        <a:buFont typeface="Wingdings" panose="05000000000000000000" pitchFamily="2" charset="2"/>
                        <a:defRPr sz="2800" kern="1200">
                          <a:solidFill>
                            <a:schemeClr val="tx1"/>
                          </a:solidFill>
                          <a:latin typeface="Arial" panose="020B0604020202020204" pitchFamily="34" charset="0"/>
                          <a:ea typeface="宋体" panose="02010600030101010101" pitchFamily="2" charset="-122"/>
                        </a:defRPr>
                      </a:lvl1pPr>
                      <a:lvl2pPr marL="457200" algn="l" defTabSz="914400" rtl="0" eaLnBrk="1" latinLnBrk="0" hangingPunct="1">
                        <a:spcBef>
                          <a:spcPct val="20000"/>
                        </a:spcBef>
                        <a:buClr>
                          <a:schemeClr val="accent2"/>
                        </a:buClr>
                        <a:buSzPct val="80000"/>
                        <a:buFont typeface="Wingdings" panose="05000000000000000000" pitchFamily="2" charset="2"/>
                        <a:defRPr sz="2400" kern="1200">
                          <a:solidFill>
                            <a:schemeClr val="tx1"/>
                          </a:solidFill>
                          <a:latin typeface="Arial" panose="020B0604020202020204" pitchFamily="34" charset="0"/>
                          <a:ea typeface="宋体" panose="02010600030101010101" pitchFamily="2" charset="-122"/>
                        </a:defRPr>
                      </a:lvl2pPr>
                      <a:lvl3pPr marL="914400" algn="l" defTabSz="914400" rtl="0" eaLnBrk="1" latinLnBrk="0" hangingPunct="1">
                        <a:spcBef>
                          <a:spcPct val="20000"/>
                        </a:spcBef>
                        <a:buClr>
                          <a:schemeClr val="bg2"/>
                        </a:buClr>
                        <a:buSzPct val="65000"/>
                        <a:buFont typeface="Wingdings" panose="05000000000000000000" pitchFamily="2" charset="2"/>
                        <a:defRPr sz="2000" kern="1200">
                          <a:solidFill>
                            <a:schemeClr val="tx1"/>
                          </a:solidFill>
                          <a:latin typeface="Arial" panose="020B0604020202020204" pitchFamily="34" charset="0"/>
                          <a:ea typeface="宋体" panose="02010600030101010101" pitchFamily="2" charset="-122"/>
                        </a:defRPr>
                      </a:lvl3pPr>
                      <a:lvl4pPr marL="1371600" algn="l" defTabSz="914400" rtl="0" eaLnBrk="1" latinLnBrk="0" hangingPunct="1">
                        <a:spcBef>
                          <a:spcPct val="20000"/>
                        </a:spcBef>
                        <a:buClr>
                          <a:schemeClr val="accent2"/>
                        </a:buClr>
                        <a:buSzPct val="70000"/>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4pPr>
                      <a:lvl5pPr marL="1828800" algn="l" defTabSz="914400" rtl="0" eaLnBrk="1" latinLnBrk="0" hangingPunct="1">
                        <a:spcBef>
                          <a:spcPct val="20000"/>
                        </a:spcBef>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5pPr>
                      <a:lvl6pPr marL="22860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6pPr>
                      <a:lvl7pPr marL="27432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7pPr>
                      <a:lvl8pPr marL="32004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8pPr>
                      <a:lvl9pPr marL="3657600" algn="l" defTabSz="914400" rtl="0" eaLnBrk="1" fontAlgn="base" latinLnBrk="0" hangingPunct="1">
                        <a:spcBef>
                          <a:spcPct val="20000"/>
                        </a:spcBef>
                        <a:spcAft>
                          <a:spcPct val="0"/>
                        </a:spcAft>
                        <a:buClr>
                          <a:schemeClr val="bg2"/>
                        </a:buClr>
                        <a:buFont typeface="Wingdings" panose="05000000000000000000" pitchFamily="2" charset="2"/>
                        <a:defRPr sz="1800" kern="12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32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rPr>
                        <a:t>1</a:t>
                      </a:r>
                    </a:p>
                  </a:txBody>
                  <a:tcPr horzOverflow="overflow">
                    <a:lnL w="12700" cap="flat" cmpd="sng" algn="ctr">
                      <a:solidFill>
                        <a:srgbClr val="000099"/>
                      </a:solidFill>
                      <a:prstDash val="solid"/>
                      <a:round/>
                      <a:headEnd type="none" w="med" len="med"/>
                      <a:tailEnd type="none" w="med" len="med"/>
                    </a:lnL>
                    <a:lnR w="28575" cap="flat" cmpd="sng" algn="ctr">
                      <a:solidFill>
                        <a:srgbClr val="000099"/>
                      </a:solidFill>
                      <a:prstDash val="solid"/>
                      <a:round/>
                      <a:headEnd type="none" w="med" len="med"/>
                      <a:tailEnd type="none" w="med" len="med"/>
                    </a:lnR>
                    <a:lnT w="12700" cap="flat" cmpd="sng" algn="ctr">
                      <a:solidFill>
                        <a:srgbClr val="000099"/>
                      </a:solidFill>
                      <a:prstDash val="solid"/>
                      <a:round/>
                      <a:headEnd type="none" w="med" len="med"/>
                      <a:tailEnd type="none" w="med" len="med"/>
                    </a:lnT>
                    <a:lnB w="28575" cap="flat" cmpd="sng" algn="ctr">
                      <a:solidFill>
                        <a:srgbClr val="000099"/>
                      </a:solidFill>
                      <a:prstDash val="solid"/>
                      <a:round/>
                      <a:headEnd type="none" w="med" len="med"/>
                      <a:tailEnd type="none" w="med" len="med"/>
                    </a:lnB>
                    <a:lnTlToBr>
                      <a:noFill/>
                    </a:lnTlToBr>
                    <a:lnBlToTr>
                      <a:noFill/>
                    </a:lnBlToTr>
                    <a:solidFill>
                      <a:srgbClr val="FFFFCC"/>
                    </a:solidFill>
                  </a:tcPr>
                </a:tc>
                <a:tc hMerge="1">
                  <a:txBody>
                    <a:bodyPr/>
                    <a:lstStyle/>
                    <a:p>
                      <a:endParaRPr lang="zh-CN" altLang="en-US"/>
                    </a:p>
                  </a:txBody>
                  <a:tcPr/>
                </a:tc>
                <a:extLst>
                  <a:ext uri="{0D108BD9-81ED-4DB2-BD59-A6C34878D82A}">
                    <a16:rowId xmlns:a16="http://schemas.microsoft.com/office/drawing/2014/main" val="2616558724"/>
                  </a:ext>
                </a:extLst>
              </a:tr>
            </a:tbl>
          </a:graphicData>
        </a:graphic>
      </p:graphicFrame>
    </p:spTree>
    <p:extLst>
      <p:ext uri="{BB962C8B-B14F-4D97-AF65-F5344CB8AC3E}">
        <p14:creationId xmlns:p14="http://schemas.microsoft.com/office/powerpoint/2010/main" val="37775097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5F1AEA-E37A-48CB-A0D1-B896E6880590}"/>
              </a:ext>
            </a:extLst>
          </p:cNvPr>
          <p:cNvSpPr>
            <a:spLocks noGrp="1"/>
          </p:cNvSpPr>
          <p:nvPr>
            <p:ph type="title"/>
          </p:nvPr>
        </p:nvSpPr>
        <p:spPr/>
        <p:txBody>
          <a:bodyPr/>
          <a:lstStyle/>
          <a:p>
            <a:r>
              <a:rPr lang="zh-CN" altLang="en-US" dirty="0"/>
              <a:t>小结</a:t>
            </a:r>
          </a:p>
        </p:txBody>
      </p:sp>
      <p:sp>
        <p:nvSpPr>
          <p:cNvPr id="3" name="内容占位符 2">
            <a:extLst>
              <a:ext uri="{FF2B5EF4-FFF2-40B4-BE49-F238E27FC236}">
                <a16:creationId xmlns:a16="http://schemas.microsoft.com/office/drawing/2014/main" id="{2C6B6CC0-F73A-4A1C-A72D-CD8C3CCC16F6}"/>
              </a:ext>
            </a:extLst>
          </p:cNvPr>
          <p:cNvSpPr>
            <a:spLocks noGrp="1"/>
          </p:cNvSpPr>
          <p:nvPr>
            <p:ph idx="1"/>
          </p:nvPr>
        </p:nvSpPr>
        <p:spPr>
          <a:xfrm>
            <a:off x="297359" y="836712"/>
            <a:ext cx="8549282" cy="5785331"/>
          </a:xfrm>
        </p:spPr>
        <p:txBody>
          <a:bodyPr/>
          <a:lstStyle/>
          <a:p>
            <a:pPr marL="457200" indent="-457200">
              <a:buFont typeface="Arial" panose="020B0604020202020204" pitchFamily="34" charset="0"/>
              <a:buChar char="•"/>
            </a:pPr>
            <a:r>
              <a:rPr kumimoji="1" lang="zh-CN" altLang="en-US" sz="2400" b="0" i="0" u="none" strike="noStrike" kern="1200" cap="none" spc="0" normalizeH="0" baseline="0" noProof="0" dirty="0">
                <a:ln>
                  <a:noFill/>
                </a:ln>
                <a:solidFill>
                  <a:schemeClr val="tx1"/>
                </a:solidFill>
                <a:effectLst/>
                <a:uLnTx/>
                <a:uFillTx/>
                <a:latin typeface="+mn-ea"/>
                <a:ea typeface="+mn-ea"/>
                <a:cs typeface="+mn-ea"/>
                <a:sym typeface="+mn-lt"/>
              </a:rPr>
              <a:t>线性表的逻辑结构特性是数据元素之间存在着线性关系。</a:t>
            </a:r>
            <a:endParaRPr kumimoji="1" lang="en-US" altLang="zh-CN" sz="2400" b="0" i="0" u="none" strike="noStrike" kern="1200" cap="none" spc="0" normalizeH="0" baseline="0" noProof="0" dirty="0">
              <a:ln>
                <a:noFill/>
              </a:ln>
              <a:solidFill>
                <a:schemeClr val="tx1"/>
              </a:solidFill>
              <a:effectLst/>
              <a:uLnTx/>
              <a:uFillTx/>
              <a:latin typeface="+mn-ea"/>
              <a:ea typeface="+mn-ea"/>
              <a:cs typeface="+mn-ea"/>
              <a:sym typeface="+mn-lt"/>
            </a:endParaRPr>
          </a:p>
          <a:p>
            <a:pPr marL="457200" indent="-457200">
              <a:buFont typeface="Arial" panose="020B0604020202020204" pitchFamily="34" charset="0"/>
              <a:buChar char="•"/>
            </a:pPr>
            <a:r>
              <a:rPr kumimoji="1" lang="zh-CN" altLang="en-US" sz="2400" b="0" i="0" u="none" strike="noStrike" kern="1200" cap="none" spc="0" normalizeH="0" baseline="0" noProof="0" dirty="0">
                <a:ln>
                  <a:noFill/>
                </a:ln>
                <a:solidFill>
                  <a:schemeClr val="tx1"/>
                </a:solidFill>
                <a:effectLst/>
                <a:uLnTx/>
                <a:uFillTx/>
                <a:latin typeface="+mn-ea"/>
                <a:ea typeface="+mn-ea"/>
                <a:cs typeface="+mn-ea"/>
                <a:sym typeface="+mn-lt"/>
              </a:rPr>
              <a:t>表示这种关系的两类不同的存储结构是顺序存储结构（</a:t>
            </a:r>
            <a:r>
              <a:rPr kumimoji="1" lang="zh-CN" altLang="en-US" sz="2400" b="0" i="0" u="none" strike="noStrike" kern="1200" cap="none" spc="0" normalizeH="0" baseline="0" noProof="0" dirty="0">
                <a:ln>
                  <a:noFill/>
                </a:ln>
                <a:solidFill>
                  <a:srgbClr val="FF0000"/>
                </a:solidFill>
                <a:effectLst/>
                <a:uLnTx/>
                <a:uFillTx/>
                <a:latin typeface="+mn-ea"/>
                <a:ea typeface="+mn-ea"/>
                <a:cs typeface="+mn-ea"/>
                <a:sym typeface="+mn-lt"/>
              </a:rPr>
              <a:t>顺序表</a:t>
            </a:r>
            <a:r>
              <a:rPr kumimoji="1" lang="zh-CN" altLang="en-US" sz="2400" b="0" i="0" u="none" strike="noStrike" kern="1200" cap="none" spc="0" normalizeH="0" baseline="0" noProof="0" dirty="0">
                <a:ln>
                  <a:noFill/>
                </a:ln>
                <a:solidFill>
                  <a:schemeClr val="tx1"/>
                </a:solidFill>
                <a:effectLst/>
                <a:uLnTx/>
                <a:uFillTx/>
                <a:latin typeface="+mn-ea"/>
                <a:ea typeface="+mn-ea"/>
                <a:cs typeface="+mn-ea"/>
                <a:sym typeface="+mn-lt"/>
              </a:rPr>
              <a:t>）和链式存储结构（</a:t>
            </a:r>
            <a:r>
              <a:rPr kumimoji="1" lang="zh-CN" altLang="en-US" sz="2400" b="0" i="0" u="none" strike="noStrike" kern="1200" cap="none" spc="0" normalizeH="0" baseline="0" noProof="0" dirty="0">
                <a:ln>
                  <a:noFill/>
                </a:ln>
                <a:solidFill>
                  <a:srgbClr val="FF0000"/>
                </a:solidFill>
                <a:effectLst/>
                <a:uLnTx/>
                <a:uFillTx/>
                <a:latin typeface="+mn-ea"/>
                <a:ea typeface="+mn-ea"/>
                <a:cs typeface="+mn-ea"/>
                <a:sym typeface="+mn-lt"/>
              </a:rPr>
              <a:t>链表</a:t>
            </a:r>
            <a:r>
              <a:rPr kumimoji="1" lang="zh-CN" altLang="en-US" sz="2400" b="0" i="0" u="none" strike="noStrike" kern="1200" cap="none" spc="0" normalizeH="0" baseline="0" noProof="0" dirty="0">
                <a:ln>
                  <a:noFill/>
                </a:ln>
                <a:solidFill>
                  <a:schemeClr val="tx1"/>
                </a:solidFill>
                <a:effectLst/>
                <a:uLnTx/>
                <a:uFillTx/>
                <a:latin typeface="+mn-ea"/>
                <a:ea typeface="+mn-ea"/>
                <a:cs typeface="+mn-ea"/>
                <a:sym typeface="+mn-lt"/>
              </a:rPr>
              <a:t>）。</a:t>
            </a:r>
            <a:endParaRPr kumimoji="1" lang="en-US" altLang="zh-CN" sz="2400" b="0" i="0" u="none" strike="noStrike" kern="1200" cap="none" spc="0" normalizeH="0" baseline="0" noProof="0" dirty="0">
              <a:ln>
                <a:noFill/>
              </a:ln>
              <a:solidFill>
                <a:schemeClr val="tx1"/>
              </a:solidFill>
              <a:effectLst/>
              <a:uLnTx/>
              <a:uFillTx/>
              <a:latin typeface="+mn-ea"/>
              <a:ea typeface="+mn-ea"/>
              <a:cs typeface="+mn-ea"/>
              <a:sym typeface="+mn-lt"/>
            </a:endParaRPr>
          </a:p>
          <a:p>
            <a:pPr marL="457200" indent="-457200">
              <a:buFont typeface="Arial" panose="020B0604020202020204" pitchFamily="34" charset="0"/>
              <a:buChar char="•"/>
            </a:pPr>
            <a:r>
              <a:rPr kumimoji="1" lang="zh-CN" altLang="en-US" sz="2400" b="0" i="0" u="none" strike="noStrike" kern="1200" cap="none" spc="0" normalizeH="0" baseline="0" noProof="0" dirty="0">
                <a:ln>
                  <a:noFill/>
                </a:ln>
                <a:solidFill>
                  <a:schemeClr val="tx1"/>
                </a:solidFill>
                <a:effectLst/>
                <a:uLnTx/>
                <a:uFillTx/>
                <a:latin typeface="+mn-ea"/>
                <a:ea typeface="+mn-ea"/>
                <a:cs typeface="+mn-ea"/>
                <a:sym typeface="+mn-lt"/>
              </a:rPr>
              <a:t>掌握这两类存储结构的描述方法，链表中的</a:t>
            </a:r>
            <a:r>
              <a:rPr kumimoji="1" lang="zh-CN" altLang="en-US" sz="2400" b="0" i="0" u="none" strike="noStrike" kern="1200" cap="none" spc="0" normalizeH="0" baseline="0" noProof="0" dirty="0">
                <a:ln>
                  <a:noFill/>
                </a:ln>
                <a:solidFill>
                  <a:srgbClr val="FF0000"/>
                </a:solidFill>
                <a:effectLst/>
                <a:uLnTx/>
                <a:uFillTx/>
                <a:latin typeface="+mn-ea"/>
                <a:ea typeface="+mn-ea"/>
                <a:cs typeface="+mn-ea"/>
                <a:sym typeface="+mn-lt"/>
              </a:rPr>
              <a:t>头结点、头指针</a:t>
            </a:r>
            <a:r>
              <a:rPr kumimoji="1" lang="zh-CN" altLang="en-US" sz="2400" b="0" i="0" u="none" strike="noStrike" kern="1200" cap="none" spc="0" normalizeH="0" baseline="0" noProof="0" dirty="0">
                <a:ln>
                  <a:noFill/>
                </a:ln>
                <a:effectLst/>
                <a:uLnTx/>
                <a:uFillTx/>
                <a:latin typeface="+mn-ea"/>
                <a:ea typeface="+mn-ea"/>
                <a:cs typeface="+mn-ea"/>
                <a:sym typeface="+mn-lt"/>
              </a:rPr>
              <a:t>和</a:t>
            </a:r>
            <a:r>
              <a:rPr kumimoji="1" lang="zh-CN" altLang="en-US" sz="2400" b="0" i="0" u="none" strike="noStrike" kern="1200" cap="none" spc="0" normalizeH="0" baseline="0" noProof="0" dirty="0">
                <a:ln>
                  <a:noFill/>
                </a:ln>
                <a:solidFill>
                  <a:srgbClr val="FF0000"/>
                </a:solidFill>
                <a:effectLst/>
                <a:uLnTx/>
                <a:uFillTx/>
                <a:latin typeface="+mn-ea"/>
                <a:ea typeface="+mn-ea"/>
                <a:cs typeface="+mn-ea"/>
                <a:sym typeface="+mn-lt"/>
              </a:rPr>
              <a:t>首元结点</a:t>
            </a:r>
            <a:r>
              <a:rPr kumimoji="1" lang="zh-CN" altLang="en-US" sz="2400" b="0" i="0" u="none" strike="noStrike" kern="1200" cap="none" spc="0" normalizeH="0" baseline="0" noProof="0" dirty="0">
                <a:ln>
                  <a:noFill/>
                </a:ln>
                <a:solidFill>
                  <a:schemeClr val="tx1"/>
                </a:solidFill>
                <a:effectLst/>
                <a:uLnTx/>
                <a:uFillTx/>
                <a:latin typeface="+mn-ea"/>
                <a:ea typeface="+mn-ea"/>
                <a:cs typeface="+mn-ea"/>
                <a:sym typeface="+mn-lt"/>
              </a:rPr>
              <a:t>的区别以及</a:t>
            </a:r>
            <a:r>
              <a:rPr kumimoji="1" lang="zh-CN" altLang="en-US" sz="2400" b="0" i="0" u="none" strike="noStrike" kern="1200" cap="none" spc="0" normalizeH="0" baseline="0" noProof="0" dirty="0">
                <a:ln>
                  <a:noFill/>
                </a:ln>
                <a:solidFill>
                  <a:srgbClr val="FF0000"/>
                </a:solidFill>
                <a:effectLst/>
                <a:uLnTx/>
                <a:uFillTx/>
                <a:latin typeface="+mn-ea"/>
                <a:ea typeface="+mn-ea"/>
                <a:cs typeface="+mn-ea"/>
                <a:sym typeface="+mn-lt"/>
              </a:rPr>
              <a:t>循环链表、双向链表</a:t>
            </a:r>
            <a:r>
              <a:rPr kumimoji="1" lang="zh-CN" altLang="en-US" sz="2400" b="0" i="0" u="none" strike="noStrike" kern="1200" cap="none" spc="0" normalizeH="0" baseline="0" noProof="0" dirty="0">
                <a:ln>
                  <a:noFill/>
                </a:ln>
                <a:effectLst/>
                <a:uLnTx/>
                <a:uFillTx/>
                <a:latin typeface="+mn-ea"/>
                <a:ea typeface="+mn-ea"/>
                <a:cs typeface="+mn-ea"/>
                <a:sym typeface="+mn-lt"/>
              </a:rPr>
              <a:t>的特点</a:t>
            </a:r>
            <a:r>
              <a:rPr kumimoji="1" lang="zh-CN" altLang="en-US" sz="2400" b="0" i="0" u="none" strike="noStrike" kern="1200" cap="none" spc="0" normalizeH="0" baseline="0" noProof="0" dirty="0">
                <a:ln>
                  <a:noFill/>
                </a:ln>
                <a:solidFill>
                  <a:schemeClr val="tx1"/>
                </a:solidFill>
                <a:effectLst/>
                <a:uLnTx/>
                <a:uFillTx/>
                <a:latin typeface="+mn-ea"/>
                <a:ea typeface="+mn-ea"/>
                <a:cs typeface="+mn-ea"/>
                <a:sym typeface="+mn-lt"/>
              </a:rPr>
              <a:t>等。</a:t>
            </a:r>
            <a:endParaRPr kumimoji="1" lang="en-US" altLang="zh-CN" sz="2400" b="0" i="0" u="none" strike="noStrike" kern="1200" cap="none" spc="0" normalizeH="0" baseline="0" noProof="0" dirty="0">
              <a:ln>
                <a:noFill/>
              </a:ln>
              <a:solidFill>
                <a:schemeClr val="tx1"/>
              </a:solidFill>
              <a:effectLst/>
              <a:uLnTx/>
              <a:uFillTx/>
              <a:latin typeface="+mn-ea"/>
              <a:ea typeface="+mn-ea"/>
              <a:cs typeface="+mn-ea"/>
              <a:sym typeface="+mn-lt"/>
            </a:endParaRPr>
          </a:p>
          <a:p>
            <a:pPr marL="457200" indent="-457200">
              <a:buFont typeface="Arial" panose="020B0604020202020204" pitchFamily="34" charset="0"/>
              <a:buChar cha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熟练掌握顺序表的</a:t>
            </a:r>
            <a:r>
              <a:rPr kumimoji="0" lang="zh-CN" altLang="en-US" sz="2400" b="0" i="0" u="none" strike="noStrike" kern="1200" cap="none" spc="0" normalizeH="0" baseline="0" noProof="0" dirty="0">
                <a:ln>
                  <a:noFill/>
                </a:ln>
                <a:solidFill>
                  <a:srgbClr val="0000FF"/>
                </a:solidFill>
                <a:effectLst/>
                <a:uLnTx/>
                <a:uFillTx/>
                <a:latin typeface="+mn-lt"/>
                <a:ea typeface="+mn-ea"/>
                <a:cs typeface="+mn-ea"/>
                <a:sym typeface="+mn-lt"/>
              </a:rPr>
              <a:t>查找</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rgbClr val="0000FF"/>
                </a:solidFill>
                <a:effectLst/>
                <a:uLnTx/>
                <a:uFillTx/>
                <a:latin typeface="+mn-lt"/>
                <a:ea typeface="+mn-ea"/>
                <a:cs typeface="+mn-ea"/>
                <a:sym typeface="+mn-lt"/>
              </a:rPr>
              <a:t>插入</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和</a:t>
            </a:r>
            <a:r>
              <a:rPr kumimoji="0" lang="zh-CN" altLang="en-US" sz="2400" b="0" i="0" u="none" strike="noStrike" kern="1200" cap="none" spc="0" normalizeH="0" baseline="0" noProof="0" dirty="0">
                <a:ln>
                  <a:noFill/>
                </a:ln>
                <a:solidFill>
                  <a:srgbClr val="0000FF"/>
                </a:solidFill>
                <a:effectLst/>
                <a:uLnTx/>
                <a:uFillTx/>
                <a:latin typeface="+mn-lt"/>
                <a:ea typeface="+mn-ea"/>
                <a:cs typeface="+mn-ea"/>
                <a:sym typeface="+mn-lt"/>
              </a:rPr>
              <a:t>删除</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等算法。</a:t>
            </a:r>
            <a:endParaRPr kumimoji="0" lang="en-US" altLang="zh-CN" sz="2400" b="0" i="0" u="none" strike="noStrike" kern="1200" cap="none" spc="0" normalizeH="0" baseline="0" noProof="0" dirty="0">
              <a:ln>
                <a:noFill/>
              </a:ln>
              <a:solidFill>
                <a:schemeClr val="tx1"/>
              </a:solidFill>
              <a:effectLst/>
              <a:uLnTx/>
              <a:uFillTx/>
              <a:latin typeface="+mn-lt"/>
              <a:ea typeface="+mn-ea"/>
              <a:cs typeface="+mn-ea"/>
              <a:sym typeface="+mn-lt"/>
            </a:endParaRPr>
          </a:p>
          <a:p>
            <a:pPr marL="457200" indent="-457200">
              <a:buFont typeface="Arial" panose="020B0604020202020204" pitchFamily="34" charset="0"/>
              <a:buChar cha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熟练掌握链表的</a:t>
            </a:r>
            <a:r>
              <a:rPr kumimoji="0" lang="zh-CN" altLang="en-US" sz="2400" b="0" i="0" u="none" strike="noStrike" kern="1200" cap="none" spc="0" normalizeH="0" baseline="0" noProof="0" dirty="0">
                <a:ln>
                  <a:noFill/>
                </a:ln>
                <a:solidFill>
                  <a:srgbClr val="0000FF"/>
                </a:solidFill>
                <a:effectLst/>
                <a:uLnTx/>
                <a:uFillTx/>
                <a:latin typeface="+mn-lt"/>
                <a:ea typeface="+mn-ea"/>
                <a:cs typeface="+mn-ea"/>
                <a:sym typeface="+mn-lt"/>
              </a:rPr>
              <a:t>创建（前插和后插）</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rgbClr val="0000FF"/>
                </a:solidFill>
                <a:effectLst/>
                <a:uLnTx/>
                <a:uFillTx/>
                <a:latin typeface="+mn-lt"/>
                <a:ea typeface="+mn-ea"/>
                <a:cs typeface="+mn-ea"/>
                <a:sym typeface="+mn-lt"/>
              </a:rPr>
              <a:t>查找</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a:t>
            </a:r>
            <a:r>
              <a:rPr kumimoji="0" lang="zh-CN" altLang="en-US" sz="2400" b="0" i="0" u="none" strike="noStrike" kern="1200" cap="none" spc="0" normalizeH="0" baseline="0" noProof="0" dirty="0">
                <a:ln>
                  <a:noFill/>
                </a:ln>
                <a:solidFill>
                  <a:srgbClr val="0000FF"/>
                </a:solidFill>
                <a:effectLst/>
                <a:uLnTx/>
                <a:uFillTx/>
                <a:latin typeface="+mn-lt"/>
                <a:ea typeface="+mn-ea"/>
                <a:cs typeface="+mn-ea"/>
                <a:sym typeface="+mn-lt"/>
              </a:rPr>
              <a:t>插入</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和</a:t>
            </a:r>
            <a:r>
              <a:rPr kumimoji="0" lang="zh-CN" altLang="en-US" sz="2400" b="0" i="0" u="none" strike="noStrike" kern="1200" cap="none" spc="0" normalizeH="0" baseline="0" noProof="0" dirty="0">
                <a:ln>
                  <a:noFill/>
                </a:ln>
                <a:solidFill>
                  <a:srgbClr val="0000FF"/>
                </a:solidFill>
                <a:effectLst/>
                <a:uLnTx/>
                <a:uFillTx/>
                <a:latin typeface="+mn-lt"/>
                <a:ea typeface="+mn-ea"/>
                <a:cs typeface="+mn-ea"/>
                <a:sym typeface="+mn-lt"/>
              </a:rPr>
              <a:t>删除</a:t>
            </a: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等算法。</a:t>
            </a:r>
          </a:p>
          <a:p>
            <a:pPr marL="457200" indent="-457200">
              <a:buFont typeface="Arial" panose="020B0604020202020204" pitchFamily="34" charset="0"/>
              <a:buChar char="•"/>
            </a:pPr>
            <a:r>
              <a:rPr kumimoji="0" lang="zh-CN" altLang="en-US" sz="2400" b="0" i="0" u="none" strike="noStrike" kern="1200" cap="none" spc="0" normalizeH="0" baseline="0" noProof="0" dirty="0">
                <a:ln>
                  <a:noFill/>
                </a:ln>
                <a:solidFill>
                  <a:schemeClr val="tx1"/>
                </a:solidFill>
                <a:effectLst/>
                <a:uLnTx/>
                <a:uFillTx/>
                <a:latin typeface="+mn-lt"/>
                <a:ea typeface="+mn-ea"/>
                <a:cs typeface="+mn-ea"/>
                <a:sym typeface="+mn-lt"/>
              </a:rPr>
              <a:t>能够从时间和空间复杂度的角度比较两类存储结构的不同特点及其适用场合。</a:t>
            </a:r>
            <a:endParaRPr kumimoji="1" lang="zh-CN" altLang="en-US" sz="2400" b="0" i="0" u="none" strike="noStrike" kern="1200" cap="none" spc="0" normalizeH="0" baseline="0" noProof="0" dirty="0">
              <a:ln>
                <a:noFill/>
              </a:ln>
              <a:solidFill>
                <a:schemeClr val="tx1"/>
              </a:solidFill>
              <a:effectLst/>
              <a:uLnTx/>
              <a:uFillTx/>
              <a:latin typeface="+mn-ea"/>
              <a:ea typeface="+mn-ea"/>
              <a:cs typeface="+mn-ea"/>
              <a:sym typeface="+mn-lt"/>
            </a:endParaRPr>
          </a:p>
          <a:p>
            <a:pPr marL="457200" indent="-457200">
              <a:buFont typeface="Arial" panose="020B0604020202020204" pitchFamily="34" charset="0"/>
              <a:buChar char="•"/>
            </a:pPr>
            <a:endParaRPr lang="zh-CN" altLang="en-US" sz="2400" dirty="0">
              <a:latin typeface="+mn-ea"/>
              <a:ea typeface="+mn-ea"/>
            </a:endParaRPr>
          </a:p>
        </p:txBody>
      </p:sp>
    </p:spTree>
    <p:extLst>
      <p:ext uri="{BB962C8B-B14F-4D97-AF65-F5344CB8AC3E}">
        <p14:creationId xmlns:p14="http://schemas.microsoft.com/office/powerpoint/2010/main" val="373633120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mU4MzYyZTY3OWRmZGFmYzczMjMzNmIwZTNkZDJkM2UifQ=="/>
</p:tagLst>
</file>

<file path=ppt/theme/theme1.xml><?xml version="1.0" encoding="utf-8"?>
<a:theme xmlns:a="http://schemas.openxmlformats.org/drawingml/2006/main" name="1_默认设计模板">
  <a:themeElements>
    <a:clrScheme name="自定义 33">
      <a:dk1>
        <a:srgbClr val="000000"/>
      </a:dk1>
      <a:lt1>
        <a:srgbClr val="FEFFFF"/>
      </a:lt1>
      <a:dk2>
        <a:srgbClr val="000000"/>
      </a:dk2>
      <a:lt2>
        <a:srgbClr val="969696"/>
      </a:lt2>
      <a:accent1>
        <a:srgbClr val="6C4C8F"/>
      </a:accent1>
      <a:accent2>
        <a:srgbClr val="3333CC"/>
      </a:accent2>
      <a:accent3>
        <a:srgbClr val="FEFFFF"/>
      </a:accent3>
      <a:accent4>
        <a:srgbClr val="000000"/>
      </a:accent4>
      <a:accent5>
        <a:srgbClr val="AAE2CA"/>
      </a:accent5>
      <a:accent6>
        <a:srgbClr val="2D2DB9"/>
      </a:accent6>
      <a:hlink>
        <a:srgbClr val="0000FF"/>
      </a:hlink>
      <a:folHlink>
        <a:srgbClr val="003366"/>
      </a:folHlink>
    </a:clrScheme>
    <a:fontScheme name="11v1j1fj">
      <a:majorFont>
        <a:latin typeface="Times New Roman"/>
        <a:ea typeface="Microsoft YaHei"/>
        <a:cs typeface=""/>
      </a:majorFont>
      <a:minorFont>
        <a:latin typeface="Times New Roman"/>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noFill/>
          <a:prstDash val="solid"/>
          <a:round/>
          <a:headEnd type="none" w="med" len="med"/>
          <a:tailEnd type="none" w="med" len="med"/>
        </a:ln>
      </a:spPr>
      <a:bodyPr vert="horz" wrap="square" lIns="91440" tIns="45720" rIns="91440" bIns="45720" numCol="1" anchor="t" anchorCtr="0" compatLnSpc="1"/>
      <a:lstStyle>
        <a:defPPr marL="342900" marR="0" indent="-342900" algn="l" defTabSz="914400" rtl="0" eaLnBrk="0" fontAlgn="base" latinLnBrk="0" hangingPunct="0">
          <a:lnSpc>
            <a:spcPct val="100000"/>
          </a:lnSpc>
          <a:spcBef>
            <a:spcPct val="20000"/>
          </a:spcBef>
          <a:spcAft>
            <a:spcPct val="0"/>
          </a:spcAft>
          <a:buClrTx/>
          <a:buSzTx/>
          <a:buFontTx/>
          <a:buNone/>
          <a:defRPr kumimoji="1" lang="zh-CN" altLang="en-US" sz="2800" b="0" i="0" u="none" strike="noStrike" cap="none" normalizeH="0" baseline="0" smtClean="0">
            <a:ln>
              <a:noFill/>
            </a:ln>
            <a:solidFill>
              <a:schemeClr val="tx1"/>
            </a:solidFill>
            <a:effectLst/>
            <a:latin typeface="Times New Roman" panose="02020603050405020304" pitchFamily="18" charset="0"/>
            <a:ea typeface="仿宋_GB2312" pitchFamily="49" charset="-122"/>
          </a:defRPr>
        </a:defPPr>
      </a:lstStyle>
    </a:spDef>
    <a:lnDef>
      <a:spPr bwMode="auto">
        <a:xfrm>
          <a:off x="0" y="0"/>
          <a:ext cx="1" cy="1"/>
        </a:xfrm>
        <a:custGeom>
          <a:avLst/>
          <a:gdLst/>
          <a:ahLst/>
          <a:cxnLst/>
          <a:rect l="0" t="0" r="0" b="0"/>
          <a:pathLst/>
        </a:custGeom>
        <a:solidFill>
          <a:schemeClr val="accent1"/>
        </a:solidFill>
        <a:ln w="9525" cap="flat" cmpd="sng" algn="ctr">
          <a:noFill/>
          <a:prstDash val="solid"/>
          <a:round/>
          <a:headEnd type="none" w="med" len="med"/>
          <a:tailEnd type="none" w="med" len="med"/>
        </a:ln>
      </a:spPr>
      <a:bodyPr vert="horz" wrap="square" lIns="91440" tIns="45720" rIns="91440" bIns="45720" numCol="1" anchor="t" anchorCtr="0" compatLnSpc="1"/>
      <a:lstStyle>
        <a:defPPr marL="342900" marR="0" indent="-342900" algn="l" defTabSz="914400" rtl="0" eaLnBrk="0" fontAlgn="base" latinLnBrk="0" hangingPunct="0">
          <a:lnSpc>
            <a:spcPct val="100000"/>
          </a:lnSpc>
          <a:spcBef>
            <a:spcPct val="20000"/>
          </a:spcBef>
          <a:spcAft>
            <a:spcPct val="0"/>
          </a:spcAft>
          <a:buClrTx/>
          <a:buSzTx/>
          <a:buFontTx/>
          <a:buNone/>
          <a:defRPr kumimoji="1" lang="zh-CN" altLang="en-US" sz="2800" b="0" i="0" u="none" strike="noStrike" cap="none" normalizeH="0" baseline="0" smtClean="0">
            <a:ln>
              <a:noFill/>
            </a:ln>
            <a:solidFill>
              <a:schemeClr val="tx1"/>
            </a:solidFill>
            <a:effectLst/>
            <a:latin typeface="Times New Roman" panose="02020603050405020304" pitchFamily="18" charset="0"/>
            <a:ea typeface="仿宋_GB2312" pitchFamily="49" charset="-122"/>
          </a:defRPr>
        </a:defPPr>
      </a:lstStyle>
    </a:lnDef>
  </a:objectDefaults>
  <a:extraClrSchemeLst>
    <a:extraClrScheme>
      <a:clrScheme name="默认设计模板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Pixel">
  <a:themeElements>
    <a:clrScheme name="">
      <a:dk1>
        <a:srgbClr val="000099"/>
      </a:dk1>
      <a:lt1>
        <a:srgbClr val="FFFFFF"/>
      </a:lt1>
      <a:dk2>
        <a:srgbClr val="CC0000"/>
      </a:dk2>
      <a:lt2>
        <a:srgbClr val="0000CC"/>
      </a:lt2>
      <a:accent1>
        <a:srgbClr val="CCFFCC"/>
      </a:accent1>
      <a:accent2>
        <a:srgbClr val="3366FF"/>
      </a:accent2>
      <a:accent3>
        <a:srgbClr val="FFFFFF"/>
      </a:accent3>
      <a:accent4>
        <a:srgbClr val="000082"/>
      </a:accent4>
      <a:accent5>
        <a:srgbClr val="E2FFE2"/>
      </a:accent5>
      <a:accent6>
        <a:srgbClr val="2D5CE7"/>
      </a:accent6>
      <a:hlink>
        <a:srgbClr val="800000"/>
      </a:hlink>
      <a:folHlink>
        <a:srgbClr val="E1E1E1"/>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
      <a:clrScheme name="Pixel 13">
        <a:dk1>
          <a:srgbClr val="000099"/>
        </a:dk1>
        <a:lt1>
          <a:srgbClr val="FFFFFF"/>
        </a:lt1>
        <a:dk2>
          <a:srgbClr val="CC0000"/>
        </a:dk2>
        <a:lt2>
          <a:srgbClr val="808080"/>
        </a:lt2>
        <a:accent1>
          <a:srgbClr val="FFCC66"/>
        </a:accent1>
        <a:accent2>
          <a:srgbClr val="CC0000"/>
        </a:accent2>
        <a:accent3>
          <a:srgbClr val="FFFFFF"/>
        </a:accent3>
        <a:accent4>
          <a:srgbClr val="000082"/>
        </a:accent4>
        <a:accent5>
          <a:srgbClr val="FFE2B8"/>
        </a:accent5>
        <a:accent6>
          <a:srgbClr val="B90000"/>
        </a:accent6>
        <a:hlink>
          <a:srgbClr val="0000CC"/>
        </a:hlink>
        <a:folHlink>
          <a:srgbClr val="00CC00"/>
        </a:folHlink>
      </a:clrScheme>
      <a:clrMap bg1="lt1" tx1="dk1" bg2="lt2" tx2="dk2" accent1="accent1" accent2="accent2" accent3="accent3" accent4="accent4" accent5="accent5" accent6="accent6" hlink="hlink" folHlink="folHlink"/>
    </a:extraClrScheme>
    <a:extraClrScheme>
      <a:clrScheme name="Pixel 14">
        <a:dk1>
          <a:srgbClr val="000099"/>
        </a:dk1>
        <a:lt1>
          <a:srgbClr val="FFFFFF"/>
        </a:lt1>
        <a:dk2>
          <a:srgbClr val="CC0000"/>
        </a:dk2>
        <a:lt2>
          <a:srgbClr val="0000CC"/>
        </a:lt2>
        <a:accent1>
          <a:srgbClr val="FFCC66"/>
        </a:accent1>
        <a:accent2>
          <a:srgbClr val="CC0000"/>
        </a:accent2>
        <a:accent3>
          <a:srgbClr val="FFFFFF"/>
        </a:accent3>
        <a:accent4>
          <a:srgbClr val="000082"/>
        </a:accent4>
        <a:accent5>
          <a:srgbClr val="FFE2B8"/>
        </a:accent5>
        <a:accent6>
          <a:srgbClr val="B90000"/>
        </a:accent6>
        <a:hlink>
          <a:srgbClr val="800000"/>
        </a:hlink>
        <a:folHlink>
          <a:srgbClr val="FFCC99"/>
        </a:folHlink>
      </a:clrScheme>
      <a:clrMap bg1="lt1" tx1="dk1" bg2="lt2" tx2="dk2" accent1="accent1" accent2="accent2" accent3="accent3" accent4="accent4" accent5="accent5" accent6="accent6" hlink="hlink" folHlink="folHlink"/>
    </a:extraClrScheme>
    <a:extraClrScheme>
      <a:clrScheme name="Pixel 15">
        <a:dk1>
          <a:srgbClr val="000099"/>
        </a:dk1>
        <a:lt1>
          <a:srgbClr val="FFFFFF"/>
        </a:lt1>
        <a:dk2>
          <a:srgbClr val="CC0000"/>
        </a:dk2>
        <a:lt2>
          <a:srgbClr val="0000CC"/>
        </a:lt2>
        <a:accent1>
          <a:srgbClr val="FFCC66"/>
        </a:accent1>
        <a:accent2>
          <a:srgbClr val="99FFCC"/>
        </a:accent2>
        <a:accent3>
          <a:srgbClr val="FFFFFF"/>
        </a:accent3>
        <a:accent4>
          <a:srgbClr val="000082"/>
        </a:accent4>
        <a:accent5>
          <a:srgbClr val="FFE2B8"/>
        </a:accent5>
        <a:accent6>
          <a:srgbClr val="8AE7B9"/>
        </a:accent6>
        <a:hlink>
          <a:srgbClr val="800000"/>
        </a:hlink>
        <a:folHlink>
          <a:srgbClr val="FFCC99"/>
        </a:folHlink>
      </a:clrScheme>
      <a:clrMap bg1="lt1" tx1="dk1" bg2="lt2" tx2="dk2" accent1="accent1" accent2="accent2" accent3="accent3" accent4="accent4" accent5="accent5" accent6="accent6" hlink="hlink" folHlink="folHlink"/>
    </a:extraClrScheme>
    <a:extraClrScheme>
      <a:clrScheme name="Pixel 16">
        <a:dk1>
          <a:srgbClr val="000099"/>
        </a:dk1>
        <a:lt1>
          <a:srgbClr val="FFFFFF"/>
        </a:lt1>
        <a:dk2>
          <a:srgbClr val="CC0000"/>
        </a:dk2>
        <a:lt2>
          <a:srgbClr val="0000CC"/>
        </a:lt2>
        <a:accent1>
          <a:srgbClr val="99FFCC"/>
        </a:accent1>
        <a:accent2>
          <a:srgbClr val="99FFCC"/>
        </a:accent2>
        <a:accent3>
          <a:srgbClr val="FFFFFF"/>
        </a:accent3>
        <a:accent4>
          <a:srgbClr val="000082"/>
        </a:accent4>
        <a:accent5>
          <a:srgbClr val="CAFFE2"/>
        </a:accent5>
        <a:accent6>
          <a:srgbClr val="8AE7B9"/>
        </a:accent6>
        <a:hlink>
          <a:srgbClr val="800000"/>
        </a:hlink>
        <a:folHlink>
          <a:srgbClr val="FFCC9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Pixel">
  <a:themeElements>
    <a:clrScheme name="">
      <a:dk1>
        <a:srgbClr val="000099"/>
      </a:dk1>
      <a:lt1>
        <a:srgbClr val="FFFFFF"/>
      </a:lt1>
      <a:dk2>
        <a:srgbClr val="CC0000"/>
      </a:dk2>
      <a:lt2>
        <a:srgbClr val="0000CC"/>
      </a:lt2>
      <a:accent1>
        <a:srgbClr val="CCFFCC"/>
      </a:accent1>
      <a:accent2>
        <a:srgbClr val="3366FF"/>
      </a:accent2>
      <a:accent3>
        <a:srgbClr val="FFFFFF"/>
      </a:accent3>
      <a:accent4>
        <a:srgbClr val="000082"/>
      </a:accent4>
      <a:accent5>
        <a:srgbClr val="E2FFE2"/>
      </a:accent5>
      <a:accent6>
        <a:srgbClr val="2D5CE7"/>
      </a:accent6>
      <a:hlink>
        <a:srgbClr val="800000"/>
      </a:hlink>
      <a:folHlink>
        <a:srgbClr val="E1E1E1"/>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
      <a:clrScheme name="Pixel 13">
        <a:dk1>
          <a:srgbClr val="000099"/>
        </a:dk1>
        <a:lt1>
          <a:srgbClr val="FFFFFF"/>
        </a:lt1>
        <a:dk2>
          <a:srgbClr val="CC0000"/>
        </a:dk2>
        <a:lt2>
          <a:srgbClr val="808080"/>
        </a:lt2>
        <a:accent1>
          <a:srgbClr val="FFCC66"/>
        </a:accent1>
        <a:accent2>
          <a:srgbClr val="CC0000"/>
        </a:accent2>
        <a:accent3>
          <a:srgbClr val="FFFFFF"/>
        </a:accent3>
        <a:accent4>
          <a:srgbClr val="000082"/>
        </a:accent4>
        <a:accent5>
          <a:srgbClr val="FFE2B8"/>
        </a:accent5>
        <a:accent6>
          <a:srgbClr val="B90000"/>
        </a:accent6>
        <a:hlink>
          <a:srgbClr val="0000CC"/>
        </a:hlink>
        <a:folHlink>
          <a:srgbClr val="00CC00"/>
        </a:folHlink>
      </a:clrScheme>
      <a:clrMap bg1="lt1" tx1="dk1" bg2="lt2" tx2="dk2" accent1="accent1" accent2="accent2" accent3="accent3" accent4="accent4" accent5="accent5" accent6="accent6" hlink="hlink" folHlink="folHlink"/>
    </a:extraClrScheme>
    <a:extraClrScheme>
      <a:clrScheme name="Pixel 14">
        <a:dk1>
          <a:srgbClr val="000099"/>
        </a:dk1>
        <a:lt1>
          <a:srgbClr val="FFFFFF"/>
        </a:lt1>
        <a:dk2>
          <a:srgbClr val="CC0000"/>
        </a:dk2>
        <a:lt2>
          <a:srgbClr val="0000CC"/>
        </a:lt2>
        <a:accent1>
          <a:srgbClr val="FFCC66"/>
        </a:accent1>
        <a:accent2>
          <a:srgbClr val="CC0000"/>
        </a:accent2>
        <a:accent3>
          <a:srgbClr val="FFFFFF"/>
        </a:accent3>
        <a:accent4>
          <a:srgbClr val="000082"/>
        </a:accent4>
        <a:accent5>
          <a:srgbClr val="FFE2B8"/>
        </a:accent5>
        <a:accent6>
          <a:srgbClr val="B90000"/>
        </a:accent6>
        <a:hlink>
          <a:srgbClr val="800000"/>
        </a:hlink>
        <a:folHlink>
          <a:srgbClr val="FFCC99"/>
        </a:folHlink>
      </a:clrScheme>
      <a:clrMap bg1="lt1" tx1="dk1" bg2="lt2" tx2="dk2" accent1="accent1" accent2="accent2" accent3="accent3" accent4="accent4" accent5="accent5" accent6="accent6" hlink="hlink" folHlink="folHlink"/>
    </a:extraClrScheme>
    <a:extraClrScheme>
      <a:clrScheme name="Pixel 15">
        <a:dk1>
          <a:srgbClr val="000099"/>
        </a:dk1>
        <a:lt1>
          <a:srgbClr val="FFFFFF"/>
        </a:lt1>
        <a:dk2>
          <a:srgbClr val="CC0000"/>
        </a:dk2>
        <a:lt2>
          <a:srgbClr val="0000CC"/>
        </a:lt2>
        <a:accent1>
          <a:srgbClr val="FFCC66"/>
        </a:accent1>
        <a:accent2>
          <a:srgbClr val="99FFCC"/>
        </a:accent2>
        <a:accent3>
          <a:srgbClr val="FFFFFF"/>
        </a:accent3>
        <a:accent4>
          <a:srgbClr val="000082"/>
        </a:accent4>
        <a:accent5>
          <a:srgbClr val="FFE2B8"/>
        </a:accent5>
        <a:accent6>
          <a:srgbClr val="8AE7B9"/>
        </a:accent6>
        <a:hlink>
          <a:srgbClr val="800000"/>
        </a:hlink>
        <a:folHlink>
          <a:srgbClr val="FFCC99"/>
        </a:folHlink>
      </a:clrScheme>
      <a:clrMap bg1="lt1" tx1="dk1" bg2="lt2" tx2="dk2" accent1="accent1" accent2="accent2" accent3="accent3" accent4="accent4" accent5="accent5" accent6="accent6" hlink="hlink" folHlink="folHlink"/>
    </a:extraClrScheme>
    <a:extraClrScheme>
      <a:clrScheme name="Pixel 16">
        <a:dk1>
          <a:srgbClr val="000099"/>
        </a:dk1>
        <a:lt1>
          <a:srgbClr val="FFFFFF"/>
        </a:lt1>
        <a:dk2>
          <a:srgbClr val="CC0000"/>
        </a:dk2>
        <a:lt2>
          <a:srgbClr val="0000CC"/>
        </a:lt2>
        <a:accent1>
          <a:srgbClr val="99FFCC"/>
        </a:accent1>
        <a:accent2>
          <a:srgbClr val="99FFCC"/>
        </a:accent2>
        <a:accent3>
          <a:srgbClr val="FFFFFF"/>
        </a:accent3>
        <a:accent4>
          <a:srgbClr val="000082"/>
        </a:accent4>
        <a:accent5>
          <a:srgbClr val="CAFFE2"/>
        </a:accent5>
        <a:accent6>
          <a:srgbClr val="8AE7B9"/>
        </a:accent6>
        <a:hlink>
          <a:srgbClr val="800000"/>
        </a:hlink>
        <a:folHlink>
          <a:srgbClr val="FFCC9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26363</TotalTime>
  <Words>2079</Words>
  <Application>Microsoft Office PowerPoint</Application>
  <PresentationFormat>全屏显示(4:3)</PresentationFormat>
  <Paragraphs>502</Paragraphs>
  <Slides>37</Slides>
  <Notes>0</Notes>
  <HiddenSlides>0</HiddenSlides>
  <MMClips>0</MMClips>
  <ScaleCrop>false</ScaleCrop>
  <HeadingPairs>
    <vt:vector size="8" baseType="variant">
      <vt:variant>
        <vt:lpstr>已用的字体</vt:lpstr>
      </vt:variant>
      <vt:variant>
        <vt:i4>12</vt:i4>
      </vt:variant>
      <vt:variant>
        <vt:lpstr>主题</vt:lpstr>
      </vt:variant>
      <vt:variant>
        <vt:i4>3</vt:i4>
      </vt:variant>
      <vt:variant>
        <vt:lpstr>嵌入 OLE 服务器</vt:lpstr>
      </vt:variant>
      <vt:variant>
        <vt:i4>2</vt:i4>
      </vt:variant>
      <vt:variant>
        <vt:lpstr>幻灯片标题</vt:lpstr>
      </vt:variant>
      <vt:variant>
        <vt:i4>37</vt:i4>
      </vt:variant>
    </vt:vector>
  </HeadingPairs>
  <TitlesOfParts>
    <vt:vector size="54" baseType="lpstr">
      <vt:lpstr>黑体</vt:lpstr>
      <vt:lpstr>华文新魏</vt:lpstr>
      <vt:lpstr>宋体</vt:lpstr>
      <vt:lpstr>微软雅黑</vt:lpstr>
      <vt:lpstr>微软雅黑</vt:lpstr>
      <vt:lpstr>Arial</vt:lpstr>
      <vt:lpstr>Arial Black</vt:lpstr>
      <vt:lpstr>Arial Narrow</vt:lpstr>
      <vt:lpstr>Calibri</vt:lpstr>
      <vt:lpstr>Courier New</vt:lpstr>
      <vt:lpstr>Times New Roman</vt:lpstr>
      <vt:lpstr>Wingdings</vt:lpstr>
      <vt:lpstr>1_默认设计模板</vt:lpstr>
      <vt:lpstr>Pixel</vt:lpstr>
      <vt:lpstr>2_Pixel</vt:lpstr>
      <vt:lpstr>Equation.3</vt:lpstr>
      <vt:lpstr>公式</vt:lpstr>
      <vt:lpstr>目录（Contents）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线性表的应用：多项式 (Polynomial)</vt:lpstr>
      <vt:lpstr>多项式的存储表示</vt:lpstr>
      <vt:lpstr>多项式的存储表示</vt:lpstr>
      <vt:lpstr>多项式的顺序存储表示</vt:lpstr>
      <vt:lpstr>多项式的顺序存储表示</vt:lpstr>
      <vt:lpstr>多项式的链式存储表示</vt:lpstr>
      <vt:lpstr>多项式的链表表示</vt:lpstr>
      <vt:lpstr>多项式求值算法</vt:lpstr>
      <vt:lpstr>多项式求值算法</vt:lpstr>
      <vt:lpstr>多项式加法运算</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静态链表</vt:lpstr>
      <vt:lpstr>静态链表</vt:lpstr>
      <vt:lpstr>小结</vt:lpstr>
    </vt:vector>
  </TitlesOfParts>
  <Company>bjfu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数据结构</dc:title>
  <dc:creator>lidongmei</dc:creator>
  <cp:lastModifiedBy>Wang Qiuyue</cp:lastModifiedBy>
  <cp:revision>1428</cp:revision>
  <dcterms:created xsi:type="dcterms:W3CDTF">1996-07-15T15:40:02Z</dcterms:created>
  <dcterms:modified xsi:type="dcterms:W3CDTF">2025-09-19T08:02:18Z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2052-11.1.0.12313</vt:lpwstr>
  </property>
  <property fmtid="{D5CDD505-2E9C-101B-9397-08002B2CF9AE}" pid="3" name="ICV">
    <vt:lpwstr>21B1BE61B1D542FA80F882F1B8087B6E</vt:lpwstr>
  </property>
</Properties>
</file>