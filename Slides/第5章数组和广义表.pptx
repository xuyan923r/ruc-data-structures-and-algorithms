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81"/>
  </p:notesMasterIdLst>
  <p:handoutMasterIdLst>
    <p:handoutMasterId r:id="rId82"/>
  </p:handoutMasterIdLst>
  <p:sldIdLst>
    <p:sldId id="256" r:id="rId3"/>
    <p:sldId id="1223" r:id="rId4"/>
    <p:sldId id="871" r:id="rId5"/>
    <p:sldId id="1226" r:id="rId6"/>
    <p:sldId id="1225" r:id="rId7"/>
    <p:sldId id="1227" r:id="rId8"/>
    <p:sldId id="1228" r:id="rId9"/>
    <p:sldId id="1229" r:id="rId10"/>
    <p:sldId id="1230" r:id="rId11"/>
    <p:sldId id="874" r:id="rId12"/>
    <p:sldId id="1231" r:id="rId13"/>
    <p:sldId id="1232" r:id="rId14"/>
    <p:sldId id="878" r:id="rId15"/>
    <p:sldId id="1233" r:id="rId16"/>
    <p:sldId id="879" r:id="rId17"/>
    <p:sldId id="1234" r:id="rId18"/>
    <p:sldId id="881" r:id="rId19"/>
    <p:sldId id="883" r:id="rId20"/>
    <p:sldId id="884" r:id="rId21"/>
    <p:sldId id="1236" r:id="rId22"/>
    <p:sldId id="1237" r:id="rId23"/>
    <p:sldId id="1290" r:id="rId24"/>
    <p:sldId id="1235" r:id="rId25"/>
    <p:sldId id="885" r:id="rId26"/>
    <p:sldId id="936" r:id="rId27"/>
    <p:sldId id="1238" r:id="rId28"/>
    <p:sldId id="1239" r:id="rId29"/>
    <p:sldId id="1240" r:id="rId30"/>
    <p:sldId id="1242" r:id="rId31"/>
    <p:sldId id="1241" r:id="rId32"/>
    <p:sldId id="1243" r:id="rId33"/>
    <p:sldId id="1244" r:id="rId34"/>
    <p:sldId id="1245" r:id="rId35"/>
    <p:sldId id="1246" r:id="rId36"/>
    <p:sldId id="1251" r:id="rId37"/>
    <p:sldId id="1247" r:id="rId38"/>
    <p:sldId id="1248" r:id="rId39"/>
    <p:sldId id="1250" r:id="rId40"/>
    <p:sldId id="1249" r:id="rId41"/>
    <p:sldId id="1253" r:id="rId42"/>
    <p:sldId id="1254" r:id="rId43"/>
    <p:sldId id="1255" r:id="rId44"/>
    <p:sldId id="1256" r:id="rId45"/>
    <p:sldId id="1257" r:id="rId46"/>
    <p:sldId id="1258" r:id="rId47"/>
    <p:sldId id="1259" r:id="rId48"/>
    <p:sldId id="1260" r:id="rId49"/>
    <p:sldId id="1261" r:id="rId50"/>
    <p:sldId id="1262" r:id="rId51"/>
    <p:sldId id="1263" r:id="rId52"/>
    <p:sldId id="1264" r:id="rId53"/>
    <p:sldId id="1265" r:id="rId54"/>
    <p:sldId id="1266" r:id="rId55"/>
    <p:sldId id="1267" r:id="rId56"/>
    <p:sldId id="1268" r:id="rId57"/>
    <p:sldId id="1270" r:id="rId58"/>
    <p:sldId id="1269" r:id="rId59"/>
    <p:sldId id="1271" r:id="rId60"/>
    <p:sldId id="1272" r:id="rId61"/>
    <p:sldId id="1273" r:id="rId62"/>
    <p:sldId id="1252" r:id="rId63"/>
    <p:sldId id="1274" r:id="rId64"/>
    <p:sldId id="1275" r:id="rId65"/>
    <p:sldId id="1289" r:id="rId66"/>
    <p:sldId id="895" r:id="rId67"/>
    <p:sldId id="1277" r:id="rId68"/>
    <p:sldId id="896" r:id="rId69"/>
    <p:sldId id="1276" r:id="rId70"/>
    <p:sldId id="1279" r:id="rId71"/>
    <p:sldId id="1278" r:id="rId72"/>
    <p:sldId id="1280" r:id="rId73"/>
    <p:sldId id="1281" r:id="rId74"/>
    <p:sldId id="1282" r:id="rId75"/>
    <p:sldId id="1283" r:id="rId76"/>
    <p:sldId id="1284" r:id="rId77"/>
    <p:sldId id="1287" r:id="rId78"/>
    <p:sldId id="1288" r:id="rId79"/>
    <p:sldId id="898" r:id="rId80"/>
  </p:sldIdLst>
  <p:sldSz cx="9144000" cy="6858000" type="screen4x3"/>
  <p:notesSz cx="6858000" cy="9144000"/>
  <p:custDataLst>
    <p:tags r:id="rId83"/>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7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6F6F6"/>
    <a:srgbClr val="FF0000"/>
    <a:srgbClr val="CCECFF"/>
    <a:srgbClr val="B6D2EA"/>
    <a:srgbClr val="6C4C8F"/>
    <a:srgbClr val="CCCCFF"/>
    <a:srgbClr val="EAEAEA"/>
    <a:srgbClr val="4F99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608"/>
  </p:normalViewPr>
  <p:slideViewPr>
    <p:cSldViewPr snapToObjects="1" showGuides="1">
      <p:cViewPr varScale="1">
        <p:scale>
          <a:sx n="81" d="100"/>
          <a:sy n="81" d="100"/>
        </p:scale>
        <p:origin x="1507" y="48"/>
      </p:cViewPr>
      <p:guideLst>
        <p:guide orient="horz" pos="2160"/>
        <p:guide pos="287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83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spcBef>
                <a:spcPct val="0"/>
              </a:spcBef>
              <a:buFont typeface="Arial" panose="020B0604020202020204" pitchFamily="34" charset="0"/>
              <a:buNone/>
              <a:defRPr sz="1200" b="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DA15C9-8AED-467E-A06E-A63419A0DC12}"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316" name="Rectangle 4"/>
          <p:cNvSpPr>
            <a:spLocks noGrp="1" noRot="1" noChangeAspec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spcBef>
                <a:spcPct val="0"/>
              </a:spcBef>
              <a:buFont typeface="Arial" panose="020B0604020202020204" pitchFamily="34" charset="0"/>
              <a:buNone/>
              <a:defRPr sz="1200" b="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B30639-2EC0-43E4-821D-A79C6C5CAA91}"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9176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90755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2050"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chemeClr val="accent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lvl1pPr>
              <a:lnSpc>
                <a:spcPct val="150000"/>
              </a:lnSpc>
              <a:spcBef>
                <a:spcPts val="0"/>
              </a:spcBef>
              <a:defRPr/>
            </a:lvl1pPr>
            <a:lvl2pPr>
              <a:lnSpc>
                <a:spcPct val="150000"/>
              </a:lnSpc>
              <a:spcBef>
                <a:spcPts val="0"/>
              </a:spcBef>
              <a:defRPr/>
            </a:lvl2pPr>
          </a:lstStyle>
          <a:p>
            <a:pPr lvl="0"/>
            <a:r>
              <a:rPr lang="zh-CN" altLang="en-US" noProof="1"/>
              <a:t>编辑母版文本样式</a:t>
            </a:r>
          </a:p>
          <a:p>
            <a:pPr lvl="1"/>
            <a:r>
              <a:rPr lang="zh-CN" altLang="en-US" noProof="1"/>
              <a:t>第二级</a:t>
            </a:r>
          </a:p>
        </p:txBody>
      </p:sp>
      <p:grpSp>
        <p:nvGrpSpPr>
          <p:cNvPr id="17" name="组合 16"/>
          <p:cNvGrpSpPr/>
          <p:nvPr/>
        </p:nvGrpSpPr>
        <p:grpSpPr>
          <a:xfrm>
            <a:off x="115637" y="404664"/>
            <a:ext cx="617410" cy="174607"/>
            <a:chOff x="384175" y="480608"/>
            <a:chExt cx="348872" cy="98663"/>
          </a:xfrm>
          <a:solidFill>
            <a:schemeClr val="bg1">
              <a:lumMod val="90000"/>
            </a:schemeClr>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p>
        </p:txBody>
      </p:sp>
      <p:sp>
        <p:nvSpPr>
          <p:cNvPr id="4101"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空白">
    <p:bg>
      <p:bgPr>
        <a:solidFill>
          <a:schemeClr val="bg1"/>
        </a:solidFill>
        <a:effectLst/>
      </p:bgPr>
    </p:bg>
    <p:spTree>
      <p:nvGrpSpPr>
        <p:cNvPr id="1" name=""/>
        <p:cNvGrpSpPr/>
        <p:nvPr/>
      </p:nvGrpSpPr>
      <p:grpSpPr>
        <a:xfrm>
          <a:off x="0" y="0"/>
          <a:ext cx="0" cy="0"/>
          <a:chOff x="0" y="0"/>
          <a:chExt cx="0" cy="0"/>
        </a:xfrm>
      </p:grpSpPr>
      <p:sp>
        <p:nvSpPr>
          <p:cNvPr id="5122" name="直接连接符 9"/>
          <p:cNvSpPr/>
          <p:nvPr userDrawn="1"/>
        </p:nvSpPr>
        <p:spPr>
          <a:xfrm>
            <a:off x="0" y="6357938"/>
            <a:ext cx="9144000" cy="71437"/>
          </a:xfrm>
          <a:prstGeom prst="line">
            <a:avLst/>
          </a:prstGeom>
          <a:ln w="9525">
            <a:noFill/>
          </a:ln>
        </p:spPr>
      </p:sp>
      <p:sp>
        <p:nvSpPr>
          <p:cNvPr id="16" name="矩形 15"/>
          <p:cNvSpPr/>
          <p:nvPr/>
        </p:nvSpPr>
        <p:spPr>
          <a:xfrm>
            <a:off x="0" y="190500"/>
            <a:ext cx="9144000" cy="536575"/>
          </a:xfrm>
          <a:prstGeom prst="rect">
            <a:avLst/>
          </a:prstGeom>
          <a:solidFill>
            <a:schemeClr val="accent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0" name="标题 1"/>
          <p:cNvSpPr>
            <a:spLocks noGrp="1"/>
          </p:cNvSpPr>
          <p:nvPr>
            <p:ph type="title"/>
          </p:nvPr>
        </p:nvSpPr>
        <p:spPr>
          <a:xfrm>
            <a:off x="844550" y="242594"/>
            <a:ext cx="6400800" cy="457200"/>
          </a:xfrm>
        </p:spPr>
        <p:txBody>
          <a:bodyPr/>
          <a:lstStyle/>
          <a:p>
            <a:r>
              <a:rPr lang="zh-CN" altLang="en-US" noProof="1"/>
              <a:t>单击此处编辑母版标题样式</a:t>
            </a:r>
          </a:p>
        </p:txBody>
      </p:sp>
      <p:sp>
        <p:nvSpPr>
          <p:cNvPr id="5126" name="直接连接符 9"/>
          <p:cNvSpPr/>
          <p:nvPr userDrawn="1"/>
        </p:nvSpPr>
        <p:spPr>
          <a:xfrm>
            <a:off x="0" y="6357938"/>
            <a:ext cx="9144000" cy="71437"/>
          </a:xfrm>
          <a:prstGeom prst="line">
            <a:avLst/>
          </a:prstGeom>
          <a:ln w="9525">
            <a:noFill/>
          </a:ln>
        </p:spPr>
      </p:sp>
      <p:grpSp>
        <p:nvGrpSpPr>
          <p:cNvPr id="18" name="组合 17"/>
          <p:cNvGrpSpPr/>
          <p:nvPr/>
        </p:nvGrpSpPr>
        <p:grpSpPr>
          <a:xfrm>
            <a:off x="115637" y="404664"/>
            <a:ext cx="617410" cy="174607"/>
            <a:chOff x="384175" y="480608"/>
            <a:chExt cx="348872" cy="98663"/>
          </a:xfrm>
          <a:solidFill>
            <a:schemeClr val="bg1">
              <a:lumMod val="90000"/>
            </a:schemeClr>
          </a:solidFill>
        </p:grpSpPr>
        <p:sp>
          <p:nvSpPr>
            <p:cNvPr id="19" name="等腰三角形 18">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1" name="等腰三角形 20">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3_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p>
        </p:txBody>
      </p:sp>
      <p:sp>
        <p:nvSpPr>
          <p:cNvPr id="6149"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2_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p>
        </p:txBody>
      </p:sp>
      <p:sp>
        <p:nvSpPr>
          <p:cNvPr id="7173"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1_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p>
        </p:txBody>
      </p:sp>
      <p:sp>
        <p:nvSpPr>
          <p:cNvPr id="8197"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017588" y="609600"/>
            <a:ext cx="6400800" cy="685800"/>
          </a:xfrm>
        </p:spPr>
        <p:txBody>
          <a:bodyPr/>
          <a:lstStyle/>
          <a:p>
            <a:r>
              <a:rPr lang="zh-CN" altLang="en-US" noProof="1"/>
              <a:t>单击此处编辑母版标题样式</a:t>
            </a:r>
          </a:p>
        </p:txBody>
      </p:sp>
      <p:sp>
        <p:nvSpPr>
          <p:cNvPr id="3" name="SmartArt 占位符 2"/>
          <p:cNvSpPr>
            <a:spLocks noGrp="1"/>
          </p:cNvSpPr>
          <p:nvPr>
            <p:ph type="pic" idx="1"/>
          </p:nvPr>
        </p:nvSpPr>
        <p:spPr>
          <a:xfrm>
            <a:off x="649288" y="1449388"/>
            <a:ext cx="7983537" cy="4725987"/>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0" cap="none" spc="0" normalizeH="0" baseline="0" noProof="0">
              <a:ln>
                <a:noFill/>
              </a:ln>
              <a:solidFill>
                <a:schemeClr val="tx1"/>
              </a:solidFill>
              <a:effectLst/>
              <a:uLnTx/>
              <a:uFillTx/>
              <a:latin typeface="+mn-lt"/>
              <a:ea typeface="微软雅黑" panose="020B0503020204020204" pitchFamily="34"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9698" name="Group 2">
            <a:extLst>
              <a:ext uri="{FF2B5EF4-FFF2-40B4-BE49-F238E27FC236}">
                <a16:creationId xmlns:a16="http://schemas.microsoft.com/office/drawing/2014/main" id="{8CAF50F0-3A55-4ADA-AA1D-9792FAE14E5B}"/>
              </a:ext>
            </a:extLst>
          </p:cNvPr>
          <p:cNvGrpSpPr>
            <a:grpSpLocks/>
          </p:cNvGrpSpPr>
          <p:nvPr/>
        </p:nvGrpSpPr>
        <p:grpSpPr bwMode="auto">
          <a:xfrm>
            <a:off x="0" y="0"/>
            <a:ext cx="9144000" cy="6858000"/>
            <a:chOff x="0" y="0"/>
            <a:chExt cx="5760" cy="4320"/>
          </a:xfrm>
        </p:grpSpPr>
        <p:sp>
          <p:nvSpPr>
            <p:cNvPr id="29699" name="Rectangle 3">
              <a:extLst>
                <a:ext uri="{FF2B5EF4-FFF2-40B4-BE49-F238E27FC236}">
                  <a16:creationId xmlns:a16="http://schemas.microsoft.com/office/drawing/2014/main" id="{3CA8E321-DF00-4874-877B-385BA03E1297}"/>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29700" name="Rectangle 4">
              <a:extLst>
                <a:ext uri="{FF2B5EF4-FFF2-40B4-BE49-F238E27FC236}">
                  <a16:creationId xmlns:a16="http://schemas.microsoft.com/office/drawing/2014/main" id="{FD4184E0-E0DD-4579-BB7D-FE1E1AAC71A1}"/>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grpSp>
          <p:nvGrpSpPr>
            <p:cNvPr id="29701" name="Group 5">
              <a:extLst>
                <a:ext uri="{FF2B5EF4-FFF2-40B4-BE49-F238E27FC236}">
                  <a16:creationId xmlns:a16="http://schemas.microsoft.com/office/drawing/2014/main" id="{AC01B30C-1D2A-4938-A483-9F823E609694}"/>
                </a:ext>
              </a:extLst>
            </p:cNvPr>
            <p:cNvGrpSpPr>
              <a:grpSpLocks/>
            </p:cNvGrpSpPr>
            <p:nvPr/>
          </p:nvGrpSpPr>
          <p:grpSpPr bwMode="auto">
            <a:xfrm>
              <a:off x="0" y="672"/>
              <a:ext cx="1806" cy="1989"/>
              <a:chOff x="0" y="672"/>
              <a:chExt cx="1806" cy="1989"/>
            </a:xfrm>
          </p:grpSpPr>
          <p:sp>
            <p:nvSpPr>
              <p:cNvPr id="29702" name="Rectangle 6">
                <a:extLst>
                  <a:ext uri="{FF2B5EF4-FFF2-40B4-BE49-F238E27FC236}">
                    <a16:creationId xmlns:a16="http://schemas.microsoft.com/office/drawing/2014/main" id="{2054F69F-1878-4EDF-A48B-E59D89D64FE1}"/>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3" name="Rectangle 7">
                <a:extLst>
                  <a:ext uri="{FF2B5EF4-FFF2-40B4-BE49-F238E27FC236}">
                    <a16:creationId xmlns:a16="http://schemas.microsoft.com/office/drawing/2014/main" id="{585B3566-4EB7-49E0-A9C1-98563F1ABE63}"/>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4" name="Rectangle 8">
                <a:extLst>
                  <a:ext uri="{FF2B5EF4-FFF2-40B4-BE49-F238E27FC236}">
                    <a16:creationId xmlns:a16="http://schemas.microsoft.com/office/drawing/2014/main" id="{6BA47FA8-F952-43B3-9165-49552E7547B7}"/>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5" name="Rectangle 9">
                <a:extLst>
                  <a:ext uri="{FF2B5EF4-FFF2-40B4-BE49-F238E27FC236}">
                    <a16:creationId xmlns:a16="http://schemas.microsoft.com/office/drawing/2014/main" id="{9D408330-8C6C-4B99-960C-3173B443C8B6}"/>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6" name="Rectangle 10">
                <a:extLst>
                  <a:ext uri="{FF2B5EF4-FFF2-40B4-BE49-F238E27FC236}">
                    <a16:creationId xmlns:a16="http://schemas.microsoft.com/office/drawing/2014/main" id="{6DADB660-670B-43E3-B0B3-E6797782571E}"/>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7" name="Rectangle 11">
                <a:extLst>
                  <a:ext uri="{FF2B5EF4-FFF2-40B4-BE49-F238E27FC236}">
                    <a16:creationId xmlns:a16="http://schemas.microsoft.com/office/drawing/2014/main" id="{21F32A29-CBB3-405F-B62F-AFCA2142A926}"/>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8" name="Rectangle 12">
                <a:extLst>
                  <a:ext uri="{FF2B5EF4-FFF2-40B4-BE49-F238E27FC236}">
                    <a16:creationId xmlns:a16="http://schemas.microsoft.com/office/drawing/2014/main" id="{BED7B892-C9DA-47F7-8DB7-0162F5E59697}"/>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9" name="Rectangle 13">
                <a:extLst>
                  <a:ext uri="{FF2B5EF4-FFF2-40B4-BE49-F238E27FC236}">
                    <a16:creationId xmlns:a16="http://schemas.microsoft.com/office/drawing/2014/main" id="{1CF2F4CA-5A16-4B2E-9649-8934827E6FEA}"/>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10" name="Rectangle 14">
                <a:extLst>
                  <a:ext uri="{FF2B5EF4-FFF2-40B4-BE49-F238E27FC236}">
                    <a16:creationId xmlns:a16="http://schemas.microsoft.com/office/drawing/2014/main" id="{E44FE56F-87D5-470E-87AD-C89C43394C70}"/>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11" name="Rectangle 15">
                <a:extLst>
                  <a:ext uri="{FF2B5EF4-FFF2-40B4-BE49-F238E27FC236}">
                    <a16:creationId xmlns:a16="http://schemas.microsoft.com/office/drawing/2014/main" id="{2F046A15-3B8F-43A9-B095-F7C1CF803B9B}"/>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grpSp>
      </p:grpSp>
      <p:sp>
        <p:nvSpPr>
          <p:cNvPr id="29712" name="Rectangle 16">
            <a:extLst>
              <a:ext uri="{FF2B5EF4-FFF2-40B4-BE49-F238E27FC236}">
                <a16:creationId xmlns:a16="http://schemas.microsoft.com/office/drawing/2014/main" id="{67D1B36C-3839-47A5-A900-133A52291D66}"/>
              </a:ext>
            </a:extLst>
          </p:cNvPr>
          <p:cNvSpPr>
            <a:spLocks noGrp="1" noChangeArrowheads="1"/>
          </p:cNvSpPr>
          <p:nvPr>
            <p:ph type="dt" sz="half" idx="2"/>
          </p:nvPr>
        </p:nvSpPr>
        <p:spPr>
          <a:xfrm>
            <a:off x="457200" y="6248400"/>
            <a:ext cx="2133600" cy="457200"/>
          </a:xfrm>
        </p:spPr>
        <p:txBody>
          <a:bodyPr/>
          <a:lstStyle>
            <a:lvl1pPr>
              <a:defRPr/>
            </a:lvl1pPr>
          </a:lstStyle>
          <a:p>
            <a:endParaRPr lang="en-US" altLang="zh-CN"/>
          </a:p>
        </p:txBody>
      </p:sp>
      <p:sp>
        <p:nvSpPr>
          <p:cNvPr id="29713" name="Rectangle 17">
            <a:extLst>
              <a:ext uri="{FF2B5EF4-FFF2-40B4-BE49-F238E27FC236}">
                <a16:creationId xmlns:a16="http://schemas.microsoft.com/office/drawing/2014/main" id="{0509F7D1-0841-4DCC-9FE2-AE04AD9F3873}"/>
              </a:ext>
            </a:extLst>
          </p:cNvPr>
          <p:cNvSpPr>
            <a:spLocks noGrp="1" noChangeArrowheads="1"/>
          </p:cNvSpPr>
          <p:nvPr>
            <p:ph type="ftr" sz="quarter" idx="3"/>
          </p:nvPr>
        </p:nvSpPr>
        <p:spPr/>
        <p:txBody>
          <a:bodyPr/>
          <a:lstStyle>
            <a:lvl1pPr>
              <a:defRPr/>
            </a:lvl1pPr>
          </a:lstStyle>
          <a:p>
            <a:endParaRPr lang="en-US" altLang="zh-CN"/>
          </a:p>
        </p:txBody>
      </p:sp>
      <p:sp>
        <p:nvSpPr>
          <p:cNvPr id="29714" name="Rectangle 18">
            <a:extLst>
              <a:ext uri="{FF2B5EF4-FFF2-40B4-BE49-F238E27FC236}">
                <a16:creationId xmlns:a16="http://schemas.microsoft.com/office/drawing/2014/main" id="{80A1332F-FCA7-48B5-9F83-5973E300D742}"/>
              </a:ext>
            </a:extLst>
          </p:cNvPr>
          <p:cNvSpPr>
            <a:spLocks noGrp="1" noChangeArrowheads="1"/>
          </p:cNvSpPr>
          <p:nvPr>
            <p:ph type="sldNum" sz="quarter" idx="4"/>
          </p:nvPr>
        </p:nvSpPr>
        <p:spPr>
          <a:xfrm>
            <a:off x="6553200" y="6248400"/>
            <a:ext cx="2133600" cy="457200"/>
          </a:xfrm>
        </p:spPr>
        <p:txBody>
          <a:bodyPr/>
          <a:lstStyle>
            <a:lvl1pPr>
              <a:defRPr sz="1200" b="0">
                <a:latin typeface="Arial Black" panose="020B0A04020102020204" pitchFamily="34" charset="0"/>
                <a:ea typeface="+mn-ea"/>
              </a:defRPr>
            </a:lvl1pPr>
          </a:lstStyle>
          <a:p>
            <a:fld id="{E5309CBB-3AEB-4BD3-8A17-C01AB13CAED3}" type="slidenum">
              <a:rPr lang="en-US" altLang="zh-CN"/>
              <a:pPr/>
              <a:t>‹#›</a:t>
            </a:fld>
            <a:endParaRPr lang="en-US" altLang="zh-CN"/>
          </a:p>
        </p:txBody>
      </p:sp>
      <p:sp>
        <p:nvSpPr>
          <p:cNvPr id="29715" name="Rectangle 19">
            <a:extLst>
              <a:ext uri="{FF2B5EF4-FFF2-40B4-BE49-F238E27FC236}">
                <a16:creationId xmlns:a16="http://schemas.microsoft.com/office/drawing/2014/main" id="{8E8CB819-80A5-4466-9E73-B0A49F10772B}"/>
              </a:ext>
            </a:extLst>
          </p:cNvPr>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9716" name="Rectangle 20">
            <a:extLst>
              <a:ext uri="{FF2B5EF4-FFF2-40B4-BE49-F238E27FC236}">
                <a16:creationId xmlns:a16="http://schemas.microsoft.com/office/drawing/2014/main" id="{92C074B9-A395-4156-9D56-1EC3461D110C}"/>
              </a:ext>
            </a:extLst>
          </p:cNvPr>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p>
        </p:txBody>
      </p:sp>
    </p:spTree>
    <p:extLst>
      <p:ext uri="{BB962C8B-B14F-4D97-AF65-F5344CB8AC3E}">
        <p14:creationId xmlns:p14="http://schemas.microsoft.com/office/powerpoint/2010/main" val="3410686404"/>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048E9-7969-4300-BA6A-AB7F609A3F6B}"/>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DF1078F0-05CD-4ADF-9A07-7E85E80AF73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1CF52D6-C64F-4484-B872-4491C534C9FC}"/>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1AD00F02-548B-4135-9E7E-FAB4FED24FF6}"/>
              </a:ext>
            </a:extLst>
          </p:cNvPr>
          <p:cNvSpPr>
            <a:spLocks noGrp="1"/>
          </p:cNvSpPr>
          <p:nvPr>
            <p:ph type="sldNum" sz="quarter" idx="11"/>
          </p:nvPr>
        </p:nvSpPr>
        <p:spPr/>
        <p:txBody>
          <a:bodyPr/>
          <a:lstStyle>
            <a:lvl1pPr>
              <a:defRPr/>
            </a:lvl1pPr>
          </a:lstStyle>
          <a:p>
            <a:fld id="{67DFCF5C-C2A2-4C66-B481-19AC68269094}" type="slidenum">
              <a:rPr lang="en-US" altLang="zh-CN"/>
              <a:pPr/>
              <a:t>‹#›</a:t>
            </a:fld>
            <a:endParaRPr lang="en-US" altLang="zh-CN"/>
          </a:p>
        </p:txBody>
      </p:sp>
      <p:sp>
        <p:nvSpPr>
          <p:cNvPr id="6" name="日期占位符 5">
            <a:extLst>
              <a:ext uri="{FF2B5EF4-FFF2-40B4-BE49-F238E27FC236}">
                <a16:creationId xmlns:a16="http://schemas.microsoft.com/office/drawing/2014/main" id="{F846A2C3-D87A-417F-97B7-6D0A37C6295A}"/>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074311822"/>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E5B9B-EAD2-474C-80D9-55EDBD5B3B0F}"/>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DEB9AB-0B78-4779-B2DD-2156F4E52DE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F9F454CB-5FA3-4EE5-A663-E5F42B206E69}"/>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66BDDD17-3EEF-410F-AD08-0F2841DB8E0C}"/>
              </a:ext>
            </a:extLst>
          </p:cNvPr>
          <p:cNvSpPr>
            <a:spLocks noGrp="1"/>
          </p:cNvSpPr>
          <p:nvPr>
            <p:ph type="sldNum" sz="quarter" idx="11"/>
          </p:nvPr>
        </p:nvSpPr>
        <p:spPr/>
        <p:txBody>
          <a:bodyPr/>
          <a:lstStyle>
            <a:lvl1pPr>
              <a:defRPr/>
            </a:lvl1pPr>
          </a:lstStyle>
          <a:p>
            <a:fld id="{9561422F-630F-49A1-B5EE-888F39F5095F}" type="slidenum">
              <a:rPr lang="en-US" altLang="zh-CN"/>
              <a:pPr/>
              <a:t>‹#›</a:t>
            </a:fld>
            <a:endParaRPr lang="en-US" altLang="zh-CN"/>
          </a:p>
        </p:txBody>
      </p:sp>
      <p:sp>
        <p:nvSpPr>
          <p:cNvPr id="6" name="日期占位符 5">
            <a:extLst>
              <a:ext uri="{FF2B5EF4-FFF2-40B4-BE49-F238E27FC236}">
                <a16:creationId xmlns:a16="http://schemas.microsoft.com/office/drawing/2014/main" id="{30C34C09-E65E-40A6-A4C3-564AF5414211}"/>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762073464"/>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BF6908-2681-4A69-81B6-7F484EF544C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703E58-A1D6-4DFF-B8A7-9F42B3BFBB56}"/>
              </a:ext>
            </a:extLst>
          </p:cNvPr>
          <p:cNvSpPr>
            <a:spLocks noGrp="1"/>
          </p:cNvSpPr>
          <p:nvPr>
            <p:ph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36F388D-E693-4968-8F3F-2567DCC1639E}"/>
              </a:ext>
            </a:extLst>
          </p:cNvPr>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A9FC00AB-6640-4CB8-8B95-ACA87343E42E}"/>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C4F2435-F14C-427A-B97F-EC0D7144A283}"/>
              </a:ext>
            </a:extLst>
          </p:cNvPr>
          <p:cNvSpPr>
            <a:spLocks noGrp="1"/>
          </p:cNvSpPr>
          <p:nvPr>
            <p:ph type="sldNum" sz="quarter" idx="11"/>
          </p:nvPr>
        </p:nvSpPr>
        <p:spPr/>
        <p:txBody>
          <a:bodyPr/>
          <a:lstStyle>
            <a:lvl1pPr>
              <a:defRPr/>
            </a:lvl1pPr>
          </a:lstStyle>
          <a:p>
            <a:fld id="{8A31931F-EF41-40CE-B503-7D416B9597B0}" type="slidenum">
              <a:rPr lang="en-US" altLang="zh-CN"/>
              <a:pPr/>
              <a:t>‹#›</a:t>
            </a:fld>
            <a:endParaRPr lang="en-US" altLang="zh-CN"/>
          </a:p>
        </p:txBody>
      </p:sp>
      <p:sp>
        <p:nvSpPr>
          <p:cNvPr id="7" name="日期占位符 6">
            <a:extLst>
              <a:ext uri="{FF2B5EF4-FFF2-40B4-BE49-F238E27FC236}">
                <a16:creationId xmlns:a16="http://schemas.microsoft.com/office/drawing/2014/main" id="{83DAA1C9-D806-430A-BD3F-C90F1F93161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1996939972"/>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85370-78EB-4017-B873-01488CBEC901}"/>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BFAADA-45BF-4757-B837-AB17A262AAB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4242B3C-64ED-4CAB-AAEC-5DCA64A313F5}"/>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1AD68A9-2257-42C5-BE0E-6B350D9FE44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D4182D-0893-4FF4-8917-C7E4B519F53D}"/>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8E19D611-22C1-4CD5-98B3-34A658251273}"/>
              </a:ext>
            </a:extLst>
          </p:cNvPr>
          <p:cNvSpPr>
            <a:spLocks noGrp="1"/>
          </p:cNvSpPr>
          <p:nvPr>
            <p:ph type="ftr" sz="quarter" idx="10"/>
          </p:nvPr>
        </p:nvSpPr>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50070C82-9147-4D12-AE04-F72416F8B8CF}"/>
              </a:ext>
            </a:extLst>
          </p:cNvPr>
          <p:cNvSpPr>
            <a:spLocks noGrp="1"/>
          </p:cNvSpPr>
          <p:nvPr>
            <p:ph type="sldNum" sz="quarter" idx="11"/>
          </p:nvPr>
        </p:nvSpPr>
        <p:spPr/>
        <p:txBody>
          <a:bodyPr/>
          <a:lstStyle>
            <a:lvl1pPr>
              <a:defRPr/>
            </a:lvl1pPr>
          </a:lstStyle>
          <a:p>
            <a:fld id="{8ED5FE2A-6A0D-46F0-9A25-D63A1B86CAAF}" type="slidenum">
              <a:rPr lang="en-US" altLang="zh-CN"/>
              <a:pPr/>
              <a:t>‹#›</a:t>
            </a:fld>
            <a:endParaRPr lang="en-US" altLang="zh-CN"/>
          </a:p>
        </p:txBody>
      </p:sp>
      <p:sp>
        <p:nvSpPr>
          <p:cNvPr id="9" name="日期占位符 8">
            <a:extLst>
              <a:ext uri="{FF2B5EF4-FFF2-40B4-BE49-F238E27FC236}">
                <a16:creationId xmlns:a16="http://schemas.microsoft.com/office/drawing/2014/main" id="{FC29BF08-1F99-4F41-9FE0-897CAFB2533F}"/>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1668384526"/>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7D100A-5B57-4855-8146-C6CF87D3EF5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7E59A4E8-8ACF-4115-8384-5197E01C8D62}"/>
              </a:ext>
            </a:extLst>
          </p:cNvPr>
          <p:cNvSpPr>
            <a:spLocks noGrp="1"/>
          </p:cNvSpPr>
          <p:nvPr>
            <p:ph type="ftr" sz="quarter" idx="10"/>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BF4A9A5F-FC52-48D2-AF1A-4C84D2DFE5B2}"/>
              </a:ext>
            </a:extLst>
          </p:cNvPr>
          <p:cNvSpPr>
            <a:spLocks noGrp="1"/>
          </p:cNvSpPr>
          <p:nvPr>
            <p:ph type="sldNum" sz="quarter" idx="11"/>
          </p:nvPr>
        </p:nvSpPr>
        <p:spPr/>
        <p:txBody>
          <a:bodyPr/>
          <a:lstStyle>
            <a:lvl1pPr>
              <a:defRPr/>
            </a:lvl1pPr>
          </a:lstStyle>
          <a:p>
            <a:fld id="{74F561C9-FB71-4454-A9F9-B9626922A02F}" type="slidenum">
              <a:rPr lang="en-US" altLang="zh-CN"/>
              <a:pPr/>
              <a:t>‹#›</a:t>
            </a:fld>
            <a:endParaRPr lang="en-US" altLang="zh-CN"/>
          </a:p>
        </p:txBody>
      </p:sp>
      <p:sp>
        <p:nvSpPr>
          <p:cNvPr id="5" name="日期占位符 4">
            <a:extLst>
              <a:ext uri="{FF2B5EF4-FFF2-40B4-BE49-F238E27FC236}">
                <a16:creationId xmlns:a16="http://schemas.microsoft.com/office/drawing/2014/main" id="{5B90ABE2-FCE1-4421-818A-7C71304F76E3}"/>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185813142"/>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AAE7580-9D24-411F-8067-CE1FA87A8B8C}"/>
              </a:ext>
            </a:extLst>
          </p:cNvPr>
          <p:cNvSpPr>
            <a:spLocks noGrp="1"/>
          </p:cNvSpPr>
          <p:nvPr>
            <p:ph type="ftr" sz="quarter" idx="10"/>
          </p:nvPr>
        </p:nvSpPr>
        <p:spPr/>
        <p:txBody>
          <a:bodyPr/>
          <a:lstStyle>
            <a:lvl1pPr>
              <a:defRPr/>
            </a:lvl1pPr>
          </a:lstStyle>
          <a:p>
            <a:endParaRPr lang="en-US" altLang="zh-CN"/>
          </a:p>
        </p:txBody>
      </p:sp>
      <p:sp>
        <p:nvSpPr>
          <p:cNvPr id="3" name="灯片编号占位符 2">
            <a:extLst>
              <a:ext uri="{FF2B5EF4-FFF2-40B4-BE49-F238E27FC236}">
                <a16:creationId xmlns:a16="http://schemas.microsoft.com/office/drawing/2014/main" id="{62A20B5A-2B24-441F-827C-9288EFD0DD98}"/>
              </a:ext>
            </a:extLst>
          </p:cNvPr>
          <p:cNvSpPr>
            <a:spLocks noGrp="1"/>
          </p:cNvSpPr>
          <p:nvPr>
            <p:ph type="sldNum" sz="quarter" idx="11"/>
          </p:nvPr>
        </p:nvSpPr>
        <p:spPr/>
        <p:txBody>
          <a:bodyPr/>
          <a:lstStyle>
            <a:lvl1pPr>
              <a:defRPr/>
            </a:lvl1pPr>
          </a:lstStyle>
          <a:p>
            <a:fld id="{261FF4EF-7BBD-4FA0-9747-34A363CFCF8F}" type="slidenum">
              <a:rPr lang="en-US" altLang="zh-CN"/>
              <a:pPr/>
              <a:t>‹#›</a:t>
            </a:fld>
            <a:endParaRPr lang="en-US" altLang="zh-CN"/>
          </a:p>
        </p:txBody>
      </p:sp>
      <p:sp>
        <p:nvSpPr>
          <p:cNvPr id="4" name="日期占位符 3">
            <a:extLst>
              <a:ext uri="{FF2B5EF4-FFF2-40B4-BE49-F238E27FC236}">
                <a16:creationId xmlns:a16="http://schemas.microsoft.com/office/drawing/2014/main" id="{FA84933C-F8BA-4D78-8B20-AC7E97CDEB78}"/>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4265897384"/>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DAD98-0F2F-43ED-B9B8-D9BB4FA071A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5088B04-690B-4362-8C14-48C7BF31391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6A5527-53B5-431B-94A1-540395E6C69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112205B-3744-49D9-8FE7-56DF158DA2B1}"/>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57C1708-194E-464B-A327-7D2563DDCB94}"/>
              </a:ext>
            </a:extLst>
          </p:cNvPr>
          <p:cNvSpPr>
            <a:spLocks noGrp="1"/>
          </p:cNvSpPr>
          <p:nvPr>
            <p:ph type="sldNum" sz="quarter" idx="11"/>
          </p:nvPr>
        </p:nvSpPr>
        <p:spPr/>
        <p:txBody>
          <a:bodyPr/>
          <a:lstStyle>
            <a:lvl1pPr>
              <a:defRPr/>
            </a:lvl1pPr>
          </a:lstStyle>
          <a:p>
            <a:fld id="{E77B8F39-10B7-4545-A6C0-3F0F860BA4FE}" type="slidenum">
              <a:rPr lang="en-US" altLang="zh-CN"/>
              <a:pPr/>
              <a:t>‹#›</a:t>
            </a:fld>
            <a:endParaRPr lang="en-US" altLang="zh-CN"/>
          </a:p>
        </p:txBody>
      </p:sp>
      <p:sp>
        <p:nvSpPr>
          <p:cNvPr id="7" name="日期占位符 6">
            <a:extLst>
              <a:ext uri="{FF2B5EF4-FFF2-40B4-BE49-F238E27FC236}">
                <a16:creationId xmlns:a16="http://schemas.microsoft.com/office/drawing/2014/main" id="{97918829-C0AE-484B-B38E-2B323896918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464682469"/>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30182-45BC-4F98-8B9A-8E68F5430A45}"/>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F2BEAD-96DE-46FB-9A5C-AE3D7EEA572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B6901F3-5B60-466C-895C-D40C8DA05C6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F6B48F8F-5375-459A-8CD5-32FB7BFCB97C}"/>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5B7A2D5-5350-4E5D-8EE4-5E291E74D07D}"/>
              </a:ext>
            </a:extLst>
          </p:cNvPr>
          <p:cNvSpPr>
            <a:spLocks noGrp="1"/>
          </p:cNvSpPr>
          <p:nvPr>
            <p:ph type="sldNum" sz="quarter" idx="11"/>
          </p:nvPr>
        </p:nvSpPr>
        <p:spPr/>
        <p:txBody>
          <a:bodyPr/>
          <a:lstStyle>
            <a:lvl1pPr>
              <a:defRPr/>
            </a:lvl1pPr>
          </a:lstStyle>
          <a:p>
            <a:fld id="{3B5074B4-9195-4B33-9557-6D03CD715FC5}" type="slidenum">
              <a:rPr lang="en-US" altLang="zh-CN"/>
              <a:pPr/>
              <a:t>‹#›</a:t>
            </a:fld>
            <a:endParaRPr lang="en-US" altLang="zh-CN"/>
          </a:p>
        </p:txBody>
      </p:sp>
      <p:sp>
        <p:nvSpPr>
          <p:cNvPr id="7" name="日期占位符 6">
            <a:extLst>
              <a:ext uri="{FF2B5EF4-FFF2-40B4-BE49-F238E27FC236}">
                <a16:creationId xmlns:a16="http://schemas.microsoft.com/office/drawing/2014/main" id="{87C5420C-4B03-4E48-8D15-78B4EC17B174}"/>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470854546"/>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72601D-8D66-4148-91AA-04A14BE1BEB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38F4D0-70DC-4DFD-A3A5-D0403CBDABA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8320218F-08AA-4223-829D-1B50B3FCAA65}"/>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9E890FB-3E52-45DE-9DED-992E246EC619}"/>
              </a:ext>
            </a:extLst>
          </p:cNvPr>
          <p:cNvSpPr>
            <a:spLocks noGrp="1"/>
          </p:cNvSpPr>
          <p:nvPr>
            <p:ph type="sldNum" sz="quarter" idx="11"/>
          </p:nvPr>
        </p:nvSpPr>
        <p:spPr/>
        <p:txBody>
          <a:bodyPr/>
          <a:lstStyle>
            <a:lvl1pPr>
              <a:defRPr/>
            </a:lvl1pPr>
          </a:lstStyle>
          <a:p>
            <a:fld id="{E31AE139-FCD8-49E9-AEFA-5B65DCDF169F}" type="slidenum">
              <a:rPr lang="en-US" altLang="zh-CN"/>
              <a:pPr/>
              <a:t>‹#›</a:t>
            </a:fld>
            <a:endParaRPr lang="en-US" altLang="zh-CN"/>
          </a:p>
        </p:txBody>
      </p:sp>
      <p:sp>
        <p:nvSpPr>
          <p:cNvPr id="6" name="日期占位符 5">
            <a:extLst>
              <a:ext uri="{FF2B5EF4-FFF2-40B4-BE49-F238E27FC236}">
                <a16:creationId xmlns:a16="http://schemas.microsoft.com/office/drawing/2014/main" id="{7D1184F0-437D-45B8-BF2D-28153DE19E96}"/>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407989677"/>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092409-CC5C-48C3-997B-292643DBCE53}"/>
              </a:ext>
            </a:extLst>
          </p:cNvPr>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80ABE33-88BC-4EE2-8363-6804A8DD6D85}"/>
              </a:ext>
            </a:extLst>
          </p:cNvPr>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D00B62E-76DB-4459-8ED0-41FE776239FB}"/>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E00F402-EFE4-4030-B673-02DA40FDB931}"/>
              </a:ext>
            </a:extLst>
          </p:cNvPr>
          <p:cNvSpPr>
            <a:spLocks noGrp="1"/>
          </p:cNvSpPr>
          <p:nvPr>
            <p:ph type="sldNum" sz="quarter" idx="11"/>
          </p:nvPr>
        </p:nvSpPr>
        <p:spPr/>
        <p:txBody>
          <a:bodyPr/>
          <a:lstStyle>
            <a:lvl1pPr>
              <a:defRPr/>
            </a:lvl1pPr>
          </a:lstStyle>
          <a:p>
            <a:fld id="{23D69601-9D7C-43AD-8E1E-015C13AF9FF6}" type="slidenum">
              <a:rPr lang="en-US" altLang="zh-CN"/>
              <a:pPr/>
              <a:t>‹#›</a:t>
            </a:fld>
            <a:endParaRPr lang="en-US" altLang="zh-CN"/>
          </a:p>
        </p:txBody>
      </p:sp>
      <p:sp>
        <p:nvSpPr>
          <p:cNvPr id="6" name="日期占位符 5">
            <a:extLst>
              <a:ext uri="{FF2B5EF4-FFF2-40B4-BE49-F238E27FC236}">
                <a16:creationId xmlns:a16="http://schemas.microsoft.com/office/drawing/2014/main" id="{E1AE1A58-1346-4E35-A034-D1C2F1FD2B88}"/>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947581576"/>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DDBD91-EC1A-40D2-9866-C876A1679DC2}"/>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8F8FAA65-1A10-4BF7-BD70-92C1323D8424}"/>
              </a:ext>
            </a:extLst>
          </p:cNvPr>
          <p:cNvSpPr>
            <a:spLocks noGrp="1"/>
          </p:cNvSpPr>
          <p:nvPr>
            <p:ph type="tbl" idx="1"/>
          </p:nvPr>
        </p:nvSpPr>
        <p:spPr>
          <a:xfrm>
            <a:off x="457200" y="1981200"/>
            <a:ext cx="8229600" cy="3886200"/>
          </a:xfrm>
        </p:spPr>
        <p:txBody>
          <a:bodyPr/>
          <a:lstStyle/>
          <a:p>
            <a:endParaRPr lang="zh-CN" altLang="en-US"/>
          </a:p>
        </p:txBody>
      </p:sp>
      <p:sp>
        <p:nvSpPr>
          <p:cNvPr id="4" name="页脚占位符 3">
            <a:extLst>
              <a:ext uri="{FF2B5EF4-FFF2-40B4-BE49-F238E27FC236}">
                <a16:creationId xmlns:a16="http://schemas.microsoft.com/office/drawing/2014/main" id="{7B7B263A-6192-4A79-BDC8-8FCDE3A27400}"/>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D3D9E543-2961-4C47-A642-897040921659}"/>
              </a:ext>
            </a:extLst>
          </p:cNvPr>
          <p:cNvSpPr>
            <a:spLocks noGrp="1"/>
          </p:cNvSpPr>
          <p:nvPr>
            <p:ph type="sldNum" sz="quarter" idx="11"/>
          </p:nvPr>
        </p:nvSpPr>
        <p:spPr>
          <a:xfrm>
            <a:off x="6553200" y="6200775"/>
            <a:ext cx="2133600" cy="457200"/>
          </a:xfrm>
        </p:spPr>
        <p:txBody>
          <a:bodyPr/>
          <a:lstStyle>
            <a:lvl1pPr>
              <a:defRPr/>
            </a:lvl1pPr>
          </a:lstStyle>
          <a:p>
            <a:fld id="{3EE2D7AF-3E92-46C1-9199-DB3F303CD0D0}" type="slidenum">
              <a:rPr lang="en-US" altLang="zh-CN"/>
              <a:pPr/>
              <a:t>‹#›</a:t>
            </a:fld>
            <a:endParaRPr lang="en-US" altLang="zh-CN"/>
          </a:p>
        </p:txBody>
      </p:sp>
      <p:sp>
        <p:nvSpPr>
          <p:cNvPr id="6" name="日期占位符 5">
            <a:extLst>
              <a:ext uri="{FF2B5EF4-FFF2-40B4-BE49-F238E27FC236}">
                <a16:creationId xmlns:a16="http://schemas.microsoft.com/office/drawing/2014/main" id="{80BE2EAB-A84B-4F08-9F09-4EB913DF9E18}"/>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4602820"/>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E5570E-AAE7-4CA9-9BBE-D75B9AE97BFF}"/>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SmartArt 占位符 2">
            <a:extLst>
              <a:ext uri="{FF2B5EF4-FFF2-40B4-BE49-F238E27FC236}">
                <a16:creationId xmlns:a16="http://schemas.microsoft.com/office/drawing/2014/main" id="{69F0F830-8A64-4C74-B83A-8811742AEB6E}"/>
              </a:ext>
            </a:extLst>
          </p:cNvPr>
          <p:cNvSpPr>
            <a:spLocks noGrp="1"/>
          </p:cNvSpPr>
          <p:nvPr>
            <p:ph type="dgm" idx="1"/>
          </p:nvPr>
        </p:nvSpPr>
        <p:spPr>
          <a:xfrm>
            <a:off x="457200" y="1981200"/>
            <a:ext cx="8229600" cy="3886200"/>
          </a:xfrm>
        </p:spPr>
        <p:txBody>
          <a:bodyPr/>
          <a:lstStyle/>
          <a:p>
            <a:endParaRPr lang="zh-CN" altLang="en-US"/>
          </a:p>
        </p:txBody>
      </p:sp>
      <p:sp>
        <p:nvSpPr>
          <p:cNvPr id="4" name="页脚占位符 3">
            <a:extLst>
              <a:ext uri="{FF2B5EF4-FFF2-40B4-BE49-F238E27FC236}">
                <a16:creationId xmlns:a16="http://schemas.microsoft.com/office/drawing/2014/main" id="{696245BF-E54E-4380-8C53-2103FE397214}"/>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1940811D-1E6E-4F6C-AB3B-E81853771184}"/>
              </a:ext>
            </a:extLst>
          </p:cNvPr>
          <p:cNvSpPr>
            <a:spLocks noGrp="1"/>
          </p:cNvSpPr>
          <p:nvPr>
            <p:ph type="sldNum" sz="quarter" idx="11"/>
          </p:nvPr>
        </p:nvSpPr>
        <p:spPr>
          <a:xfrm>
            <a:off x="6553200" y="6200775"/>
            <a:ext cx="2133600" cy="457200"/>
          </a:xfrm>
        </p:spPr>
        <p:txBody>
          <a:bodyPr/>
          <a:lstStyle>
            <a:lvl1pPr>
              <a:defRPr/>
            </a:lvl1pPr>
          </a:lstStyle>
          <a:p>
            <a:fld id="{5D438AE6-C331-480D-9D64-09098024A32B}" type="slidenum">
              <a:rPr lang="en-US" altLang="zh-CN"/>
              <a:pPr/>
              <a:t>‹#›</a:t>
            </a:fld>
            <a:endParaRPr lang="en-US" altLang="zh-CN"/>
          </a:p>
        </p:txBody>
      </p:sp>
      <p:sp>
        <p:nvSpPr>
          <p:cNvPr id="6" name="日期占位符 5">
            <a:extLst>
              <a:ext uri="{FF2B5EF4-FFF2-40B4-BE49-F238E27FC236}">
                <a16:creationId xmlns:a16="http://schemas.microsoft.com/office/drawing/2014/main" id="{9F6DDA6E-80B0-47AF-9E5B-F22706BE61AE}"/>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1101488930"/>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p:cNvSpPr>
          <p:nvPr>
            <p:ph type="body"/>
          </p:nvPr>
        </p:nvSpPr>
        <p:spPr>
          <a:xfrm>
            <a:off x="249822" y="727075"/>
            <a:ext cx="8642658" cy="5861050"/>
          </a:xfrm>
          <a:prstGeom prst="rect">
            <a:avLst/>
          </a:prstGeom>
          <a:noFill/>
          <a:ln w="9525">
            <a:noFill/>
          </a:ln>
        </p:spPr>
        <p:txBody>
          <a:bodyPr/>
          <a:lstStyle/>
          <a:p>
            <a:pPr lvl="0"/>
            <a:r>
              <a:rPr lang="zh-CN" altLang="en-US" dirty="0"/>
              <a:t>单击以编辑母版文本样式</a:t>
            </a:r>
            <a:endParaRPr lang="en-US" altLang="zh-CN" dirty="0"/>
          </a:p>
          <a:p>
            <a:pPr lvl="1"/>
            <a:endParaRPr lang="zh-CN" altLang="en-US" dirty="0"/>
          </a:p>
        </p:txBody>
      </p:sp>
      <p:cxnSp>
        <p:nvCxnSpPr>
          <p:cNvPr id="1027" name="直接连接符 9"/>
          <p:cNvCxnSpPr/>
          <p:nvPr userDrawn="1"/>
        </p:nvCxnSpPr>
        <p:spPr>
          <a:xfrm>
            <a:off x="0" y="6357938"/>
            <a:ext cx="9144000" cy="71437"/>
          </a:xfrm>
          <a:prstGeom prst="line">
            <a:avLst/>
          </a:prstGeom>
          <a:ln w="9525">
            <a:noFill/>
          </a:ln>
        </p:spPr>
      </p:cxnSp>
      <p:sp>
        <p:nvSpPr>
          <p:cNvPr id="10" name="矩形 9"/>
          <p:cNvSpPr/>
          <p:nvPr/>
        </p:nvSpPr>
        <p:spPr>
          <a:xfrm>
            <a:off x="0" y="190500"/>
            <a:ext cx="9144000" cy="536575"/>
          </a:xfrm>
          <a:prstGeom prst="rect">
            <a:avLst/>
          </a:prstGeom>
          <a:solidFill>
            <a:schemeClr val="accent2"/>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grpSp>
        <p:nvGrpSpPr>
          <p:cNvPr id="2" name="组合 1"/>
          <p:cNvGrpSpPr/>
          <p:nvPr/>
        </p:nvGrpSpPr>
        <p:grpSpPr>
          <a:xfrm>
            <a:off x="115637" y="378030"/>
            <a:ext cx="617410" cy="174607"/>
            <a:chOff x="384175" y="480608"/>
            <a:chExt cx="348872" cy="98663"/>
          </a:xfrm>
          <a:solidFill>
            <a:schemeClr val="bg1">
              <a:lumMod val="90000"/>
            </a:schemeClr>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
        <p:nvSpPr>
          <p:cNvPr id="1031" name="Rectangle 2"/>
          <p:cNvSpPr>
            <a:spLocks noGrp="1"/>
          </p:cNvSpPr>
          <p:nvPr>
            <p:ph type="title"/>
          </p:nvPr>
        </p:nvSpPr>
        <p:spPr>
          <a:xfrm>
            <a:off x="844550" y="260350"/>
            <a:ext cx="6400800" cy="457200"/>
          </a:xfrm>
          <a:prstGeom prst="rect">
            <a:avLst/>
          </a:prstGeom>
          <a:noFill/>
          <a:ln w="9525">
            <a:noFill/>
          </a:ln>
        </p:spPr>
        <p:txBody>
          <a:bodyPr anchor="ctr" anchorCtr="0"/>
          <a:lstStyle/>
          <a:p>
            <a:pPr lvl="0"/>
            <a:r>
              <a:rPr lang="" altLang="zh-CN" dirty="0"/>
              <a:t>单击以编辑</a:t>
            </a:r>
            <a:r>
              <a:rPr lang="" altLang="en-US" dirty="0"/>
              <a:t>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 id="2147483660" r:id="rId9"/>
  </p:sldLayoutIdLst>
  <p:hf sldNum="0" hdr="0" ftr="0" dt="0"/>
  <p:txStyles>
    <p:titleStyle>
      <a:lvl1pPr algn="l" rtl="0" eaLnBrk="0" fontAlgn="base" hangingPunct="0">
        <a:spcBef>
          <a:spcPct val="0"/>
        </a:spcBef>
        <a:spcAft>
          <a:spcPct val="0"/>
        </a:spcAft>
        <a:defRPr sz="2800">
          <a:solidFill>
            <a:schemeClr val="bg1"/>
          </a:solidFill>
          <a:latin typeface="+mj-ea"/>
          <a:ea typeface="+mj-ea"/>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marL="457200" indent="-457200" algn="l" rtl="0" eaLnBrk="0" fontAlgn="base" hangingPunct="0">
        <a:lnSpc>
          <a:spcPct val="150000"/>
        </a:lnSpc>
        <a:spcBef>
          <a:spcPct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A46C38E-1E1E-4D64-934F-7CE1F6CA869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vl1pPr>
          </a:lstStyle>
          <a:p>
            <a:endParaRPr lang="en-US" altLang="zh-CN"/>
          </a:p>
        </p:txBody>
      </p:sp>
      <p:sp>
        <p:nvSpPr>
          <p:cNvPr id="28675" name="Rectangle 3">
            <a:extLst>
              <a:ext uri="{FF2B5EF4-FFF2-40B4-BE49-F238E27FC236}">
                <a16:creationId xmlns:a16="http://schemas.microsoft.com/office/drawing/2014/main" id="{95FE34E4-5EAA-43C2-A785-ACA20CF6D62B}"/>
              </a:ext>
            </a:extLst>
          </p:cNvPr>
          <p:cNvSpPr>
            <a:spLocks noGrp="1" noChangeArrowheads="1"/>
          </p:cNvSpPr>
          <p:nvPr>
            <p:ph type="sldNum" sz="quarter" idx="4"/>
          </p:nvPr>
        </p:nvSpPr>
        <p:spPr bwMode="auto">
          <a:xfrm>
            <a:off x="6553200" y="620077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b="1">
                <a:latin typeface="华文新魏" panose="02010800040101010101" pitchFamily="2" charset="-122"/>
                <a:ea typeface="华文新魏" panose="02010800040101010101" pitchFamily="2" charset="-122"/>
              </a:defRPr>
            </a:lvl1pPr>
          </a:lstStyle>
          <a:p>
            <a:fld id="{1F4AA395-A1D4-4B09-9C75-AA052D7FA1A0}" type="slidenum">
              <a:rPr lang="en-US" altLang="zh-CN"/>
              <a:pPr/>
              <a:t>‹#›</a:t>
            </a:fld>
            <a:endParaRPr lang="en-US" altLang="zh-CN"/>
          </a:p>
        </p:txBody>
      </p:sp>
      <p:grpSp>
        <p:nvGrpSpPr>
          <p:cNvPr id="28676" name="Group 4">
            <a:extLst>
              <a:ext uri="{FF2B5EF4-FFF2-40B4-BE49-F238E27FC236}">
                <a16:creationId xmlns:a16="http://schemas.microsoft.com/office/drawing/2014/main" id="{0C925DCF-12C5-4B95-9392-08B66831CCBF}"/>
              </a:ext>
            </a:extLst>
          </p:cNvPr>
          <p:cNvGrpSpPr>
            <a:grpSpLocks/>
          </p:cNvGrpSpPr>
          <p:nvPr/>
        </p:nvGrpSpPr>
        <p:grpSpPr bwMode="auto">
          <a:xfrm>
            <a:off x="0" y="0"/>
            <a:ext cx="9144000" cy="546100"/>
            <a:chOff x="0" y="0"/>
            <a:chExt cx="5760" cy="344"/>
          </a:xfrm>
        </p:grpSpPr>
        <p:sp>
          <p:nvSpPr>
            <p:cNvPr id="28677" name="Rectangle 5">
              <a:extLst>
                <a:ext uri="{FF2B5EF4-FFF2-40B4-BE49-F238E27FC236}">
                  <a16:creationId xmlns:a16="http://schemas.microsoft.com/office/drawing/2014/main" id="{7A338ACE-7AF2-4137-83FE-E24491DBD305}"/>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28678" name="Rectangle 6">
              <a:extLst>
                <a:ext uri="{FF2B5EF4-FFF2-40B4-BE49-F238E27FC236}">
                  <a16:creationId xmlns:a16="http://schemas.microsoft.com/office/drawing/2014/main" id="{93653F84-1782-4A00-B81C-167BEBA3C5A9}"/>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8679" name="Rectangle 7">
              <a:extLst>
                <a:ext uri="{FF2B5EF4-FFF2-40B4-BE49-F238E27FC236}">
                  <a16:creationId xmlns:a16="http://schemas.microsoft.com/office/drawing/2014/main" id="{F1A954A5-F7A0-4640-BEF0-93F5458C0196}"/>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0" name="Rectangle 8">
              <a:extLst>
                <a:ext uri="{FF2B5EF4-FFF2-40B4-BE49-F238E27FC236}">
                  <a16:creationId xmlns:a16="http://schemas.microsoft.com/office/drawing/2014/main" id="{2D195F7B-269B-458F-A0EE-2C766E6C8E5E}"/>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1" name="Rectangle 9">
              <a:extLst>
                <a:ext uri="{FF2B5EF4-FFF2-40B4-BE49-F238E27FC236}">
                  <a16:creationId xmlns:a16="http://schemas.microsoft.com/office/drawing/2014/main" id="{DFB9C109-16C6-4E42-816C-B69A23CCEEDA}"/>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28682" name="Rectangle 10">
              <a:extLst>
                <a:ext uri="{FF2B5EF4-FFF2-40B4-BE49-F238E27FC236}">
                  <a16:creationId xmlns:a16="http://schemas.microsoft.com/office/drawing/2014/main" id="{98CC751E-7F3A-4B73-8A1C-62AE9BAD475D}"/>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3" name="Rectangle 11">
              <a:extLst>
                <a:ext uri="{FF2B5EF4-FFF2-40B4-BE49-F238E27FC236}">
                  <a16:creationId xmlns:a16="http://schemas.microsoft.com/office/drawing/2014/main" id="{104DD1E0-86CE-44BA-A4C3-8DF5C9D3A62E}"/>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8684" name="Rectangle 12">
              <a:extLst>
                <a:ext uri="{FF2B5EF4-FFF2-40B4-BE49-F238E27FC236}">
                  <a16:creationId xmlns:a16="http://schemas.microsoft.com/office/drawing/2014/main" id="{0A789231-86A8-496A-A5CB-7895349BA3AF}"/>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28685" name="Rectangle 13">
              <a:extLst>
                <a:ext uri="{FF2B5EF4-FFF2-40B4-BE49-F238E27FC236}">
                  <a16:creationId xmlns:a16="http://schemas.microsoft.com/office/drawing/2014/main" id="{D24B3D9C-AB33-4D7F-82CC-7B005423D6DC}"/>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28686" name="Rectangle 14">
            <a:extLst>
              <a:ext uri="{FF2B5EF4-FFF2-40B4-BE49-F238E27FC236}">
                <a16:creationId xmlns:a16="http://schemas.microsoft.com/office/drawing/2014/main" id="{49D69E84-F191-4AF1-93FC-AF67C344A58B}"/>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8687" name="Rectangle 15">
            <a:extLst>
              <a:ext uri="{FF2B5EF4-FFF2-40B4-BE49-F238E27FC236}">
                <a16:creationId xmlns:a16="http://schemas.microsoft.com/office/drawing/2014/main" id="{B118BF2E-8CDD-4976-A602-1FAE0C53A967}"/>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688" name="Rectangle 16">
            <a:extLst>
              <a:ext uri="{FF2B5EF4-FFF2-40B4-BE49-F238E27FC236}">
                <a16:creationId xmlns:a16="http://schemas.microsoft.com/office/drawing/2014/main" id="{1670E9EC-8BD9-4ED0-AB5C-50279F4B690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Tree>
    <p:extLst>
      <p:ext uri="{BB962C8B-B14F-4D97-AF65-F5344CB8AC3E}">
        <p14:creationId xmlns:p14="http://schemas.microsoft.com/office/powerpoint/2010/main" val="135971811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ransition>
    <p:wipe dir="r"/>
  </p:transition>
  <p:hf hdr="0" ftr="0" dt="0"/>
  <p:txStyles>
    <p:titleStyle>
      <a:lvl1pPr algn="l" rtl="0" fontAlgn="base">
        <a:spcBef>
          <a:spcPct val="0"/>
        </a:spcBef>
        <a:spcAft>
          <a:spcPct val="0"/>
        </a:spcAft>
        <a:defRPr sz="4400" kern="12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9.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0.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11.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2.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3.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image" Target="../media/image17.wmf"/><Relationship Id="rId5" Type="http://schemas.openxmlformats.org/officeDocument/2006/relationships/oleObject" Target="../embeddings/oleObject15.bin"/><Relationship Id="rId4" Type="http://schemas.openxmlformats.org/officeDocument/2006/relationships/image" Target="../media/image16.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4.vml"/><Relationship Id="rId4" Type="http://schemas.openxmlformats.org/officeDocument/2006/relationships/image" Target="../media/image18.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slide" Target="slide2.xml"/><Relationship Id="rId4" Type="http://schemas.openxmlformats.org/officeDocument/2006/relationships/image" Target="../media/image20.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21" Type="http://schemas.openxmlformats.org/officeDocument/2006/relationships/tags" Target="../tags/tag22.xml"/><Relationship Id="rId34" Type="http://schemas.openxmlformats.org/officeDocument/2006/relationships/oleObject" Target="../embeddings/oleObject18.bin"/><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slideLayout" Target="../slideLayouts/slideLayout4.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1" Type="http://schemas.openxmlformats.org/officeDocument/2006/relationships/vmlDrawing" Target="../drawings/vmlDrawing16.v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tags" Target="../tags/tag33.xml"/><Relationship Id="rId37" Type="http://schemas.openxmlformats.org/officeDocument/2006/relationships/image" Target="../media/image26.wmf"/><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oleObject" Target="../embeddings/oleObject19.bin"/><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tags" Target="../tags/tag3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image" Target="../media/image25.wmf"/><Relationship Id="rId8" Type="http://schemas.openxmlformats.org/officeDocument/2006/relationships/tags" Target="../tags/tag9.xml"/><Relationship Id="rId3" Type="http://schemas.openxmlformats.org/officeDocument/2006/relationships/tags" Target="../tags/tag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AD70D86-A9E0-4A58-892E-B8E771EC9B50}"/>
              </a:ext>
            </a:extLst>
          </p:cNvPr>
          <p:cNvSpPr>
            <a:spLocks noGrp="1" noChangeArrowheads="1"/>
          </p:cNvSpPr>
          <p:nvPr>
            <p:ph type="ctrTitle"/>
          </p:nvPr>
        </p:nvSpPr>
        <p:spPr>
          <a:xfrm>
            <a:off x="2808288" y="1773238"/>
            <a:ext cx="6019800" cy="2209800"/>
          </a:xfrm>
        </p:spPr>
        <p:txBody>
          <a:bodyPr/>
          <a:lstStyle/>
          <a:p>
            <a:pPr algn="ctr"/>
            <a:r>
              <a:rPr lang="zh-CN" altLang="en-US" sz="4800" dirty="0">
                <a:latin typeface="楷体_GB2312" pitchFamily="49" charset="-122"/>
                <a:ea typeface="楷体_GB2312" pitchFamily="49" charset="-122"/>
              </a:rPr>
              <a:t>第五章 数组和广义表</a:t>
            </a:r>
          </a:p>
        </p:txBody>
      </p:sp>
      <p:sp>
        <p:nvSpPr>
          <p:cNvPr id="2" name="副标题 1">
            <a:extLst>
              <a:ext uri="{FF2B5EF4-FFF2-40B4-BE49-F238E27FC236}">
                <a16:creationId xmlns:a16="http://schemas.microsoft.com/office/drawing/2014/main" id="{03CFA724-2FB7-4C8F-815C-179C5D2A3765}"/>
              </a:ext>
            </a:extLst>
          </p:cNvPr>
          <p:cNvSpPr>
            <a:spLocks noGrp="1"/>
          </p:cNvSpPr>
          <p:nvPr>
            <p:ph type="subTitle" idx="1"/>
          </p:nvPr>
        </p:nvSpPr>
        <p:spPr/>
        <p:txBody>
          <a:bodyPr/>
          <a:lstStyle/>
          <a:p>
            <a:pPr>
              <a:lnSpc>
                <a:spcPct val="150000"/>
              </a:lnSpc>
            </a:pPr>
            <a:r>
              <a:rPr lang="zh-CN" altLang="en-US" sz="3200" dirty="0"/>
              <a:t>数组、矩阵的压缩存储、广义表</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latin typeface="黑体" panose="02010609060101010101" pitchFamily="49" charset="-122"/>
                <a:ea typeface="黑体" panose="02010609060101010101" pitchFamily="49" charset="-122"/>
              </a:rPr>
              <a:t>数组的定义</a:t>
            </a:r>
            <a:endParaRPr lang="en-US" altLang="zh-CN" sz="2800" dirty="0">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数组的顺序表示和实现</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矩阵的压缩存储</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特殊矩阵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稀疏矩阵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广义表的存储结构</a:t>
            </a:r>
          </a:p>
        </p:txBody>
      </p:sp>
    </p:spTree>
    <p:extLst>
      <p:ext uri="{BB962C8B-B14F-4D97-AF65-F5344CB8AC3E}">
        <p14:creationId xmlns:p14="http://schemas.microsoft.com/office/powerpoint/2010/main" val="1525590459"/>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6" name="Rectangle 6"/>
          <p:cNvSpPr>
            <a:spLocks noChangeArrowheads="1"/>
          </p:cNvSpPr>
          <p:nvPr/>
        </p:nvSpPr>
        <p:spPr bwMode="auto">
          <a:xfrm>
            <a:off x="323528" y="740408"/>
            <a:ext cx="8424936" cy="518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457200" lvl="0" indent="-457200" eaLnBrk="1" hangingPunct="1">
              <a:lnSpc>
                <a:spcPct val="150000"/>
              </a:lnSpc>
              <a:buFont typeface="Arial" panose="020B0604020202020204" pitchFamily="34" charset="0"/>
              <a:buChar char="•"/>
              <a:defRPr/>
            </a:pPr>
            <a:r>
              <a:rPr lang="zh-CN" altLang="en-US" sz="2800" dirty="0">
                <a:solidFill>
                  <a:srgbClr val="FF0000"/>
                </a:solidFill>
                <a:latin typeface="+mn-lt"/>
                <a:ea typeface="+mn-ea"/>
                <a:cs typeface="+mn-ea"/>
                <a:sym typeface="+mn-lt"/>
              </a:rPr>
              <a:t>数组</a:t>
            </a:r>
            <a:r>
              <a:rPr lang="zh-CN" altLang="en-US" sz="2800" b="0" dirty="0">
                <a:latin typeface="+mn-lt"/>
                <a:ea typeface="+mn-ea"/>
                <a:cs typeface="+mn-ea"/>
                <a:sym typeface="+mn-lt"/>
              </a:rPr>
              <a:t>是</a:t>
            </a:r>
            <a:r>
              <a:rPr lang="zh-CN" altLang="en-US" sz="2800" b="0" dirty="0">
                <a:solidFill>
                  <a:srgbClr val="0000FF"/>
                </a:solidFill>
                <a:latin typeface="+mn-lt"/>
                <a:ea typeface="+mn-ea"/>
                <a:cs typeface="+mn-ea"/>
                <a:sym typeface="+mn-lt"/>
              </a:rPr>
              <a:t>相同类型的数据元素的集合</a:t>
            </a:r>
            <a:r>
              <a:rPr lang="zh-CN" altLang="en-US" sz="2800" b="0" dirty="0">
                <a:latin typeface="+mn-lt"/>
                <a:ea typeface="+mn-ea"/>
                <a:cs typeface="+mn-ea"/>
                <a:sym typeface="+mn-lt"/>
              </a:rPr>
              <a:t>，而</a:t>
            </a:r>
            <a:r>
              <a:rPr lang="zh-CN" altLang="en-US" sz="2800" dirty="0">
                <a:solidFill>
                  <a:srgbClr val="FF0000"/>
                </a:solidFill>
                <a:latin typeface="+mn-lt"/>
                <a:ea typeface="+mn-ea"/>
                <a:cs typeface="+mn-ea"/>
                <a:sym typeface="+mn-lt"/>
              </a:rPr>
              <a:t>一维数组</a:t>
            </a:r>
            <a:r>
              <a:rPr lang="zh-CN" altLang="en-US" sz="2800" b="0" dirty="0">
                <a:latin typeface="+mn-lt"/>
                <a:ea typeface="+mn-ea"/>
                <a:cs typeface="+mn-ea"/>
                <a:sym typeface="+mn-lt"/>
              </a:rPr>
              <a:t>的每个数组元素是一个</a:t>
            </a:r>
            <a:r>
              <a:rPr lang="zh-CN" altLang="en-US" sz="2800" b="0" dirty="0">
                <a:solidFill>
                  <a:srgbClr val="0000FF"/>
                </a:solidFill>
                <a:latin typeface="+mn-lt"/>
                <a:ea typeface="+mn-ea"/>
                <a:cs typeface="+mn-ea"/>
                <a:sym typeface="+mn-lt"/>
              </a:rPr>
              <a:t>序对</a:t>
            </a:r>
            <a:r>
              <a:rPr lang="zh-CN" altLang="en-US" sz="2800" b="0" dirty="0">
                <a:latin typeface="+mn-lt"/>
                <a:ea typeface="+mn-ea"/>
                <a:cs typeface="+mn-ea"/>
                <a:sym typeface="+mn-lt"/>
              </a:rPr>
              <a:t>，由下标（</a:t>
            </a:r>
            <a:r>
              <a:rPr lang="en-US" altLang="zh-CN" sz="2800" b="0" dirty="0">
                <a:latin typeface="+mn-lt"/>
                <a:ea typeface="+mn-ea"/>
                <a:cs typeface="+mn-ea"/>
                <a:sym typeface="+mn-lt"/>
              </a:rPr>
              <a:t>index</a:t>
            </a:r>
            <a:r>
              <a:rPr lang="zh-CN" altLang="en-US" sz="2800" b="0" dirty="0">
                <a:latin typeface="+mn-lt"/>
                <a:ea typeface="+mn-ea"/>
                <a:cs typeface="+mn-ea"/>
                <a:sym typeface="+mn-lt"/>
              </a:rPr>
              <a:t>）和值（</a:t>
            </a:r>
            <a:r>
              <a:rPr lang="en-US" altLang="zh-CN" sz="2800" b="0" dirty="0">
                <a:latin typeface="+mn-lt"/>
                <a:ea typeface="+mn-ea"/>
                <a:cs typeface="+mn-ea"/>
                <a:sym typeface="+mn-lt"/>
              </a:rPr>
              <a:t>value</a:t>
            </a:r>
            <a:r>
              <a:rPr lang="zh-CN" altLang="en-US" sz="2800" b="0" dirty="0">
                <a:latin typeface="+mn-lt"/>
                <a:ea typeface="+mn-ea"/>
                <a:cs typeface="+mn-ea"/>
                <a:sym typeface="+mn-lt"/>
              </a:rPr>
              <a:t>）组成。</a:t>
            </a:r>
            <a:endParaRPr lang="en-US" altLang="zh-CN" sz="2800" b="0" dirty="0">
              <a:latin typeface="+mn-lt"/>
              <a:ea typeface="+mn-ea"/>
              <a:cs typeface="+mn-ea"/>
              <a:sym typeface="+mn-lt"/>
            </a:endParaRPr>
          </a:p>
          <a:p>
            <a:pPr marL="457200" lvl="0" indent="-457200" eaLnBrk="1" hangingPunct="1">
              <a:lnSpc>
                <a:spcPct val="150000"/>
              </a:lnSpc>
              <a:buFont typeface="Arial" panose="020B0604020202020204" pitchFamily="34" charset="0"/>
              <a:buChar char="•"/>
              <a:defRPr/>
            </a:pPr>
            <a:r>
              <a:rPr lang="zh-CN" altLang="en-US" sz="2800" b="0" dirty="0">
                <a:latin typeface="+mn-lt"/>
                <a:ea typeface="+mn-ea"/>
                <a:cs typeface="+mn-ea"/>
                <a:sym typeface="+mn-lt"/>
              </a:rPr>
              <a:t>例如： </a:t>
            </a:r>
            <a:endParaRPr lang="en-US" altLang="zh-CN" sz="2800" b="0" dirty="0">
              <a:latin typeface="+mn-lt"/>
              <a:ea typeface="+mn-ea"/>
              <a:cs typeface="+mn-ea"/>
              <a:sym typeface="+mn-lt"/>
            </a:endParaRPr>
          </a:p>
          <a:p>
            <a:pPr marL="457200" lvl="0" indent="-457200" eaLnBrk="1" hangingPunct="1">
              <a:lnSpc>
                <a:spcPct val="150000"/>
              </a:lnSpc>
              <a:buFont typeface="Arial" panose="020B0604020202020204" pitchFamily="34" charset="0"/>
              <a:buChar char="•"/>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457200" lvl="0" indent="-457200" eaLnBrk="1" hangingPunct="1">
              <a:lnSpc>
                <a:spcPct val="150000"/>
              </a:lnSpc>
              <a:buFont typeface="Arial" panose="020B0604020202020204" pitchFamily="34" charset="0"/>
              <a:buChar char="•"/>
              <a:defRPr/>
            </a:pPr>
            <a:endParaRPr lang="en-US" altLang="zh-CN" sz="2800" b="0" dirty="0">
              <a:latin typeface="+mn-lt"/>
              <a:ea typeface="+mn-ea"/>
              <a:cs typeface="+mn-ea"/>
              <a:sym typeface="+mn-lt"/>
            </a:endParaRPr>
          </a:p>
          <a:p>
            <a:pPr marL="457200" lvl="0" indent="-457200" eaLnBrk="1" hangingPunct="1">
              <a:lnSpc>
                <a:spcPct val="150000"/>
              </a:lnSpc>
              <a:buFont typeface="Arial" panose="020B0604020202020204" pitchFamily="34" charset="0"/>
              <a:buChar char="•"/>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457200" lvl="0" indent="-457200" eaLnBrk="1" hangingPunct="1">
              <a:lnSpc>
                <a:spcPct val="150000"/>
              </a:lnSpc>
              <a:buFont typeface="Arial" panose="020B0604020202020204" pitchFamily="34" charset="0"/>
              <a:buChar char="•"/>
              <a:defRPr/>
            </a:pPr>
            <a:r>
              <a:rPr lang="zh-CN" altLang="en-US" sz="2800" b="0" dirty="0">
                <a:latin typeface="+mn-lt"/>
                <a:ea typeface="+mn-ea"/>
                <a:cs typeface="+mn-ea"/>
                <a:sym typeface="+mn-lt"/>
              </a:rPr>
              <a:t>只能</a:t>
            </a:r>
            <a:r>
              <a:rPr lang="zh-CN" altLang="en-US" sz="2800" b="0" dirty="0">
                <a:solidFill>
                  <a:srgbClr val="0000FF"/>
                </a:solidFill>
                <a:latin typeface="+mn-lt"/>
                <a:ea typeface="+mn-ea"/>
                <a:cs typeface="+mn-ea"/>
                <a:sym typeface="+mn-lt"/>
              </a:rPr>
              <a:t>按元素的下标直接存取</a:t>
            </a:r>
            <a:r>
              <a:rPr lang="zh-CN" altLang="en-US" sz="2800" b="0" dirty="0">
                <a:latin typeface="+mn-lt"/>
                <a:ea typeface="+mn-ea"/>
                <a:cs typeface="+mn-ea"/>
                <a:sym typeface="+mn-lt"/>
              </a:rPr>
              <a:t>数组元素的值。</a:t>
            </a:r>
          </a:p>
        </p:txBody>
      </p:sp>
      <p:sp>
        <p:nvSpPr>
          <p:cNvPr id="44035" name="Rectangle 7"/>
          <p:cNvSpPr>
            <a:spLocks noChangeArrowheads="1"/>
          </p:cNvSpPr>
          <p:nvPr/>
        </p:nvSpPr>
        <p:spPr bwMode="auto">
          <a:xfrm>
            <a:off x="468313" y="152400"/>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    数组</a:t>
            </a:r>
          </a:p>
        </p:txBody>
      </p:sp>
      <p:grpSp>
        <p:nvGrpSpPr>
          <p:cNvPr id="33" name="Group 16">
            <a:extLst>
              <a:ext uri="{FF2B5EF4-FFF2-40B4-BE49-F238E27FC236}">
                <a16:creationId xmlns:a16="http://schemas.microsoft.com/office/drawing/2014/main" id="{F853020B-859E-4253-843F-BBC9B99CD394}"/>
              </a:ext>
            </a:extLst>
          </p:cNvPr>
          <p:cNvGrpSpPr>
            <a:grpSpLocks/>
          </p:cNvGrpSpPr>
          <p:nvPr/>
        </p:nvGrpSpPr>
        <p:grpSpPr bwMode="auto">
          <a:xfrm>
            <a:off x="1219200" y="3573016"/>
            <a:ext cx="6781800" cy="1265237"/>
            <a:chOff x="816" y="2131"/>
            <a:chExt cx="4272" cy="797"/>
          </a:xfrm>
        </p:grpSpPr>
        <p:sp>
          <p:nvSpPr>
            <p:cNvPr id="34" name="Rectangle 4">
              <a:extLst>
                <a:ext uri="{FF2B5EF4-FFF2-40B4-BE49-F238E27FC236}">
                  <a16:creationId xmlns:a16="http://schemas.microsoft.com/office/drawing/2014/main" id="{0EF198DB-3E5B-4108-B0F4-5F81D5705031}"/>
                </a:ext>
              </a:extLst>
            </p:cNvPr>
            <p:cNvSpPr>
              <a:spLocks noChangeArrowheads="1"/>
            </p:cNvSpPr>
            <p:nvPr/>
          </p:nvSpPr>
          <p:spPr bwMode="auto">
            <a:xfrm>
              <a:off x="816" y="2496"/>
              <a:ext cx="4272" cy="432"/>
            </a:xfrm>
            <a:prstGeom prst="rect">
              <a:avLst/>
            </a:prstGeom>
            <a:solidFill>
              <a:srgbClr val="FFFFCC"/>
            </a:solidFill>
            <a:ln w="38100">
              <a:solidFill>
                <a:srgbClr val="3333CC"/>
              </a:solidFill>
              <a:miter lim="800000"/>
              <a:headEnd/>
              <a:tailEnd/>
            </a:ln>
            <a:effectLst>
              <a:outerShdw dist="107763" dir="2700000" algn="ctr" rotWithShape="0">
                <a:srgbClr val="808080"/>
              </a:outerShdw>
            </a:effectLst>
          </p:spPr>
          <p:txBody>
            <a:bodyPr wrap="none" anchor="ctr"/>
            <a:lstStyle/>
            <a:p>
              <a:pPr algn="ctr" eaLnBrk="1" hangingPunct="1"/>
              <a:endParaRPr kumimoji="1" lang="zh-CN" altLang="zh-CN" sz="3600" b="0">
                <a:solidFill>
                  <a:srgbClr val="3333CC"/>
                </a:solidFill>
                <a:ea typeface="宋体" panose="02010600030101010101" pitchFamily="2" charset="-122"/>
              </a:endParaRPr>
            </a:p>
          </p:txBody>
        </p:sp>
        <p:sp>
          <p:nvSpPr>
            <p:cNvPr id="35" name="Text Box 5">
              <a:extLst>
                <a:ext uri="{FF2B5EF4-FFF2-40B4-BE49-F238E27FC236}">
                  <a16:creationId xmlns:a16="http://schemas.microsoft.com/office/drawing/2014/main" id="{038D1A22-F7FF-458B-9858-30C37BE3B824}"/>
                </a:ext>
              </a:extLst>
            </p:cNvPr>
            <p:cNvSpPr txBox="1">
              <a:spLocks noChangeArrowheads="1"/>
            </p:cNvSpPr>
            <p:nvPr/>
          </p:nvSpPr>
          <p:spPr bwMode="auto">
            <a:xfrm>
              <a:off x="864" y="2545"/>
              <a:ext cx="4212" cy="365"/>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1" hangingPunct="1"/>
              <a:r>
                <a:rPr kumimoji="1" lang="en-US" altLang="zh-CN" sz="3200" dirty="0">
                  <a:solidFill>
                    <a:srgbClr val="FF3300"/>
                  </a:solidFill>
                  <a:ea typeface="仿宋_GB2312" pitchFamily="49" charset="-122"/>
                </a:rPr>
                <a:t>35</a:t>
              </a:r>
              <a:r>
                <a:rPr kumimoji="1" lang="en-US" altLang="zh-CN" dirty="0">
                  <a:solidFill>
                    <a:srgbClr val="FF3300"/>
                  </a:solidFill>
                  <a:ea typeface="仿宋_GB2312" pitchFamily="49" charset="-122"/>
                </a:rPr>
                <a:t>   </a:t>
              </a:r>
              <a:r>
                <a:rPr kumimoji="1" lang="en-US" altLang="zh-CN" sz="3200" dirty="0">
                  <a:solidFill>
                    <a:srgbClr val="FF3300"/>
                  </a:solidFill>
                  <a:ea typeface="仿宋_GB2312" pitchFamily="49" charset="-122"/>
                </a:rPr>
                <a:t>27</a:t>
              </a:r>
              <a:r>
                <a:rPr kumimoji="1" lang="en-US" altLang="zh-CN" sz="2800" dirty="0">
                  <a:solidFill>
                    <a:srgbClr val="FF3300"/>
                  </a:solidFill>
                  <a:ea typeface="仿宋_GB2312" pitchFamily="49" charset="-122"/>
                </a:rPr>
                <a:t>   </a:t>
              </a:r>
              <a:r>
                <a:rPr kumimoji="1" lang="en-US" altLang="zh-CN" sz="3200" dirty="0">
                  <a:solidFill>
                    <a:srgbClr val="FF3300"/>
                  </a:solidFill>
                  <a:ea typeface="仿宋_GB2312" pitchFamily="49" charset="-122"/>
                </a:rPr>
                <a:t>49</a:t>
              </a:r>
              <a:r>
                <a:rPr kumimoji="1" lang="en-US" altLang="zh-CN" sz="2800" dirty="0">
                  <a:solidFill>
                    <a:srgbClr val="FF3300"/>
                  </a:solidFill>
                  <a:ea typeface="仿宋_GB2312" pitchFamily="49" charset="-122"/>
                </a:rPr>
                <a:t>   </a:t>
              </a:r>
              <a:r>
                <a:rPr kumimoji="1" lang="en-US" altLang="zh-CN" sz="3200" dirty="0">
                  <a:solidFill>
                    <a:srgbClr val="FF3300"/>
                  </a:solidFill>
                  <a:ea typeface="仿宋_GB2312" pitchFamily="49" charset="-122"/>
                </a:rPr>
                <a:t>18   60</a:t>
              </a:r>
              <a:r>
                <a:rPr kumimoji="1" lang="en-US" altLang="zh-CN" sz="2800" dirty="0">
                  <a:solidFill>
                    <a:srgbClr val="FF3300"/>
                  </a:solidFill>
                  <a:ea typeface="仿宋_GB2312" pitchFamily="49" charset="-122"/>
                </a:rPr>
                <a:t>   </a:t>
              </a:r>
              <a:r>
                <a:rPr kumimoji="1" lang="en-US" altLang="zh-CN" sz="3200" dirty="0">
                  <a:solidFill>
                    <a:srgbClr val="FF3300"/>
                  </a:solidFill>
                  <a:ea typeface="仿宋_GB2312" pitchFamily="49" charset="-122"/>
                </a:rPr>
                <a:t>54</a:t>
              </a:r>
              <a:r>
                <a:rPr kumimoji="1" lang="en-US" altLang="zh-CN" sz="2800" dirty="0">
                  <a:solidFill>
                    <a:srgbClr val="FF3300"/>
                  </a:solidFill>
                  <a:ea typeface="仿宋_GB2312" pitchFamily="49" charset="-122"/>
                </a:rPr>
                <a:t>   </a:t>
              </a:r>
              <a:r>
                <a:rPr kumimoji="1" lang="en-US" altLang="zh-CN" sz="3200" dirty="0">
                  <a:solidFill>
                    <a:srgbClr val="FF3300"/>
                  </a:solidFill>
                  <a:ea typeface="仿宋_GB2312" pitchFamily="49" charset="-122"/>
                </a:rPr>
                <a:t>77   83</a:t>
              </a:r>
              <a:r>
                <a:rPr kumimoji="1" lang="en-US" altLang="zh-CN" sz="2800" dirty="0">
                  <a:solidFill>
                    <a:srgbClr val="FF3300"/>
                  </a:solidFill>
                  <a:ea typeface="仿宋_GB2312" pitchFamily="49" charset="-122"/>
                </a:rPr>
                <a:t>   </a:t>
              </a:r>
              <a:r>
                <a:rPr kumimoji="1" lang="en-US" altLang="zh-CN" sz="3200" dirty="0">
                  <a:solidFill>
                    <a:srgbClr val="FF3300"/>
                  </a:solidFill>
                  <a:ea typeface="仿宋_GB2312" pitchFamily="49" charset="-122"/>
                </a:rPr>
                <a:t>41</a:t>
              </a:r>
              <a:r>
                <a:rPr kumimoji="1" lang="en-US" altLang="zh-CN" sz="2800" dirty="0">
                  <a:solidFill>
                    <a:srgbClr val="FF3300"/>
                  </a:solidFill>
                  <a:ea typeface="仿宋_GB2312" pitchFamily="49" charset="-122"/>
                </a:rPr>
                <a:t>   </a:t>
              </a:r>
              <a:r>
                <a:rPr kumimoji="1" lang="en-US" altLang="zh-CN" sz="3200" dirty="0">
                  <a:solidFill>
                    <a:srgbClr val="FF3300"/>
                  </a:solidFill>
                  <a:ea typeface="仿宋_GB2312" pitchFamily="49" charset="-122"/>
                </a:rPr>
                <a:t>02</a:t>
              </a:r>
              <a:endParaRPr kumimoji="1" lang="en-US" altLang="zh-CN" sz="3200" b="0" dirty="0">
                <a:solidFill>
                  <a:srgbClr val="000099"/>
                </a:solidFill>
                <a:ea typeface="宋体" panose="02010600030101010101" pitchFamily="2" charset="-122"/>
              </a:endParaRPr>
            </a:p>
          </p:txBody>
        </p:sp>
        <p:sp>
          <p:nvSpPr>
            <p:cNvPr id="36" name="Line 6">
              <a:extLst>
                <a:ext uri="{FF2B5EF4-FFF2-40B4-BE49-F238E27FC236}">
                  <a16:creationId xmlns:a16="http://schemas.microsoft.com/office/drawing/2014/main" id="{5A9C6F51-7234-4F9A-BBCE-E54D74AC44D7}"/>
                </a:ext>
              </a:extLst>
            </p:cNvPr>
            <p:cNvSpPr>
              <a:spLocks noChangeShapeType="1"/>
            </p:cNvSpPr>
            <p:nvPr/>
          </p:nvSpPr>
          <p:spPr bwMode="auto">
            <a:xfrm>
              <a:off x="1680"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37" name="Line 7">
              <a:extLst>
                <a:ext uri="{FF2B5EF4-FFF2-40B4-BE49-F238E27FC236}">
                  <a16:creationId xmlns:a16="http://schemas.microsoft.com/office/drawing/2014/main" id="{4E4455E4-BD93-414F-8EF5-DFFE438A8AF3}"/>
                </a:ext>
              </a:extLst>
            </p:cNvPr>
            <p:cNvSpPr>
              <a:spLocks noChangeShapeType="1"/>
            </p:cNvSpPr>
            <p:nvPr/>
          </p:nvSpPr>
          <p:spPr bwMode="auto">
            <a:xfrm>
              <a:off x="2112"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38" name="Line 8">
              <a:extLst>
                <a:ext uri="{FF2B5EF4-FFF2-40B4-BE49-F238E27FC236}">
                  <a16:creationId xmlns:a16="http://schemas.microsoft.com/office/drawing/2014/main" id="{503DD64E-80A4-4FE3-81A3-DCC3A7FB00EF}"/>
                </a:ext>
              </a:extLst>
            </p:cNvPr>
            <p:cNvSpPr>
              <a:spLocks noChangeShapeType="1"/>
            </p:cNvSpPr>
            <p:nvPr/>
          </p:nvSpPr>
          <p:spPr bwMode="auto">
            <a:xfrm>
              <a:off x="2544"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39" name="Line 9">
              <a:extLst>
                <a:ext uri="{FF2B5EF4-FFF2-40B4-BE49-F238E27FC236}">
                  <a16:creationId xmlns:a16="http://schemas.microsoft.com/office/drawing/2014/main" id="{01083266-A768-4E1A-AD32-01D509DE9D61}"/>
                </a:ext>
              </a:extLst>
            </p:cNvPr>
            <p:cNvSpPr>
              <a:spLocks noChangeShapeType="1"/>
            </p:cNvSpPr>
            <p:nvPr/>
          </p:nvSpPr>
          <p:spPr bwMode="auto">
            <a:xfrm>
              <a:off x="2976"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0" name="Line 10">
              <a:extLst>
                <a:ext uri="{FF2B5EF4-FFF2-40B4-BE49-F238E27FC236}">
                  <a16:creationId xmlns:a16="http://schemas.microsoft.com/office/drawing/2014/main" id="{5E28E523-7CD6-4338-B880-374AE9DE25DB}"/>
                </a:ext>
              </a:extLst>
            </p:cNvPr>
            <p:cNvSpPr>
              <a:spLocks noChangeShapeType="1"/>
            </p:cNvSpPr>
            <p:nvPr/>
          </p:nvSpPr>
          <p:spPr bwMode="auto">
            <a:xfrm>
              <a:off x="3408"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1" name="Line 11">
              <a:extLst>
                <a:ext uri="{FF2B5EF4-FFF2-40B4-BE49-F238E27FC236}">
                  <a16:creationId xmlns:a16="http://schemas.microsoft.com/office/drawing/2014/main" id="{B4F76B3F-0AB5-45F2-A754-0E50323CE783}"/>
                </a:ext>
              </a:extLst>
            </p:cNvPr>
            <p:cNvSpPr>
              <a:spLocks noChangeShapeType="1"/>
            </p:cNvSpPr>
            <p:nvPr/>
          </p:nvSpPr>
          <p:spPr bwMode="auto">
            <a:xfrm>
              <a:off x="3840"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 name="Line 12">
              <a:extLst>
                <a:ext uri="{FF2B5EF4-FFF2-40B4-BE49-F238E27FC236}">
                  <a16:creationId xmlns:a16="http://schemas.microsoft.com/office/drawing/2014/main" id="{83EAC6A2-31AA-4B7E-B39E-7F16952D08A6}"/>
                </a:ext>
              </a:extLst>
            </p:cNvPr>
            <p:cNvSpPr>
              <a:spLocks noChangeShapeType="1"/>
            </p:cNvSpPr>
            <p:nvPr/>
          </p:nvSpPr>
          <p:spPr bwMode="auto">
            <a:xfrm>
              <a:off x="4272"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 name="Line 13">
              <a:extLst>
                <a:ext uri="{FF2B5EF4-FFF2-40B4-BE49-F238E27FC236}">
                  <a16:creationId xmlns:a16="http://schemas.microsoft.com/office/drawing/2014/main" id="{5EFE7EEF-35D6-41C8-A256-958D7B81E0BB}"/>
                </a:ext>
              </a:extLst>
            </p:cNvPr>
            <p:cNvSpPr>
              <a:spLocks noChangeShapeType="1"/>
            </p:cNvSpPr>
            <p:nvPr/>
          </p:nvSpPr>
          <p:spPr bwMode="auto">
            <a:xfrm>
              <a:off x="4704"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 name="Text Box 14">
              <a:extLst>
                <a:ext uri="{FF2B5EF4-FFF2-40B4-BE49-F238E27FC236}">
                  <a16:creationId xmlns:a16="http://schemas.microsoft.com/office/drawing/2014/main" id="{ADE9C76B-8F24-4390-9F8C-DF5D00CDCF05}"/>
                </a:ext>
              </a:extLst>
            </p:cNvPr>
            <p:cNvSpPr txBox="1">
              <a:spLocks noChangeArrowheads="1"/>
            </p:cNvSpPr>
            <p:nvPr/>
          </p:nvSpPr>
          <p:spPr bwMode="auto">
            <a:xfrm>
              <a:off x="876" y="2131"/>
              <a:ext cx="4212"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kumimoji="1" lang="en-US" altLang="zh-CN" sz="3200" dirty="0">
                  <a:solidFill>
                    <a:srgbClr val="3333CC"/>
                  </a:solidFill>
                  <a:ea typeface="宋体" panose="02010600030101010101" pitchFamily="2" charset="-122"/>
                </a:rPr>
                <a:t>0     1     2     3     4     5    6     7     8    9</a:t>
              </a:r>
            </a:p>
          </p:txBody>
        </p:sp>
        <p:sp>
          <p:nvSpPr>
            <p:cNvPr id="45" name="Line 15">
              <a:extLst>
                <a:ext uri="{FF2B5EF4-FFF2-40B4-BE49-F238E27FC236}">
                  <a16:creationId xmlns:a16="http://schemas.microsoft.com/office/drawing/2014/main" id="{70C6D1CA-E258-4836-92BB-6A63027972FF}"/>
                </a:ext>
              </a:extLst>
            </p:cNvPr>
            <p:cNvSpPr>
              <a:spLocks noChangeShapeType="1"/>
            </p:cNvSpPr>
            <p:nvPr/>
          </p:nvSpPr>
          <p:spPr bwMode="auto">
            <a:xfrm>
              <a:off x="1248" y="2496"/>
              <a:ext cx="0" cy="432"/>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41195-1FAF-46FC-B333-8FE4FF9767DA}"/>
              </a:ext>
            </a:extLst>
          </p:cNvPr>
          <p:cNvSpPr>
            <a:spLocks noGrp="1"/>
          </p:cNvSpPr>
          <p:nvPr>
            <p:ph type="title"/>
          </p:nvPr>
        </p:nvSpPr>
        <p:spPr/>
        <p:txBody>
          <a:bodyPr/>
          <a:lstStyle/>
          <a:p>
            <a:r>
              <a:rPr lang="zh-CN" altLang="en-US" dirty="0"/>
              <a:t>数组</a:t>
            </a:r>
          </a:p>
        </p:txBody>
      </p:sp>
      <p:sp>
        <p:nvSpPr>
          <p:cNvPr id="3" name="内容占位符 2">
            <a:extLst>
              <a:ext uri="{FF2B5EF4-FFF2-40B4-BE49-F238E27FC236}">
                <a16:creationId xmlns:a16="http://schemas.microsoft.com/office/drawing/2014/main" id="{4EED77A1-72FB-4DA0-B335-A0BFD43341F5}"/>
              </a:ext>
            </a:extLst>
          </p:cNvPr>
          <p:cNvSpPr>
            <a:spLocks noGrp="1"/>
          </p:cNvSpPr>
          <p:nvPr>
            <p:ph idx="1"/>
          </p:nvPr>
        </p:nvSpPr>
        <p:spPr>
          <a:xfrm>
            <a:off x="249822" y="727075"/>
            <a:ext cx="8642658" cy="6130925"/>
          </a:xfrm>
        </p:spPr>
        <p:txBody>
          <a:bodyPr/>
          <a:lstStyle/>
          <a:p>
            <a:r>
              <a:rPr lang="zh-CN" altLang="en-US" b="1" dirty="0">
                <a:solidFill>
                  <a:srgbClr val="FF0000"/>
                </a:solidFill>
                <a:latin typeface="+mn-ea"/>
                <a:ea typeface="+mn-ea"/>
              </a:rPr>
              <a:t>多维数组</a:t>
            </a:r>
            <a:r>
              <a:rPr lang="zh-CN" altLang="en-US" dirty="0">
                <a:latin typeface="+mn-ea"/>
                <a:ea typeface="+mn-ea"/>
              </a:rPr>
              <a:t>是一维数组的推广。</a:t>
            </a:r>
            <a:endParaRPr lang="en-US" altLang="zh-CN" dirty="0">
              <a:latin typeface="+mn-ea"/>
              <a:ea typeface="+mn-ea"/>
            </a:endParaRPr>
          </a:p>
          <a:p>
            <a:r>
              <a:rPr lang="zh-CN" altLang="en-US" dirty="0">
                <a:latin typeface="+mn-ea"/>
                <a:ea typeface="+mn-ea"/>
              </a:rPr>
              <a:t>多维数组的特点是每一个数据元素可以有</a:t>
            </a:r>
            <a:r>
              <a:rPr lang="zh-CN" altLang="en-US" dirty="0">
                <a:solidFill>
                  <a:srgbClr val="0000FF"/>
                </a:solidFill>
                <a:latin typeface="+mn-ea"/>
                <a:ea typeface="+mn-ea"/>
              </a:rPr>
              <a:t>多个直接前驱</a:t>
            </a:r>
            <a:r>
              <a:rPr lang="zh-CN" altLang="en-US" dirty="0">
                <a:latin typeface="+mn-ea"/>
                <a:ea typeface="+mn-ea"/>
              </a:rPr>
              <a:t>和</a:t>
            </a:r>
            <a:r>
              <a:rPr lang="zh-CN" altLang="en-US" dirty="0">
                <a:solidFill>
                  <a:srgbClr val="0000FF"/>
                </a:solidFill>
                <a:latin typeface="+mn-ea"/>
                <a:ea typeface="+mn-ea"/>
              </a:rPr>
              <a:t>多个直接后继</a:t>
            </a:r>
            <a:r>
              <a:rPr lang="zh-CN" altLang="en-US" dirty="0">
                <a:latin typeface="+mn-ea"/>
                <a:ea typeface="+mn-ea"/>
              </a:rPr>
              <a:t>。</a:t>
            </a:r>
          </a:p>
          <a:p>
            <a:r>
              <a:rPr lang="zh-CN" altLang="en-US" dirty="0">
                <a:latin typeface="+mn-ea"/>
                <a:ea typeface="+mn-ea"/>
              </a:rPr>
              <a:t>例如，二维数组中的每个数组元素有两个直接前驱和两个直接后继，必须有两个下标（行、列）以标识该元素的位置。</a:t>
            </a:r>
            <a:endParaRPr lang="en-US" altLang="zh-CN" dirty="0">
              <a:latin typeface="+mn-ea"/>
              <a:ea typeface="+mn-ea"/>
            </a:endParaRPr>
          </a:p>
          <a:p>
            <a:r>
              <a:rPr lang="zh-CN" altLang="en-US" dirty="0">
                <a:latin typeface="+mn-ea"/>
                <a:ea typeface="+mn-ea"/>
              </a:rPr>
              <a:t>数组元素的</a:t>
            </a:r>
            <a:r>
              <a:rPr lang="zh-CN" altLang="en-US" dirty="0">
                <a:solidFill>
                  <a:srgbClr val="0000FF"/>
                </a:solidFill>
                <a:latin typeface="+mn-ea"/>
                <a:ea typeface="+mn-ea"/>
              </a:rPr>
              <a:t>下标一般具有固定的下界和上界</a:t>
            </a:r>
            <a:r>
              <a:rPr lang="zh-CN" altLang="en-US" dirty="0">
                <a:latin typeface="+mn-ea"/>
                <a:ea typeface="+mn-ea"/>
              </a:rPr>
              <a:t>，因此它比其他复杂的非线性结构简单。</a:t>
            </a:r>
          </a:p>
        </p:txBody>
      </p:sp>
    </p:spTree>
    <p:extLst>
      <p:ext uri="{BB962C8B-B14F-4D97-AF65-F5344CB8AC3E}">
        <p14:creationId xmlns:p14="http://schemas.microsoft.com/office/powerpoint/2010/main" val="303485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0D981-895C-47AF-A0B4-7E799F73B6C7}"/>
              </a:ext>
            </a:extLst>
          </p:cNvPr>
          <p:cNvSpPr>
            <a:spLocks noGrp="1"/>
          </p:cNvSpPr>
          <p:nvPr>
            <p:ph type="title"/>
          </p:nvPr>
        </p:nvSpPr>
        <p:spPr/>
        <p:txBody>
          <a:bodyPr/>
          <a:lstStyle/>
          <a:p>
            <a:r>
              <a:rPr lang="zh-CN" altLang="en-US" dirty="0"/>
              <a:t>数组</a:t>
            </a:r>
          </a:p>
        </p:txBody>
      </p:sp>
      <p:sp>
        <p:nvSpPr>
          <p:cNvPr id="7" name="Text Box 3">
            <a:extLst>
              <a:ext uri="{FF2B5EF4-FFF2-40B4-BE49-F238E27FC236}">
                <a16:creationId xmlns:a16="http://schemas.microsoft.com/office/drawing/2014/main" id="{5427A5B0-B357-4A54-91E5-90F1B49AFEAE}"/>
              </a:ext>
            </a:extLst>
          </p:cNvPr>
          <p:cNvSpPr txBox="1">
            <a:spLocks noChangeArrowheads="1"/>
          </p:cNvSpPr>
          <p:nvPr/>
        </p:nvSpPr>
        <p:spPr bwMode="auto">
          <a:xfrm>
            <a:off x="615950" y="798904"/>
            <a:ext cx="762000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2400" dirty="0">
                <a:solidFill>
                  <a:srgbClr val="FF0000"/>
                </a:solidFill>
                <a:latin typeface="Times New Roman" panose="02020603050405020304" pitchFamily="18" charset="0"/>
              </a:rPr>
              <a:t>    </a:t>
            </a:r>
            <a:r>
              <a:rPr kumimoji="1" lang="zh-CN" altLang="en-US" sz="3600" b="1" dirty="0">
                <a:solidFill>
                  <a:srgbClr val="FF0000"/>
                </a:solidFill>
                <a:latin typeface="Times New Roman" panose="02020603050405020304" pitchFamily="18" charset="0"/>
                <a:ea typeface="华文新魏" panose="02010800040101010101" pitchFamily="2" charset="-122"/>
              </a:rPr>
              <a:t>二维数组                     三维数组</a:t>
            </a:r>
            <a:endParaRPr kumimoji="1" lang="zh-CN" altLang="en-US" sz="2400" dirty="0">
              <a:solidFill>
                <a:srgbClr val="FF0000"/>
              </a:solidFill>
              <a:latin typeface="Times New Roman" panose="02020603050405020304" pitchFamily="18" charset="0"/>
              <a:ea typeface="华文新魏" panose="02010800040101010101" pitchFamily="2" charset="-122"/>
            </a:endParaRPr>
          </a:p>
        </p:txBody>
      </p:sp>
      <p:sp>
        <p:nvSpPr>
          <p:cNvPr id="8" name="Rectangle 4">
            <a:extLst>
              <a:ext uri="{FF2B5EF4-FFF2-40B4-BE49-F238E27FC236}">
                <a16:creationId xmlns:a16="http://schemas.microsoft.com/office/drawing/2014/main" id="{2C4A18F1-4074-42EF-B774-99FBD8C373B1}"/>
              </a:ext>
            </a:extLst>
          </p:cNvPr>
          <p:cNvSpPr txBox="1">
            <a:spLocks noChangeArrowheads="1"/>
          </p:cNvSpPr>
          <p:nvPr/>
        </p:nvSpPr>
        <p:spPr>
          <a:xfrm>
            <a:off x="629576" y="4904184"/>
            <a:ext cx="7162800" cy="1981200"/>
          </a:xfrm>
          <a:prstGeom prst="rect">
            <a:avLst/>
          </a:prstGeom>
        </p:spPr>
        <p:txBody>
          <a:bodyPr/>
          <a:lstStyle>
            <a:lvl1pPr marL="457200" indent="-457200" algn="l" rtl="0" eaLnBrk="0" fontAlgn="base" hangingPunct="0">
              <a:lnSpc>
                <a:spcPct val="150000"/>
              </a:lnSpc>
              <a:spcBef>
                <a:spcPct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marL="0" indent="0">
              <a:buNone/>
            </a:pPr>
            <a:r>
              <a:rPr lang="zh-CN" altLang="en-US" b="0" kern="0" dirty="0">
                <a:solidFill>
                  <a:srgbClr val="0000FF"/>
                </a:solidFill>
                <a:latin typeface="+mn-ea"/>
                <a:ea typeface="+mn-ea"/>
              </a:rPr>
              <a:t>行向量  下标 </a:t>
            </a:r>
            <a:r>
              <a:rPr lang="en-US" altLang="zh-CN" b="0" i="1" kern="0" dirty="0" err="1">
                <a:solidFill>
                  <a:srgbClr val="0000FF"/>
                </a:solidFill>
                <a:latin typeface="+mn-ea"/>
                <a:ea typeface="+mn-ea"/>
              </a:rPr>
              <a:t>i</a:t>
            </a:r>
            <a:r>
              <a:rPr lang="en-US" altLang="zh-CN" b="0" i="1" kern="0" dirty="0">
                <a:solidFill>
                  <a:srgbClr val="0000FF"/>
                </a:solidFill>
                <a:latin typeface="+mn-ea"/>
                <a:ea typeface="+mn-ea"/>
              </a:rPr>
              <a:t>                    </a:t>
            </a:r>
            <a:r>
              <a:rPr lang="zh-CN" altLang="en-US" b="0" kern="0" dirty="0">
                <a:solidFill>
                  <a:srgbClr val="0000FF"/>
                </a:solidFill>
                <a:latin typeface="+mn-ea"/>
                <a:ea typeface="+mn-ea"/>
              </a:rPr>
              <a:t>页向量  下标</a:t>
            </a:r>
            <a:r>
              <a:rPr lang="zh-CN" altLang="en-US" b="0" i="1" kern="0" dirty="0">
                <a:solidFill>
                  <a:srgbClr val="0000FF"/>
                </a:solidFill>
                <a:latin typeface="+mn-ea"/>
                <a:ea typeface="+mn-ea"/>
              </a:rPr>
              <a:t> </a:t>
            </a:r>
            <a:r>
              <a:rPr lang="en-US" altLang="zh-CN" b="0" i="1" kern="0" dirty="0" err="1">
                <a:solidFill>
                  <a:srgbClr val="0000FF"/>
                </a:solidFill>
                <a:latin typeface="+mn-ea"/>
                <a:ea typeface="+mn-ea"/>
              </a:rPr>
              <a:t>i</a:t>
            </a:r>
            <a:endParaRPr lang="en-US" altLang="zh-CN" b="0" kern="0" dirty="0">
              <a:solidFill>
                <a:srgbClr val="0000FF"/>
              </a:solidFill>
              <a:latin typeface="+mn-ea"/>
              <a:ea typeface="+mn-ea"/>
            </a:endParaRPr>
          </a:p>
          <a:p>
            <a:pPr marL="0" indent="0">
              <a:buNone/>
            </a:pPr>
            <a:r>
              <a:rPr lang="zh-CN" altLang="zh-CN" b="0" kern="0" dirty="0">
                <a:solidFill>
                  <a:srgbClr val="0000FF"/>
                </a:solidFill>
                <a:latin typeface="+mn-ea"/>
                <a:ea typeface="+mn-ea"/>
              </a:rPr>
              <a:t>列向量  下标 </a:t>
            </a:r>
            <a:r>
              <a:rPr lang="en-US" altLang="zh-CN" b="0" i="1" kern="0" dirty="0">
                <a:solidFill>
                  <a:srgbClr val="0000FF"/>
                </a:solidFill>
                <a:latin typeface="+mn-ea"/>
                <a:ea typeface="+mn-ea"/>
              </a:rPr>
              <a:t>j                    </a:t>
            </a:r>
            <a:r>
              <a:rPr lang="zh-CN" altLang="en-US" b="0" kern="0" dirty="0">
                <a:solidFill>
                  <a:srgbClr val="0000FF"/>
                </a:solidFill>
                <a:latin typeface="+mn-ea"/>
                <a:ea typeface="+mn-ea"/>
              </a:rPr>
              <a:t>行向量  下标</a:t>
            </a:r>
            <a:r>
              <a:rPr lang="zh-CN" altLang="en-US" b="0" i="1" kern="0" dirty="0">
                <a:solidFill>
                  <a:srgbClr val="0000FF"/>
                </a:solidFill>
                <a:latin typeface="+mn-ea"/>
                <a:ea typeface="+mn-ea"/>
              </a:rPr>
              <a:t> </a:t>
            </a:r>
            <a:r>
              <a:rPr lang="en-US" altLang="zh-CN" b="0" i="1" kern="0" dirty="0">
                <a:solidFill>
                  <a:srgbClr val="0000FF"/>
                </a:solidFill>
                <a:latin typeface="+mn-ea"/>
                <a:ea typeface="+mn-ea"/>
              </a:rPr>
              <a:t>j</a:t>
            </a:r>
          </a:p>
          <a:p>
            <a:pPr marL="0" indent="0">
              <a:buNone/>
            </a:pPr>
            <a:r>
              <a:rPr lang="en-US" altLang="zh-CN" b="0" i="1" kern="0" dirty="0">
                <a:solidFill>
                  <a:srgbClr val="0000FF"/>
                </a:solidFill>
                <a:latin typeface="+mn-ea"/>
                <a:ea typeface="+mn-ea"/>
              </a:rPr>
              <a:t>                                         </a:t>
            </a:r>
            <a:r>
              <a:rPr lang="zh-CN" altLang="zh-CN" b="0" kern="0" dirty="0">
                <a:solidFill>
                  <a:srgbClr val="0000FF"/>
                </a:solidFill>
                <a:latin typeface="+mn-ea"/>
                <a:ea typeface="+mn-ea"/>
              </a:rPr>
              <a:t>列向量  下标</a:t>
            </a:r>
            <a:r>
              <a:rPr lang="zh-CN" altLang="zh-CN" b="0" i="1" kern="0" dirty="0">
                <a:solidFill>
                  <a:srgbClr val="0000FF"/>
                </a:solidFill>
                <a:latin typeface="+mn-ea"/>
                <a:ea typeface="+mn-ea"/>
              </a:rPr>
              <a:t> </a:t>
            </a:r>
            <a:r>
              <a:rPr lang="en-US" altLang="zh-CN" b="0" i="1" kern="0" dirty="0">
                <a:solidFill>
                  <a:srgbClr val="0000FF"/>
                </a:solidFill>
                <a:latin typeface="+mn-ea"/>
                <a:ea typeface="+mn-ea"/>
              </a:rPr>
              <a:t>k</a:t>
            </a:r>
          </a:p>
        </p:txBody>
      </p:sp>
      <p:pic>
        <p:nvPicPr>
          <p:cNvPr id="9" name="Picture 2">
            <a:extLst>
              <a:ext uri="{FF2B5EF4-FFF2-40B4-BE49-F238E27FC236}">
                <a16:creationId xmlns:a16="http://schemas.microsoft.com/office/drawing/2014/main" id="{3E2E9AE1-60C6-4A6F-8C85-7A7105E7B1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9" y="1440254"/>
            <a:ext cx="915193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4554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7"/>
          <p:cNvSpPr>
            <a:spLocks noChangeArrowheads="1"/>
          </p:cNvSpPr>
          <p:nvPr/>
        </p:nvSpPr>
        <p:spPr bwMode="auto">
          <a:xfrm>
            <a:off x="819150" y="211138"/>
            <a:ext cx="53244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数组的抽象数据类型</a:t>
            </a:r>
          </a:p>
        </p:txBody>
      </p:sp>
      <p:sp>
        <p:nvSpPr>
          <p:cNvPr id="45062" name="Text Box 10"/>
          <p:cNvSpPr txBox="1">
            <a:spLocks noChangeArrowheads="1"/>
          </p:cNvSpPr>
          <p:nvPr/>
        </p:nvSpPr>
        <p:spPr bwMode="auto">
          <a:xfrm>
            <a:off x="0" y="727076"/>
            <a:ext cx="9144000" cy="611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i="0" u="none" strike="noStrike" kern="1200" cap="none" spc="0" normalizeH="0" baseline="0" noProof="0" dirty="0">
                <a:ln>
                  <a:noFill/>
                </a:ln>
                <a:solidFill>
                  <a:schemeClr val="tx1"/>
                </a:solidFill>
                <a:effectLst/>
                <a:uLnTx/>
                <a:uFillTx/>
                <a:latin typeface="+mn-lt"/>
                <a:ea typeface="+mn-ea"/>
                <a:cs typeface="+mn-ea"/>
                <a:sym typeface="+mn-lt"/>
              </a:rPr>
              <a:t>ADT Array {</a:t>
            </a:r>
          </a:p>
          <a:p>
            <a:pPr eaLnBrk="1" hangingPunct="1">
              <a:lnSpc>
                <a:spcPct val="150000"/>
              </a:lnSpc>
              <a:defRPr/>
            </a:pPr>
            <a:r>
              <a:rPr kumimoji="0" lang="zh-CN" altLang="en-US" sz="2000" b="0" i="0" u="none" strike="noStrike" kern="1200" cap="none" spc="0" normalizeH="0" baseline="0" noProof="0" dirty="0">
                <a:ln>
                  <a:noFill/>
                </a:ln>
                <a:solidFill>
                  <a:srgbClr val="0000FF"/>
                </a:solidFill>
                <a:effectLst/>
                <a:uLnTx/>
                <a:uFillTx/>
                <a:latin typeface="+mn-ea"/>
                <a:ea typeface="+mn-ea"/>
                <a:cs typeface="+mn-ea"/>
                <a:sym typeface="+mn-lt"/>
              </a:rPr>
              <a:t>  数据对象</a:t>
            </a:r>
            <a:r>
              <a:rPr lang="zh-CN" altLang="en-US" sz="2000" b="0" dirty="0">
                <a:solidFill>
                  <a:srgbClr val="0000FF"/>
                </a:solidFill>
                <a:latin typeface="+mn-ea"/>
                <a:ea typeface="+mn-ea"/>
                <a:cs typeface="+mn-ea"/>
                <a:sym typeface="+mn-lt"/>
              </a:rPr>
              <a:t>：</a:t>
            </a:r>
            <a:endParaRPr kumimoji="0" lang="en-US" altLang="zh-CN" sz="2000" b="0" i="0" u="none" strike="noStrike" kern="1200" cap="none" spc="0" normalizeH="0" baseline="0" noProof="0" dirty="0">
              <a:ln>
                <a:noFill/>
              </a:ln>
              <a:solidFill>
                <a:srgbClr val="0000FF"/>
              </a:solidFill>
              <a:effectLst/>
              <a:uLnTx/>
              <a:uFillTx/>
              <a:latin typeface="+mn-ea"/>
              <a:ea typeface="+mn-ea"/>
              <a:cs typeface="+mn-ea"/>
              <a:sym typeface="+mn-lt"/>
            </a:endParaRPr>
          </a:p>
          <a:p>
            <a:pPr marL="0" marR="0" lvl="0" indent="0" algn="l" defTabSz="914400" rtl="0" eaLnBrk="1" fontAlgn="base" latinLnBrk="0" hangingPunct="1">
              <a:lnSpc>
                <a:spcPct val="15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dirty="0">
              <a:ln>
                <a:noFill/>
              </a:ln>
              <a:solidFill>
                <a:schemeClr val="tx1"/>
              </a:solidFill>
              <a:effectLst/>
              <a:uLnTx/>
              <a:uFillTx/>
              <a:latin typeface="+mn-ea"/>
              <a:ea typeface="+mn-ea"/>
              <a:cs typeface="+mn-ea"/>
              <a:sym typeface="+mn-lt"/>
            </a:endParaRPr>
          </a:p>
          <a:p>
            <a:pPr marL="0" marR="0" lvl="0" indent="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lang="zh-CN" altLang="en-US" sz="2000" b="0" dirty="0">
                <a:solidFill>
                  <a:srgbClr val="0000FF"/>
                </a:solidFill>
                <a:latin typeface="+mn-ea"/>
                <a:ea typeface="+mn-ea"/>
                <a:cs typeface="+mn-ea"/>
                <a:sym typeface="+mn-lt"/>
              </a:rPr>
              <a:t>  数据关系：</a:t>
            </a:r>
            <a:endParaRPr lang="en-US" altLang="zh-CN" sz="2000" b="0" dirty="0">
              <a:solidFill>
                <a:srgbClr val="0000FF"/>
              </a:solidFill>
              <a:latin typeface="+mn-ea"/>
              <a:ea typeface="+mn-ea"/>
              <a:cs typeface="+mn-ea"/>
              <a:sym typeface="+mn-lt"/>
            </a:endParaRPr>
          </a:p>
          <a:p>
            <a:pPr marL="0" marR="0" lvl="0" indent="0" algn="l" defTabSz="914400" rtl="0" eaLnBrk="1" fontAlgn="base" latinLnBrk="0" hangingPunct="1">
              <a:lnSpc>
                <a:spcPct val="15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dirty="0">
              <a:ln>
                <a:noFill/>
              </a:ln>
              <a:solidFill>
                <a:schemeClr val="tx1"/>
              </a:solidFill>
              <a:effectLst/>
              <a:uLnTx/>
              <a:uFillTx/>
              <a:latin typeface="+mn-ea"/>
              <a:ea typeface="+mn-ea"/>
              <a:cs typeface="+mn-ea"/>
              <a:sym typeface="+mn-lt"/>
            </a:endParaRPr>
          </a:p>
          <a:p>
            <a:pPr marL="0" marR="0" lvl="0" indent="0" algn="l" defTabSz="914400" rtl="0" eaLnBrk="1" fontAlgn="base" latinLnBrk="0" hangingPunct="1">
              <a:lnSpc>
                <a:spcPct val="150000"/>
              </a:lnSpc>
              <a:spcBef>
                <a:spcPct val="0"/>
              </a:spcBef>
              <a:spcAft>
                <a:spcPct val="0"/>
              </a:spcAft>
              <a:buClrTx/>
              <a:buSzTx/>
              <a:buFont typeface="Arial" panose="020B0604020202020204" pitchFamily="34" charset="0"/>
              <a:buNone/>
              <a:defRPr/>
            </a:pPr>
            <a:endParaRPr lang="en-US" altLang="zh-CN" sz="2000" b="0" dirty="0">
              <a:latin typeface="+mn-ea"/>
              <a:ea typeface="+mn-ea"/>
              <a:cs typeface="+mn-ea"/>
              <a:sym typeface="+mn-lt"/>
            </a:endParaRPr>
          </a:p>
          <a:p>
            <a:pPr marL="0" marR="0" lvl="0" indent="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ea"/>
                <a:ea typeface="+mn-ea"/>
                <a:cs typeface="+mn-ea"/>
                <a:sym typeface="+mn-lt"/>
              </a:rPr>
              <a:t>  </a:t>
            </a:r>
            <a:r>
              <a:rPr lang="zh-CN" altLang="en-US" sz="2000" b="0" dirty="0">
                <a:solidFill>
                  <a:srgbClr val="0000FF"/>
                </a:solidFill>
                <a:latin typeface="+mn-ea"/>
                <a:ea typeface="+mn-ea"/>
                <a:cs typeface="+mn-ea"/>
                <a:sym typeface="+mn-lt"/>
              </a:rPr>
              <a:t>基本操作：</a:t>
            </a:r>
            <a:endParaRPr lang="en-US" altLang="zh-CN" sz="2000" b="0" dirty="0">
              <a:solidFill>
                <a:srgbClr val="0000FF"/>
              </a:solidFill>
              <a:latin typeface="+mn-ea"/>
              <a:ea typeface="+mn-ea"/>
              <a:cs typeface="+mn-ea"/>
              <a:sym typeface="+mn-lt"/>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mn-ea"/>
                <a:ea typeface="+mn-ea"/>
                <a:cs typeface="+mn-ea"/>
                <a:sym typeface="+mn-lt"/>
              </a:rPr>
              <a:t>      </a:t>
            </a: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(1) </a:t>
            </a:r>
            <a:r>
              <a:rPr kumimoji="0" lang="en-US" altLang="zh-CN" b="0" i="0" u="none" strike="noStrike" kern="0" cap="none" spc="0" normalizeH="0" baseline="0" noProof="0" dirty="0" err="1">
                <a:ln>
                  <a:noFill/>
                </a:ln>
                <a:solidFill>
                  <a:schemeClr val="tx1"/>
                </a:solidFill>
                <a:effectLst/>
                <a:uLnTx/>
                <a:uFillTx/>
                <a:latin typeface="+mn-lt"/>
                <a:ea typeface="+mn-ea"/>
                <a:cs typeface="+mn-ea"/>
                <a:sym typeface="+mn-lt"/>
              </a:rPr>
              <a:t>InitArray</a:t>
            </a: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 (&amp;A, n, bound1, …, </a:t>
            </a:r>
            <a:r>
              <a:rPr kumimoji="0" lang="en-US" altLang="zh-CN" b="0" i="0" u="none" strike="noStrike" kern="0" cap="none" spc="0" normalizeH="0" baseline="0" noProof="0" dirty="0" err="1">
                <a:ln>
                  <a:noFill/>
                </a:ln>
                <a:solidFill>
                  <a:schemeClr val="tx1"/>
                </a:solidFill>
                <a:effectLst/>
                <a:uLnTx/>
                <a:uFillTx/>
                <a:latin typeface="+mn-lt"/>
                <a:ea typeface="+mn-ea"/>
                <a:cs typeface="+mn-ea"/>
                <a:sym typeface="+mn-lt"/>
              </a:rPr>
              <a:t>boundn</a:t>
            </a: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0" cap="none" spc="0" normalizeH="0" baseline="0" noProof="0" dirty="0">
                <a:ln>
                  <a:noFill/>
                </a:ln>
                <a:solidFill>
                  <a:srgbClr val="00B050"/>
                </a:solidFill>
                <a:effectLst/>
                <a:uLnTx/>
                <a:uFillTx/>
                <a:latin typeface="+mn-lt"/>
                <a:ea typeface="+mn-ea"/>
                <a:cs typeface="+mn-ea"/>
                <a:sym typeface="+mn-lt"/>
              </a:rPr>
              <a:t>构造数组</a:t>
            </a:r>
            <a:endParaRPr kumimoji="0" lang="en-US" altLang="zh-CN" b="0" i="0" u="none" strike="noStrike" kern="0" cap="none" spc="0" normalizeH="0" baseline="0" noProof="0" dirty="0">
              <a:ln>
                <a:noFill/>
              </a:ln>
              <a:solidFill>
                <a:srgbClr val="00B050"/>
              </a:solidFill>
              <a:effectLst/>
              <a:uLnTx/>
              <a:uFillTx/>
              <a:latin typeface="+mn-lt"/>
              <a:ea typeface="+mn-ea"/>
              <a:cs typeface="+mn-ea"/>
              <a:sym typeface="+mn-lt"/>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       (2) </a:t>
            </a:r>
            <a:r>
              <a:rPr kumimoji="0" lang="en-US" altLang="zh-CN" b="0" i="0" u="none" strike="noStrike" kern="0" cap="none" spc="0" normalizeH="0" baseline="0" noProof="0" dirty="0" err="1">
                <a:ln>
                  <a:noFill/>
                </a:ln>
                <a:solidFill>
                  <a:schemeClr val="tx1"/>
                </a:solidFill>
                <a:effectLst/>
                <a:uLnTx/>
                <a:uFillTx/>
                <a:latin typeface="+mn-lt"/>
                <a:ea typeface="+mn-ea"/>
                <a:cs typeface="+mn-ea"/>
                <a:sym typeface="+mn-lt"/>
              </a:rPr>
              <a:t>DestroyArray</a:t>
            </a: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 (&amp;A)                                  </a:t>
            </a:r>
            <a:r>
              <a:rPr kumimoji="0" lang="en-US" altLang="zh-CN" b="0" i="0" u="none" strike="noStrike" kern="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0" cap="none" spc="0" normalizeH="0" baseline="0" noProof="0" dirty="0">
                <a:ln>
                  <a:noFill/>
                </a:ln>
                <a:solidFill>
                  <a:srgbClr val="00B050"/>
                </a:solidFill>
                <a:effectLst/>
                <a:uLnTx/>
                <a:uFillTx/>
                <a:latin typeface="+mn-lt"/>
                <a:ea typeface="+mn-ea"/>
                <a:cs typeface="+mn-ea"/>
                <a:sym typeface="+mn-lt"/>
              </a:rPr>
              <a:t>销毁数组</a:t>
            </a:r>
            <a:endParaRPr kumimoji="0" lang="en-US" altLang="zh-CN" b="0" i="0" u="none" strike="noStrike" kern="0" cap="none" spc="0" normalizeH="0" baseline="0" noProof="0" dirty="0">
              <a:ln>
                <a:noFill/>
              </a:ln>
              <a:solidFill>
                <a:srgbClr val="00B050"/>
              </a:solidFill>
              <a:effectLst/>
              <a:uLnTx/>
              <a:uFillTx/>
              <a:latin typeface="+mn-lt"/>
              <a:ea typeface="+mn-ea"/>
              <a:cs typeface="+mn-ea"/>
              <a:sym typeface="+mn-lt"/>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       (3) Value (A, &amp;e, index1, …, </a:t>
            </a:r>
            <a:r>
              <a:rPr kumimoji="0" lang="en-US" altLang="zh-CN" b="0" i="0" u="none" strike="noStrike" kern="0" cap="none" spc="0" normalizeH="0" baseline="0" noProof="0" dirty="0" err="1">
                <a:ln>
                  <a:noFill/>
                </a:ln>
                <a:solidFill>
                  <a:schemeClr val="tx1"/>
                </a:solidFill>
                <a:effectLst/>
                <a:uLnTx/>
                <a:uFillTx/>
                <a:latin typeface="+mn-lt"/>
                <a:ea typeface="+mn-ea"/>
                <a:cs typeface="+mn-ea"/>
                <a:sym typeface="+mn-lt"/>
              </a:rPr>
              <a:t>indexn</a:t>
            </a: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0" cap="none" spc="0" normalizeH="0" baseline="0" noProof="0" dirty="0">
                <a:ln>
                  <a:noFill/>
                </a:ln>
                <a:solidFill>
                  <a:srgbClr val="00B050"/>
                </a:solidFill>
                <a:effectLst/>
                <a:uLnTx/>
                <a:uFillTx/>
                <a:latin typeface="+mn-lt"/>
                <a:ea typeface="+mn-ea"/>
                <a:cs typeface="+mn-ea"/>
                <a:sym typeface="+mn-lt"/>
              </a:rPr>
              <a:t>// </a:t>
            </a:r>
            <a:r>
              <a:rPr kumimoji="0" lang="zh-CN" altLang="en-US" b="0" i="0" u="none" strike="noStrike" kern="0" cap="none" spc="0" normalizeH="0" baseline="0" noProof="0" dirty="0">
                <a:ln>
                  <a:noFill/>
                </a:ln>
                <a:solidFill>
                  <a:srgbClr val="00B050"/>
                </a:solidFill>
                <a:effectLst/>
                <a:uLnTx/>
                <a:uFillTx/>
                <a:latin typeface="+mn-lt"/>
                <a:ea typeface="+mn-ea"/>
                <a:cs typeface="+mn-ea"/>
                <a:sym typeface="+mn-lt"/>
              </a:rPr>
              <a:t>取数组元素的值</a:t>
            </a: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(4) Assign (&amp;A, e, index1, …, </a:t>
            </a:r>
            <a:r>
              <a:rPr kumimoji="0" lang="en-US" altLang="zh-CN" b="0" i="0" u="none" strike="noStrike" kern="0" cap="none" spc="0" normalizeH="0" baseline="0" noProof="0" dirty="0" err="1">
                <a:ln>
                  <a:noFill/>
                </a:ln>
                <a:solidFill>
                  <a:schemeClr val="tx1"/>
                </a:solidFill>
                <a:effectLst/>
                <a:uLnTx/>
                <a:uFillTx/>
                <a:latin typeface="+mn-lt"/>
                <a:ea typeface="+mn-ea"/>
                <a:cs typeface="+mn-ea"/>
                <a:sym typeface="+mn-lt"/>
              </a:rPr>
              <a:t>indexn</a:t>
            </a:r>
            <a:r>
              <a:rPr kumimoji="0" lang="en-US" altLang="zh-CN"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b="0" i="0" u="none" strike="noStrike" kern="0" cap="none" spc="0" normalizeH="0" baseline="0" noProof="0" dirty="0">
                <a:ln>
                  <a:noFill/>
                </a:ln>
                <a:solidFill>
                  <a:srgbClr val="00B050"/>
                </a:solidFill>
                <a:effectLst/>
                <a:uLnTx/>
                <a:uFillTx/>
                <a:latin typeface="+mn-lt"/>
                <a:ea typeface="+mn-ea"/>
                <a:cs typeface="+mn-ea"/>
                <a:sym typeface="+mn-lt"/>
              </a:rPr>
              <a:t>// </a:t>
            </a:r>
            <a:r>
              <a:rPr kumimoji="0" lang="zh-CN" altLang="zh-CN" b="0" i="0" u="none" strike="noStrike" kern="0" cap="none" spc="0" normalizeH="0" baseline="0" noProof="0" dirty="0">
                <a:ln>
                  <a:noFill/>
                </a:ln>
                <a:solidFill>
                  <a:srgbClr val="00B050"/>
                </a:solidFill>
                <a:effectLst/>
                <a:uLnTx/>
                <a:uFillTx/>
                <a:latin typeface="+mn-lt"/>
                <a:ea typeface="+mn-ea"/>
                <a:cs typeface="+mn-ea"/>
                <a:sym typeface="+mn-lt"/>
              </a:rPr>
              <a:t>给</a:t>
            </a:r>
            <a:r>
              <a:rPr kumimoji="0" lang="zh-CN" altLang="en-US" b="0" i="0" u="none" strike="noStrike" kern="0" cap="none" spc="0" normalizeH="0" baseline="0" noProof="0" dirty="0">
                <a:ln>
                  <a:noFill/>
                </a:ln>
                <a:solidFill>
                  <a:srgbClr val="00B050"/>
                </a:solidFill>
                <a:effectLst/>
                <a:uLnTx/>
                <a:uFillTx/>
                <a:latin typeface="+mn-lt"/>
                <a:ea typeface="+mn-ea"/>
                <a:cs typeface="+mn-ea"/>
                <a:sym typeface="+mn-lt"/>
              </a:rPr>
              <a:t>数组元素赋值</a:t>
            </a:r>
            <a:endParaRPr kumimoji="0" lang="en-US" altLang="zh-CN" b="0" i="0" u="none" strike="noStrike" kern="0" cap="none" spc="0" normalizeH="0" baseline="0" noProof="0" dirty="0">
              <a:ln>
                <a:noFill/>
              </a:ln>
              <a:solidFill>
                <a:srgbClr val="00B050"/>
              </a:solidFill>
              <a:effectLst/>
              <a:uLnTx/>
              <a:uFillTx/>
              <a:latin typeface="+mn-lt"/>
              <a:ea typeface="+mn-ea"/>
              <a:cs typeface="+mn-ea"/>
              <a:sym typeface="+mn-lt"/>
            </a:endParaRPr>
          </a:p>
          <a:p>
            <a:pPr marL="0" marR="0" lvl="0" indent="0" algn="l" defTabSz="914400" rtl="0" eaLnBrk="0" fontAlgn="base" latinLnBrk="0" hangingPunct="0">
              <a:lnSpc>
                <a:spcPct val="150000"/>
              </a:lnSpc>
              <a:spcBef>
                <a:spcPct val="0"/>
              </a:spcBef>
              <a:spcAft>
                <a:spcPct val="0"/>
              </a:spcAft>
              <a:buClrTx/>
              <a:buSzTx/>
              <a:buFontTx/>
              <a:buNone/>
              <a:defRPr/>
            </a:pPr>
            <a:r>
              <a:rPr lang="en-US" altLang="zh-CN" dirty="0">
                <a:latin typeface="+mn-ea"/>
                <a:ea typeface="+mn-ea"/>
                <a:cs typeface="+mn-ea"/>
                <a:sym typeface="+mn-lt"/>
              </a:rPr>
              <a:t>} </a:t>
            </a:r>
            <a:r>
              <a:rPr kumimoji="0" lang="en-US" altLang="zh-CN" i="0" u="none" strike="noStrike" kern="1200" cap="none" spc="0" normalizeH="0" baseline="0" noProof="0" dirty="0">
                <a:ln>
                  <a:noFill/>
                </a:ln>
                <a:solidFill>
                  <a:schemeClr val="tx1"/>
                </a:solidFill>
                <a:effectLst/>
                <a:uLnTx/>
                <a:uFillTx/>
                <a:latin typeface="+mn-lt"/>
                <a:ea typeface="+mn-ea"/>
                <a:cs typeface="+mn-ea"/>
                <a:sym typeface="+mn-lt"/>
              </a:rPr>
              <a:t>ADT Array</a:t>
            </a:r>
            <a:endParaRPr kumimoji="0" lang="zh-CN" altLang="en-US" i="0" u="none" strike="noStrike" kern="0" cap="none" spc="0" normalizeH="0" baseline="0" noProof="0" dirty="0">
              <a:ln>
                <a:noFill/>
              </a:ln>
              <a:solidFill>
                <a:schemeClr val="tx1"/>
              </a:solidFill>
              <a:effectLst/>
              <a:uLnTx/>
              <a:uFillTx/>
              <a:latin typeface="+mn-lt"/>
              <a:ea typeface="+mn-ea"/>
              <a:cs typeface="+mn-ea"/>
              <a:sym typeface="+mn-lt"/>
            </a:endParaRPr>
          </a:p>
        </p:txBody>
      </p:sp>
      <mc:AlternateContent xmlns:mc="http://schemas.openxmlformats.org/markup-compatibility/2006" xmlns:a14="http://schemas.microsoft.com/office/drawing/2010/main">
        <mc:Choice Requires="a14">
          <p:sp>
            <p:nvSpPr>
              <p:cNvPr id="59399" name="Object 12"/>
              <p:cNvSpPr txBox="1"/>
              <p:nvPr/>
            </p:nvSpPr>
            <p:spPr>
              <a:xfrm>
                <a:off x="406134" y="1756452"/>
                <a:ext cx="8737866" cy="541977"/>
              </a:xfrm>
              <a:prstGeom prst="rect">
                <a:avLst/>
              </a:prstGeom>
              <a:noFill/>
              <a:ln w="9525" cap="flat" cmpd="sng">
                <a:noFill/>
                <a:prstDash val="solid"/>
                <a:miter/>
                <a:headEnd type="none" w="med" len="med"/>
                <a:tailEnd type="none" w="med" len="med"/>
              </a:ln>
            </p:spPr>
            <p:txBody>
              <a:bodyPr>
                <a:normAutofit/>
              </a:bodyPr>
              <a:lstStyle/>
              <a:p>
                <a:pPr/>
                <a14:m>
                  <m:oMathPara xmlns:m="http://schemas.openxmlformats.org/officeDocument/2006/math">
                    <m:oMathParaPr>
                      <m:jc m:val="left"/>
                    </m:oMathParaPr>
                    <m:oMath xmlns:m="http://schemas.openxmlformats.org/officeDocument/2006/math">
                      <m:r>
                        <a:rPr lang="zh-CN" altLang="en-US" b="0" i="1" smtClean="0">
                          <a:solidFill>
                            <a:srgbClr val="000000"/>
                          </a:solidFill>
                          <a:latin typeface="Cambria Math" panose="02040503050406030204" pitchFamily="18" charset="0"/>
                        </a:rPr>
                        <m:t>𝐷</m:t>
                      </m:r>
                      <m:r>
                        <a:rPr lang="zh-CN" altLang="en-US" b="0" i="1" smtClean="0">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m:rPr>
                              <m:nor/>
                            </m:rPr>
                            <a:rPr lang="zh-CN" altLang="en-US" b="0">
                              <a:solidFill>
                                <a:srgbClr val="000000"/>
                              </a:solidFill>
                              <a:latin typeface="Cambria Math" panose="02040503050406030204" pitchFamily="18" charset="0"/>
                            </a:rPr>
                            <m:t>a</m:t>
                          </m:r>
                        </m:e>
                        <m:sub>
                          <m:sSub>
                            <m:sSubPr>
                              <m:ctrlPr>
                                <a:rPr lang="zh-CN" altLang="en-US" b="0" i="1">
                                  <a:solidFill>
                                    <a:srgbClr val="000000"/>
                                  </a:solidFill>
                                  <a:latin typeface="Cambria Math" panose="02040503050406030204" pitchFamily="18" charset="0"/>
                                </a:rPr>
                              </m:ctrlPr>
                            </m:sSubPr>
                            <m:e>
                              <m:r>
                                <m:rPr>
                                  <m:sty m:val="p"/>
                                </m:rPr>
                                <a:rPr lang="zh-CN" altLang="en-US" b="0">
                                  <a:solidFill>
                                    <a:srgbClr val="000000"/>
                                  </a:solidFill>
                                  <a:latin typeface="Cambria Math" panose="02040503050406030204" pitchFamily="18" charset="0"/>
                                </a:rPr>
                                <m:t>j</m:t>
                              </m:r>
                            </m:e>
                            <m:sub>
                              <m:r>
                                <a:rPr lang="zh-CN" altLang="en-US" b="0">
                                  <a:solidFill>
                                    <a:srgbClr val="000000"/>
                                  </a:solidFill>
                                  <a:latin typeface="Cambria Math" panose="02040503050406030204" pitchFamily="18" charset="0"/>
                                </a:rPr>
                                <m:t>1</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m:rPr>
                                  <m:sty m:val="p"/>
                                </m:rPr>
                                <a:rPr lang="zh-CN" altLang="en-US" b="0">
                                  <a:solidFill>
                                    <a:srgbClr val="000000"/>
                                  </a:solidFill>
                                  <a:latin typeface="Cambria Math" panose="02040503050406030204" pitchFamily="18" charset="0"/>
                                </a:rPr>
                                <m:t>j</m:t>
                              </m:r>
                            </m:e>
                            <m:sub>
                              <m:r>
                                <m:rPr>
                                  <m:sty m:val="p"/>
                                </m:rPr>
                                <a:rPr lang="en-US" altLang="zh-CN" b="0">
                                  <a:solidFill>
                                    <a:srgbClr val="000000"/>
                                  </a:solidFill>
                                  <a:latin typeface="Cambria Math" panose="02040503050406030204" pitchFamily="18" charset="0"/>
                                </a:rPr>
                                <m:t>i</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m:rPr>
                                  <m:sty m:val="p"/>
                                </m:rPr>
                                <a:rPr lang="zh-CN" altLang="en-US" b="0">
                                  <a:solidFill>
                                    <a:srgbClr val="000000"/>
                                  </a:solidFill>
                                  <a:latin typeface="Cambria Math" panose="02040503050406030204" pitchFamily="18" charset="0"/>
                                </a:rPr>
                                <m:t>j</m:t>
                              </m:r>
                            </m:e>
                            <m:sub>
                              <m:r>
                                <m:rPr>
                                  <m:sty m:val="p"/>
                                </m:rPr>
                                <a:rPr lang="zh-CN" altLang="en-US" b="0">
                                  <a:solidFill>
                                    <a:srgbClr val="000000"/>
                                  </a:solidFill>
                                  <a:latin typeface="Cambria Math" panose="02040503050406030204" pitchFamily="18" charset="0"/>
                                </a:rPr>
                                <m:t>n</m:t>
                              </m:r>
                            </m:sub>
                          </m:sSub>
                        </m:sub>
                      </m:sSub>
                      <m:r>
                        <a:rPr lang="zh-CN" altLang="en-US" b="0" i="1">
                          <a:solidFill>
                            <a:srgbClr val="000000"/>
                          </a:solidFill>
                          <a:latin typeface="Cambria Math" panose="02040503050406030204" pitchFamily="18" charset="0"/>
                        </a:rPr>
                        <m:t>|</m:t>
                      </m:r>
                      <m:r>
                        <m:rPr>
                          <m:nor/>
                        </m:rPr>
                        <a:rPr lang="zh-CN" altLang="en-US" b="0" i="0">
                          <a:solidFill>
                            <a:srgbClr val="000000"/>
                          </a:solidFill>
                          <a:latin typeface="Cambria Math" panose="02040503050406030204" pitchFamily="18" charset="0"/>
                        </a:rPr>
                        <m:t>  </m:t>
                      </m:r>
                      <m:sSub>
                        <m:sSubPr>
                          <m:ctrlPr>
                            <a:rPr lang="zh-CN" altLang="en-US" b="0" i="1">
                              <a:solidFill>
                                <a:srgbClr val="000000"/>
                              </a:solidFill>
                              <a:latin typeface="Cambria Math" panose="02040503050406030204" pitchFamily="18" charset="0"/>
                            </a:rPr>
                          </m:ctrlPr>
                        </m:sSubPr>
                        <m:e>
                          <m:r>
                            <m:rPr>
                              <m:nor/>
                            </m:rPr>
                            <a:rPr lang="zh-CN" altLang="en-US" b="0" i="0">
                              <a:solidFill>
                                <a:srgbClr val="000000"/>
                              </a:solidFill>
                              <a:latin typeface="Cambria Math" panose="02040503050406030204" pitchFamily="18" charset="0"/>
                            </a:rPr>
                            <m:t>a</m:t>
                          </m:r>
                        </m:e>
                        <m:sub>
                          <m:sSub>
                            <m:sSubPr>
                              <m:ctrlPr>
                                <a:rPr lang="zh-CN" altLang="en-US" b="0" i="1">
                                  <a:solidFill>
                                    <a:srgbClr val="000000"/>
                                  </a:solidFill>
                                  <a:latin typeface="Cambria Math" panose="02040503050406030204" pitchFamily="18" charset="0"/>
                                </a:rPr>
                              </m:ctrlPr>
                            </m:sSubPr>
                            <m:e>
                              <m:r>
                                <m:rPr>
                                  <m:sty m:val="p"/>
                                </m:rPr>
                                <a:rPr lang="zh-CN" altLang="en-US" b="0" i="0">
                                  <a:solidFill>
                                    <a:srgbClr val="000000"/>
                                  </a:solidFill>
                                  <a:latin typeface="Cambria Math" panose="02040503050406030204" pitchFamily="18" charset="0"/>
                                </a:rPr>
                                <m:t>j</m:t>
                              </m:r>
                            </m:e>
                            <m:sub>
                              <m:r>
                                <a:rPr lang="zh-CN" altLang="en-US" b="0" i="0" smtClean="0">
                                  <a:solidFill>
                                    <a:srgbClr val="000000"/>
                                  </a:solidFill>
                                  <a:latin typeface="Cambria Math" panose="02040503050406030204" pitchFamily="18" charset="0"/>
                                </a:rPr>
                                <m:t>1</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m:rPr>
                                  <m:sty m:val="p"/>
                                </m:rPr>
                                <a:rPr lang="zh-CN" altLang="en-US" b="0" i="0">
                                  <a:solidFill>
                                    <a:srgbClr val="000000"/>
                                  </a:solidFill>
                                  <a:latin typeface="Cambria Math" panose="02040503050406030204" pitchFamily="18" charset="0"/>
                                </a:rPr>
                                <m:t>j</m:t>
                              </m:r>
                            </m:e>
                            <m:sub>
                              <m:r>
                                <m:rPr>
                                  <m:sty m:val="p"/>
                                </m:rPr>
                                <a:rPr lang="en-US" altLang="zh-CN" b="0" i="0" smtClean="0">
                                  <a:solidFill>
                                    <a:srgbClr val="000000"/>
                                  </a:solidFill>
                                  <a:latin typeface="Cambria Math" panose="02040503050406030204" pitchFamily="18" charset="0"/>
                                </a:rPr>
                                <m:t>i</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m:rPr>
                                  <m:sty m:val="p"/>
                                </m:rPr>
                                <a:rPr lang="zh-CN" altLang="en-US" b="0" i="0">
                                  <a:solidFill>
                                    <a:srgbClr val="000000"/>
                                  </a:solidFill>
                                  <a:latin typeface="Cambria Math" panose="02040503050406030204" pitchFamily="18" charset="0"/>
                                </a:rPr>
                                <m:t>j</m:t>
                              </m:r>
                            </m:e>
                            <m:sub>
                              <m:r>
                                <m:rPr>
                                  <m:sty m:val="p"/>
                                </m:rPr>
                                <a:rPr lang="zh-CN" altLang="en-US" b="0" i="0">
                                  <a:solidFill>
                                    <a:srgbClr val="000000"/>
                                  </a:solidFill>
                                  <a:latin typeface="Cambria Math" panose="02040503050406030204" pitchFamily="18" charset="0"/>
                                </a:rPr>
                                <m:t>n</m:t>
                              </m:r>
                            </m:sub>
                          </m:sSub>
                        </m:sub>
                      </m:sSub>
                      <m:r>
                        <a:rPr lang="zh-CN" altLang="en-US" b="0" i="1">
                          <a:solidFill>
                            <a:srgbClr val="000000"/>
                          </a:solidFill>
                          <a:latin typeface="Cambria Math" panose="02040503050406030204" pitchFamily="18" charset="0"/>
                        </a:rPr>
                        <m:t>∈</m:t>
                      </m:r>
                      <m:r>
                        <a:rPr lang="zh-CN" altLang="en-US" b="0" i="1">
                          <a:solidFill>
                            <a:srgbClr val="000000"/>
                          </a:solidFill>
                          <a:latin typeface="Cambria Math" panose="02040503050406030204" pitchFamily="18" charset="0"/>
                        </a:rPr>
                        <m:t>𝐸𝑙𝑒𝑚𝑆𝑒𝑡</m:t>
                      </m:r>
                      <m:r>
                        <a:rPr lang="en-US" altLang="zh-CN" b="0" i="0" smtClean="0">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𝑗</m:t>
                          </m:r>
                        </m:e>
                        <m:sub>
                          <m:r>
                            <a:rPr lang="zh-CN" altLang="en-US" b="0" i="1">
                              <a:solidFill>
                                <a:srgbClr val="000000"/>
                              </a:solidFill>
                              <a:latin typeface="Cambria Math" panose="02040503050406030204" pitchFamily="18" charset="0"/>
                            </a:rPr>
                            <m:t>𝑖</m:t>
                          </m:r>
                        </m:sub>
                      </m:sSub>
                      <m:r>
                        <a:rPr lang="zh-CN" altLang="en-US" b="0" i="1">
                          <a:solidFill>
                            <a:srgbClr val="000000"/>
                          </a:solidFill>
                          <a:latin typeface="Cambria Math" panose="02040503050406030204" pitchFamily="18" charset="0"/>
                        </a:rPr>
                        <m:t>=0,⋯</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𝑏</m:t>
                          </m:r>
                        </m:e>
                        <m:sub>
                          <m:r>
                            <a:rPr lang="zh-CN" altLang="en-US" b="0" i="1">
                              <a:solidFill>
                                <a:srgbClr val="000000"/>
                              </a:solidFill>
                              <a:latin typeface="Cambria Math" panose="02040503050406030204" pitchFamily="18" charset="0"/>
                            </a:rPr>
                            <m:t>𝑖</m:t>
                          </m:r>
                        </m:sub>
                      </m:sSub>
                      <m:r>
                        <a:rPr lang="zh-CN" altLang="en-US" b="0" i="1">
                          <a:solidFill>
                            <a:srgbClr val="000000"/>
                          </a:solidFill>
                          <a:latin typeface="Cambria Math" panose="02040503050406030204" pitchFamily="18" charset="0"/>
                        </a:rPr>
                        <m:t>−1,</m:t>
                      </m:r>
                      <m:r>
                        <m:rPr>
                          <m:nor/>
                        </m:rPr>
                        <a:rPr lang="zh-CN" altLang="en-US" b="0">
                          <a:solidFill>
                            <a:srgbClr val="000000"/>
                          </a:solidFill>
                          <a:latin typeface="Cambria Math" panose="02040503050406030204" pitchFamily="18" charset="0"/>
                        </a:rPr>
                        <m:t> </m:t>
                      </m:r>
                      <m:r>
                        <m:rPr>
                          <m:nor/>
                        </m:rPr>
                        <a:rPr lang="zh-CN" altLang="en-US" b="0">
                          <a:solidFill>
                            <a:srgbClr val="000000"/>
                          </a:solidFill>
                          <a:latin typeface="Cambria Math" panose="02040503050406030204" pitchFamily="18" charset="0"/>
                        </a:rPr>
                        <m:t>i</m:t>
                      </m:r>
                      <m:r>
                        <a:rPr lang="zh-CN" altLang="en-US" b="0" i="1">
                          <a:solidFill>
                            <a:srgbClr val="000000"/>
                          </a:solidFill>
                          <a:latin typeface="Cambria Math" panose="02040503050406030204" pitchFamily="18" charset="0"/>
                        </a:rPr>
                        <m:t>=</m:t>
                      </m:r>
                      <m:r>
                        <m:rPr>
                          <m:nor/>
                        </m:rPr>
                        <a:rPr lang="zh-CN" altLang="en-US" b="0">
                          <a:solidFill>
                            <a:srgbClr val="000000"/>
                          </a:solidFill>
                          <a:latin typeface="Cambria Math" panose="02040503050406030204" pitchFamily="18" charset="0"/>
                        </a:rPr>
                        <m:t>1,2,</m:t>
                      </m:r>
                      <m:r>
                        <a:rPr lang="zh-CN" altLang="en-US" b="0" i="1">
                          <a:solidFill>
                            <a:srgbClr val="000000"/>
                          </a:solidFill>
                          <a:latin typeface="Cambria Math" panose="02040503050406030204" pitchFamily="18" charset="0"/>
                        </a:rPr>
                        <m:t>⋯</m:t>
                      </m:r>
                      <m:r>
                        <m:rPr>
                          <m:nor/>
                        </m:rPr>
                        <a:rPr lang="zh-CN" altLang="en-US" b="0">
                          <a:solidFill>
                            <a:srgbClr val="000000"/>
                          </a:solidFill>
                          <a:latin typeface="Cambria Math" panose="02040503050406030204" pitchFamily="18" charset="0"/>
                        </a:rPr>
                        <m:t>,</m:t>
                      </m:r>
                      <m:r>
                        <m:rPr>
                          <m:nor/>
                        </m:rPr>
                        <a:rPr lang="zh-CN" altLang="en-US" b="0">
                          <a:solidFill>
                            <a:srgbClr val="000000"/>
                          </a:solidFill>
                          <a:latin typeface="Cambria Math" panose="02040503050406030204" pitchFamily="18" charset="0"/>
                        </a:rPr>
                        <m:t>n</m:t>
                      </m:r>
                      <m:r>
                        <m:rPr>
                          <m:nor/>
                        </m:rPr>
                        <a:rPr lang="en-US" altLang="zh-CN" b="0" i="0" smtClean="0">
                          <a:solidFill>
                            <a:srgbClr val="000000"/>
                          </a:solidFill>
                          <a:latin typeface="Cambria Math" panose="02040503050406030204" pitchFamily="18" charset="0"/>
                        </a:rPr>
                        <m:t>}</m:t>
                      </m:r>
                    </m:oMath>
                  </m:oMathPara>
                </a14:m>
                <a:endParaRPr lang="zh-CN" altLang="en-US" b="0" dirty="0"/>
              </a:p>
            </p:txBody>
          </p:sp>
        </mc:Choice>
        <mc:Fallback xmlns="">
          <p:sp>
            <p:nvSpPr>
              <p:cNvPr id="59399" name="Object 12"/>
              <p:cNvSpPr txBox="1">
                <a:spLocks noRot="1" noChangeAspect="1" noMove="1" noResize="1" noEditPoints="1" noAdjustHandles="1" noChangeArrowheads="1" noChangeShapeType="1" noTextEdit="1"/>
              </p:cNvSpPr>
              <p:nvPr/>
            </p:nvSpPr>
            <p:spPr>
              <a:xfrm>
                <a:off x="406134" y="1756452"/>
                <a:ext cx="8737866" cy="541977"/>
              </a:xfrm>
              <a:prstGeom prst="rect">
                <a:avLst/>
              </a:prstGeom>
              <a:blipFill>
                <a:blip r:embed="rId2"/>
                <a:stretch>
                  <a:fillRect l="-209" r="-488" b="-2247"/>
                </a:stretch>
              </a:blipFill>
              <a:ln w="9525" cap="flat" cmpd="sng">
                <a:no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400" name="Object 13"/>
              <p:cNvSpPr txBox="1"/>
              <p:nvPr/>
            </p:nvSpPr>
            <p:spPr>
              <a:xfrm>
                <a:off x="539552" y="2559958"/>
                <a:ext cx="8208912" cy="1345668"/>
              </a:xfrm>
              <a:prstGeom prst="rect">
                <a:avLst/>
              </a:prstGeom>
              <a:noFill/>
              <a:ln w="9525" cap="flat" cmpd="sng">
                <a:noFill/>
                <a:prstDash val="solid"/>
                <a:miter/>
                <a:headEnd type="none" w="med" len="med"/>
                <a:tailEnd type="none" w="med" len="med"/>
              </a:ln>
            </p:spPr>
            <p:txBody>
              <a:bodyPr>
                <a:noAutofit/>
              </a:bodyPr>
              <a:lstStyle/>
              <a:p>
                <a:pPr>
                  <a:lnSpc>
                    <a:spcPct val="150000"/>
                  </a:lnSpc>
                </a:pPr>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𝑅</m:t>
                      </m:r>
                      <m:r>
                        <a:rPr lang="zh-CN" altLang="en-US" b="0"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𝑅</m:t>
                      </m:r>
                      <m:r>
                        <a:rPr lang="en-US" altLang="zh-CN" b="0" i="1" baseline="-25000" smtClean="0">
                          <a:solidFill>
                            <a:srgbClr val="000000"/>
                          </a:solidFill>
                          <a:latin typeface="Cambria Math" panose="02040503050406030204" pitchFamily="18" charset="0"/>
                        </a:rPr>
                        <m:t>1</m:t>
                      </m:r>
                      <m:r>
                        <a:rPr lang="en-US" altLang="zh-CN" b="0" i="1" smtClean="0">
                          <a:solidFill>
                            <a:srgbClr val="000000"/>
                          </a:solidFill>
                          <a:latin typeface="Cambria Math" panose="02040503050406030204" pitchFamily="18" charset="0"/>
                        </a:rPr>
                        <m:t>, </m:t>
                      </m:r>
                      <m:r>
                        <a:rPr lang="en-US" altLang="zh-CN" b="0" i="1" smtClean="0">
                          <a:solidFill>
                            <a:srgbClr val="000000"/>
                          </a:solidFill>
                          <a:latin typeface="Cambria Math" panose="02040503050406030204" pitchFamily="18" charset="0"/>
                        </a:rPr>
                        <m:t>𝑅</m:t>
                      </m:r>
                      <m:r>
                        <a:rPr lang="en-US" altLang="zh-CN" b="0" i="1" baseline="-25000" smtClean="0">
                          <a:solidFill>
                            <a:srgbClr val="000000"/>
                          </a:solidFill>
                          <a:latin typeface="Cambria Math" panose="02040503050406030204" pitchFamily="18" charset="0"/>
                        </a:rPr>
                        <m:t>2</m:t>
                      </m:r>
                      <m:r>
                        <a:rPr lang="en-US" altLang="zh-CN" b="0" i="1" smtClean="0">
                          <a:solidFill>
                            <a:srgbClr val="000000"/>
                          </a:solidFill>
                          <a:latin typeface="Cambria Math" panose="02040503050406030204" pitchFamily="18" charset="0"/>
                        </a:rPr>
                        <m:t>, …, </m:t>
                      </m:r>
                      <m:r>
                        <a:rPr lang="en-US" altLang="zh-CN" b="0" i="1" smtClean="0">
                          <a:solidFill>
                            <a:srgbClr val="000000"/>
                          </a:solidFill>
                          <a:latin typeface="Cambria Math" panose="02040503050406030204" pitchFamily="18" charset="0"/>
                        </a:rPr>
                        <m:t>𝑅𝑛</m:t>
                      </m:r>
                      <m:r>
                        <a:rPr lang="en-US" altLang="zh-CN" b="0" i="1" smtClean="0">
                          <a:solidFill>
                            <a:srgbClr val="000000"/>
                          </a:solidFill>
                          <a:latin typeface="Cambria Math" panose="02040503050406030204" pitchFamily="18" charset="0"/>
                        </a:rPr>
                        <m:t>}</m:t>
                      </m:r>
                    </m:oMath>
                  </m:oMathPara>
                </a14:m>
                <a:endParaRPr lang="en-US" altLang="zh-CN" b="0" i="1" dirty="0">
                  <a:solidFill>
                    <a:srgbClr val="00000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sSub>
                        <m:sSubPr>
                          <m:ctrlPr>
                            <a:rPr lang="zh-CN" altLang="en-US" b="0" i="1">
                              <a:solidFill>
                                <a:srgbClr val="000000"/>
                              </a:solidFill>
                              <a:latin typeface="Cambria Math" panose="02040503050406030204" pitchFamily="18" charset="0"/>
                            </a:rPr>
                          </m:ctrlPr>
                        </m:sSubPr>
                        <m:e>
                          <m:r>
                            <a:rPr lang="en-US" altLang="zh-CN" b="0" i="1">
                              <a:solidFill>
                                <a:srgbClr val="000000"/>
                              </a:solidFill>
                              <a:latin typeface="Cambria Math" panose="02040503050406030204" pitchFamily="18" charset="0"/>
                            </a:rPr>
                            <m:t>𝑅</m:t>
                          </m:r>
                        </m:e>
                        <m:sub>
                          <m:r>
                            <a:rPr lang="en-US" altLang="zh-CN" b="0" i="1" smtClean="0">
                              <a:solidFill>
                                <a:srgbClr val="000000"/>
                              </a:solidFill>
                              <a:latin typeface="Cambria Math" panose="02040503050406030204" pitchFamily="18" charset="0"/>
                            </a:rPr>
                            <m:t>𝑖</m:t>
                          </m:r>
                        </m:sub>
                      </m:sSub>
                      <m:r>
                        <a:rPr lang="zh-CN" altLang="en-US" b="0" i="1">
                          <a:solidFill>
                            <a:srgbClr val="000000"/>
                          </a:solidFill>
                          <a:latin typeface="Cambria Math" panose="02040503050406030204" pitchFamily="18" charset="0"/>
                        </a:rPr>
                        <m:t>={&lt;</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𝑎</m:t>
                          </m:r>
                        </m:e>
                        <m:sub>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𝑗</m:t>
                              </m:r>
                            </m:e>
                            <m:sub>
                              <m:r>
                                <a:rPr lang="zh-CN" altLang="en-US" b="0" i="1">
                                  <a:solidFill>
                                    <a:srgbClr val="000000"/>
                                  </a:solidFill>
                                  <a:latin typeface="Cambria Math" panose="02040503050406030204" pitchFamily="18" charset="0"/>
                                </a:rPr>
                                <m:t>1</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𝑗</m:t>
                              </m:r>
                            </m:e>
                            <m:sub>
                              <m:r>
                                <a:rPr lang="zh-CN" altLang="en-US" b="0" i="1">
                                  <a:solidFill>
                                    <a:srgbClr val="000000"/>
                                  </a:solidFill>
                                  <a:latin typeface="Cambria Math" panose="02040503050406030204" pitchFamily="18" charset="0"/>
                                </a:rPr>
                                <m:t>𝑖</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𝑗</m:t>
                              </m:r>
                            </m:e>
                            <m:sub>
                              <m:r>
                                <a:rPr lang="zh-CN" altLang="en-US" b="0" i="1">
                                  <a:solidFill>
                                    <a:srgbClr val="000000"/>
                                  </a:solidFill>
                                  <a:latin typeface="Cambria Math" panose="02040503050406030204" pitchFamily="18" charset="0"/>
                                </a:rPr>
                                <m:t>𝑛</m:t>
                              </m:r>
                            </m:sub>
                          </m:sSub>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𝑎</m:t>
                          </m:r>
                        </m:e>
                        <m:sub>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𝑗</m:t>
                              </m:r>
                            </m:e>
                            <m:sub>
                              <m:r>
                                <a:rPr lang="zh-CN" altLang="en-US" b="0" i="1">
                                  <a:solidFill>
                                    <a:srgbClr val="000000"/>
                                  </a:solidFill>
                                  <a:latin typeface="Cambria Math" panose="02040503050406030204" pitchFamily="18" charset="0"/>
                                </a:rPr>
                                <m:t>1</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𝑗</m:t>
                              </m:r>
                            </m:e>
                            <m:sub>
                              <m:r>
                                <a:rPr lang="zh-CN" altLang="en-US" b="0" i="1">
                                  <a:solidFill>
                                    <a:srgbClr val="000000"/>
                                  </a:solidFill>
                                  <a:latin typeface="Cambria Math" panose="02040503050406030204" pitchFamily="18" charset="0"/>
                                </a:rPr>
                                <m:t>𝑖</m:t>
                              </m:r>
                            </m:sub>
                          </m:sSub>
                          <m:r>
                            <a:rPr lang="zh-CN" altLang="en-US" b="0" i="1">
                              <a:solidFill>
                                <a:srgbClr val="000000"/>
                              </a:solidFill>
                              <a:latin typeface="Cambria Math" panose="02040503050406030204" pitchFamily="18" charset="0"/>
                            </a:rPr>
                            <m:t>+1⋯</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𝑗</m:t>
                              </m:r>
                            </m:e>
                            <m:sub>
                              <m:r>
                                <a:rPr lang="zh-CN" altLang="en-US" b="0" i="1">
                                  <a:solidFill>
                                    <a:srgbClr val="000000"/>
                                  </a:solidFill>
                                  <a:latin typeface="Cambria Math" panose="02040503050406030204" pitchFamily="18" charset="0"/>
                                </a:rPr>
                                <m:t>𝑛</m:t>
                              </m:r>
                            </m:sub>
                          </m:sSub>
                        </m:sub>
                      </m:sSub>
                      <m:r>
                        <a:rPr lang="zh-CN" altLang="en-US" b="0" i="1">
                          <a:solidFill>
                            <a:srgbClr val="000000"/>
                          </a:solidFill>
                          <a:latin typeface="Cambria Math" panose="02040503050406030204" pitchFamily="18" charset="0"/>
                        </a:rPr>
                        <m:t>&gt;|</m:t>
                      </m:r>
                      <m:r>
                        <m:rPr>
                          <m:nor/>
                        </m:rPr>
                        <a:rPr lang="en-US" altLang="zh-CN" b="0" i="0" smtClean="0">
                          <a:solidFill>
                            <a:srgbClr val="000000"/>
                          </a:solidFill>
                          <a:latin typeface="Cambria Math" panose="02040503050406030204" pitchFamily="18" charset="0"/>
                        </a:rPr>
                        <m:t> </m:t>
                      </m:r>
                      <m:r>
                        <m:rPr>
                          <m:nor/>
                        </m:rPr>
                        <a:rPr lang="zh-CN" altLang="en-US" b="0" i="0">
                          <a:solidFill>
                            <a:srgbClr val="000000"/>
                          </a:solidFill>
                          <a:latin typeface="Cambria Math" panose="02040503050406030204" pitchFamily="18" charset="0"/>
                        </a:rPr>
                        <m:t>0</m:t>
                      </m:r>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m:rPr>
                              <m:sty m:val="p"/>
                            </m:rPr>
                            <a:rPr lang="zh-CN" altLang="en-US" b="0" i="0">
                              <a:solidFill>
                                <a:srgbClr val="000000"/>
                              </a:solidFill>
                              <a:latin typeface="Cambria Math" panose="02040503050406030204" pitchFamily="18" charset="0"/>
                            </a:rPr>
                            <m:t>j</m:t>
                          </m:r>
                        </m:e>
                        <m:sub>
                          <m:r>
                            <m:rPr>
                              <m:sty m:val="p"/>
                            </m:rPr>
                            <a:rPr lang="zh-CN" altLang="en-US" b="0" i="0">
                              <a:solidFill>
                                <a:srgbClr val="000000"/>
                              </a:solidFill>
                              <a:latin typeface="Cambria Math" panose="02040503050406030204" pitchFamily="18" charset="0"/>
                            </a:rPr>
                            <m:t>i</m:t>
                          </m:r>
                        </m:sub>
                      </m:sSub>
                      <m:r>
                        <a:rPr lang="zh-CN" altLang="en-US" b="0" i="1">
                          <a:solidFill>
                            <a:srgbClr val="000000"/>
                          </a:solidFill>
                          <a:latin typeface="Cambria Math" panose="02040503050406030204" pitchFamily="18" charset="0"/>
                        </a:rPr>
                        <m:t>≤</m:t>
                      </m:r>
                      <m:sSub>
                        <m:sSubPr>
                          <m:ctrlPr>
                            <a:rPr lang="zh-CN" altLang="en-US" b="0"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𝑏</m:t>
                          </m:r>
                        </m:e>
                        <m:sub>
                          <m:r>
                            <a:rPr lang="en-US" altLang="zh-CN" b="0" i="1" smtClean="0">
                              <a:solidFill>
                                <a:srgbClr val="000000"/>
                              </a:solidFill>
                              <a:latin typeface="Cambria Math" panose="02040503050406030204" pitchFamily="18" charset="0"/>
                            </a:rPr>
                            <m:t>𝑖</m:t>
                          </m:r>
                        </m:sub>
                      </m:sSub>
                      <m:r>
                        <a:rPr lang="zh-CN" altLang="en-US" b="0" i="1">
                          <a:solidFill>
                            <a:srgbClr val="000000"/>
                          </a:solidFill>
                          <a:latin typeface="Cambria Math" panose="02040503050406030204" pitchFamily="18" charset="0"/>
                        </a:rPr>
                        <m:t>−2,</m:t>
                      </m:r>
                      <m:r>
                        <a:rPr lang="zh-CN" altLang="en-US" b="0" i="1">
                          <a:solidFill>
                            <a:srgbClr val="000000"/>
                          </a:solidFill>
                          <a:latin typeface="Cambria Math" panose="02040503050406030204" pitchFamily="18" charset="0"/>
                        </a:rPr>
                        <m:t>𝑖</m:t>
                      </m:r>
                      <m:r>
                        <a:rPr lang="zh-CN" altLang="en-US" b="0" i="1">
                          <a:solidFill>
                            <a:srgbClr val="000000"/>
                          </a:solidFill>
                          <a:latin typeface="Cambria Math" panose="02040503050406030204" pitchFamily="18" charset="0"/>
                        </a:rPr>
                        <m:t>=1,⋯,</m:t>
                      </m:r>
                      <m:r>
                        <a:rPr lang="zh-CN" altLang="en-US" b="0" i="1">
                          <a:solidFill>
                            <a:srgbClr val="000000"/>
                          </a:solidFill>
                          <a:latin typeface="Cambria Math" panose="02040503050406030204" pitchFamily="18" charset="0"/>
                        </a:rPr>
                        <m:t>𝑛</m:t>
                      </m:r>
                      <m:r>
                        <a:rPr lang="zh-CN" altLang="en-US" b="0" i="1">
                          <a:solidFill>
                            <a:srgbClr val="000000"/>
                          </a:solidFill>
                          <a:latin typeface="Cambria Math" panose="02040503050406030204" pitchFamily="18" charset="0"/>
                        </a:rPr>
                        <m:t>}</m:t>
                      </m:r>
                    </m:oMath>
                  </m:oMathPara>
                </a14:m>
                <a:endParaRPr lang="zh-CN" altLang="en-US" b="0" dirty="0"/>
              </a:p>
            </p:txBody>
          </p:sp>
        </mc:Choice>
        <mc:Fallback xmlns="">
          <p:sp>
            <p:nvSpPr>
              <p:cNvPr id="59400" name="Object 13"/>
              <p:cNvSpPr txBox="1">
                <a:spLocks noRot="1" noChangeAspect="1" noMove="1" noResize="1" noEditPoints="1" noAdjustHandles="1" noChangeArrowheads="1" noChangeShapeType="1" noTextEdit="1"/>
              </p:cNvSpPr>
              <p:nvPr/>
            </p:nvSpPr>
            <p:spPr>
              <a:xfrm>
                <a:off x="539552" y="2559958"/>
                <a:ext cx="8208912" cy="1345668"/>
              </a:xfrm>
              <a:prstGeom prst="rect">
                <a:avLst/>
              </a:prstGeom>
              <a:blipFill>
                <a:blip r:embed="rId3"/>
                <a:stretch>
                  <a:fillRect/>
                </a:stretch>
              </a:blipFill>
              <a:ln w="9525" cap="flat" cmpd="sng">
                <a:noFill/>
                <a:prstDash val="solid"/>
                <a:miter/>
                <a:headEnd type="none" w="med" len="med"/>
                <a:tailEnd type="none" w="med" len="med"/>
              </a:ln>
            </p:spPr>
            <p:txBody>
              <a:bodyPr/>
              <a:lstStyle/>
              <a:p>
                <a:r>
                  <a:rPr lang="zh-CN" altLang="en-US">
                    <a:noFill/>
                  </a:rPr>
                  <a:t> </a:t>
                </a:r>
              </a:p>
            </p:txBody>
          </p:sp>
        </mc:Fallback>
      </mc:AlternateContent>
    </p:spTree>
    <p:extLst>
      <p:ext uri="{BB962C8B-B14F-4D97-AF65-F5344CB8AC3E}">
        <p14:creationId xmlns:p14="http://schemas.microsoft.com/office/powerpoint/2010/main" val="199589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BC94F-23F1-445A-8638-383A5494A77B}"/>
              </a:ext>
            </a:extLst>
          </p:cNvPr>
          <p:cNvSpPr>
            <a:spLocks noGrp="1"/>
          </p:cNvSpPr>
          <p:nvPr>
            <p:ph type="title"/>
          </p:nvPr>
        </p:nvSpPr>
        <p:spPr/>
        <p:txBody>
          <a:bodyPr/>
          <a:lstStyle/>
          <a:p>
            <a:r>
              <a:rPr lang="zh-CN" altLang="en-US" dirty="0"/>
              <a:t>抽象数据类型定义</a:t>
            </a:r>
          </a:p>
        </p:txBody>
      </p:sp>
      <p:sp>
        <p:nvSpPr>
          <p:cNvPr id="3" name="内容占位符 2">
            <a:extLst>
              <a:ext uri="{FF2B5EF4-FFF2-40B4-BE49-F238E27FC236}">
                <a16:creationId xmlns:a16="http://schemas.microsoft.com/office/drawing/2014/main" id="{8121E40F-11AC-4F4E-86B7-827B01C321E8}"/>
              </a:ext>
            </a:extLst>
          </p:cNvPr>
          <p:cNvSpPr>
            <a:spLocks noGrp="1"/>
          </p:cNvSpPr>
          <p:nvPr>
            <p:ph idx="1"/>
          </p:nvPr>
        </p:nvSpPr>
        <p:spPr/>
        <p:txBody>
          <a:bodyPr/>
          <a:lstStyle/>
          <a:p>
            <a:r>
              <a:rPr lang="zh-CN" altLang="en-US" dirty="0">
                <a:latin typeface="+mn-ea"/>
                <a:ea typeface="+mn-ea"/>
              </a:rPr>
              <a:t>例如，二维数组：</a:t>
            </a:r>
            <a:endParaRPr lang="en-US" altLang="zh-CN" dirty="0">
              <a:latin typeface="+mn-ea"/>
              <a:ea typeface="+mn-ea"/>
            </a:endParaRPr>
          </a:p>
          <a:p>
            <a:pPr marL="0" indent="0">
              <a:buNone/>
            </a:pPr>
            <a:r>
              <a:rPr lang="en-US" altLang="zh-CN" b="1" dirty="0">
                <a:ea typeface="+mn-ea"/>
              </a:rPr>
              <a:t>ADT 2DArray {</a:t>
            </a:r>
          </a:p>
          <a:p>
            <a:pPr marL="0" indent="0">
              <a:buNone/>
            </a:pPr>
            <a:r>
              <a:rPr lang="zh-CN" altLang="en-US" dirty="0">
                <a:latin typeface="+mn-ea"/>
                <a:ea typeface="+mn-ea"/>
              </a:rPr>
              <a:t>数据对象：</a:t>
            </a:r>
            <a:r>
              <a:rPr lang="en-US" altLang="zh-CN" dirty="0">
                <a:ea typeface="+mn-ea"/>
              </a:rPr>
              <a:t>    D = {</a:t>
            </a:r>
            <a:r>
              <a:rPr lang="en-US" altLang="zh-CN" dirty="0" err="1">
                <a:ea typeface="+mn-ea"/>
              </a:rPr>
              <a:t>a</a:t>
            </a:r>
            <a:r>
              <a:rPr lang="en-US" altLang="zh-CN" baseline="-25000" dirty="0" err="1">
                <a:ea typeface="+mn-ea"/>
              </a:rPr>
              <a:t>ij</a:t>
            </a:r>
            <a:r>
              <a:rPr lang="en-US" altLang="zh-CN" dirty="0">
                <a:ea typeface="+mn-ea"/>
              </a:rPr>
              <a:t> | 0≤i≤b</a:t>
            </a:r>
            <a:r>
              <a:rPr lang="en-US" altLang="zh-CN" baseline="-25000" dirty="0">
                <a:ea typeface="+mn-ea"/>
              </a:rPr>
              <a:t>1</a:t>
            </a:r>
            <a:r>
              <a:rPr lang="en-US" altLang="zh-CN" dirty="0">
                <a:ea typeface="+mn-ea"/>
              </a:rPr>
              <a:t>-1, 0 ≤j≤b</a:t>
            </a:r>
            <a:r>
              <a:rPr lang="en-US" altLang="zh-CN" baseline="-25000" dirty="0">
                <a:ea typeface="+mn-ea"/>
              </a:rPr>
              <a:t>2</a:t>
            </a:r>
            <a:r>
              <a:rPr lang="en-US" altLang="zh-CN" dirty="0">
                <a:ea typeface="+mn-ea"/>
              </a:rPr>
              <a:t>-1}</a:t>
            </a:r>
          </a:p>
          <a:p>
            <a:pPr marL="0" indent="0">
              <a:buNone/>
            </a:pPr>
            <a:r>
              <a:rPr lang="zh-CN" altLang="en-US" dirty="0">
                <a:latin typeface="+mn-ea"/>
                <a:ea typeface="+mn-ea"/>
              </a:rPr>
              <a:t>数据关系：</a:t>
            </a:r>
            <a:r>
              <a:rPr lang="en-US" altLang="zh-CN" sz="2400" dirty="0">
                <a:latin typeface="+mn-ea"/>
                <a:ea typeface="+mn-ea"/>
              </a:rPr>
              <a:t>    </a:t>
            </a:r>
            <a:r>
              <a:rPr lang="en-US" altLang="zh-CN" sz="2800" dirty="0">
                <a:ea typeface="楷体_GB2312" pitchFamily="49" charset="-122"/>
              </a:rPr>
              <a:t>R = { ROW, COL }</a:t>
            </a:r>
          </a:p>
          <a:p>
            <a:pPr marL="0" indent="0">
              <a:buNone/>
            </a:pPr>
            <a:r>
              <a:rPr lang="en-US" altLang="zh-CN" dirty="0">
                <a:ea typeface="楷体_GB2312" pitchFamily="49" charset="-122"/>
              </a:rPr>
              <a:t>                        </a:t>
            </a:r>
            <a:r>
              <a:rPr lang="en-US" altLang="zh-CN" sz="2800" dirty="0">
                <a:ea typeface="楷体_GB2312" pitchFamily="49" charset="-122"/>
              </a:rPr>
              <a:t>ROW = {&lt;</a:t>
            </a:r>
            <a:r>
              <a:rPr lang="en-US" altLang="zh-CN" sz="2800" i="1" dirty="0" err="1">
                <a:ea typeface="楷体_GB2312" pitchFamily="49" charset="-122"/>
              </a:rPr>
              <a:t>a</a:t>
            </a:r>
            <a:r>
              <a:rPr lang="en-US" altLang="zh-CN" sz="2800" i="1" baseline="-25000" dirty="0" err="1">
                <a:ea typeface="楷体_GB2312" pitchFamily="49" charset="-122"/>
              </a:rPr>
              <a:t>i,j</a:t>
            </a:r>
            <a:r>
              <a:rPr lang="en-US" altLang="zh-CN" sz="2800" i="1" dirty="0">
                <a:ea typeface="楷体_GB2312" pitchFamily="49" charset="-122"/>
              </a:rPr>
              <a:t>, a</a:t>
            </a:r>
            <a:r>
              <a:rPr lang="en-US" altLang="zh-CN" sz="2800" i="1" baseline="-25000" dirty="0">
                <a:ea typeface="楷体_GB2312" pitchFamily="49" charset="-122"/>
              </a:rPr>
              <a:t>i,j+1</a:t>
            </a:r>
            <a:r>
              <a:rPr lang="en-US" altLang="zh-CN" sz="2800" dirty="0">
                <a:ea typeface="楷体_GB2312" pitchFamily="49" charset="-122"/>
              </a:rPr>
              <a:t>&gt;| </a:t>
            </a:r>
            <a:r>
              <a:rPr lang="en-US" altLang="zh-CN" sz="2800" i="1" dirty="0">
                <a:ea typeface="楷体_GB2312" pitchFamily="49" charset="-122"/>
              </a:rPr>
              <a:t>0</a:t>
            </a:r>
            <a:r>
              <a:rPr lang="en-US" altLang="zh-CN" sz="2800" i="1" dirty="0"/>
              <a:t>≤i≤b</a:t>
            </a:r>
            <a:r>
              <a:rPr lang="en-US" altLang="zh-CN" sz="2800" i="1" baseline="-25000" dirty="0"/>
              <a:t>1</a:t>
            </a:r>
            <a:r>
              <a:rPr lang="en-US" altLang="zh-CN" sz="2800" i="1" dirty="0"/>
              <a:t>-1</a:t>
            </a:r>
            <a:r>
              <a:rPr lang="en-US" altLang="zh-CN" sz="2800" dirty="0"/>
              <a:t>, </a:t>
            </a:r>
            <a:r>
              <a:rPr lang="en-US" altLang="zh-CN" sz="2800" i="1" dirty="0"/>
              <a:t>0≤j≤b</a:t>
            </a:r>
            <a:r>
              <a:rPr lang="en-US" altLang="zh-CN" sz="2800" i="1" baseline="-25000" dirty="0"/>
              <a:t>2</a:t>
            </a:r>
            <a:r>
              <a:rPr lang="en-US" altLang="zh-CN" sz="2800" i="1" dirty="0"/>
              <a:t>-2</a:t>
            </a:r>
            <a:r>
              <a:rPr lang="en-US" altLang="zh-CN" sz="2800" dirty="0"/>
              <a:t>}</a:t>
            </a:r>
          </a:p>
          <a:p>
            <a:pPr marL="0" indent="0">
              <a:buNone/>
            </a:pPr>
            <a:r>
              <a:rPr lang="en-US" altLang="zh-CN" dirty="0"/>
              <a:t>                        </a:t>
            </a:r>
            <a:r>
              <a:rPr lang="en-US" altLang="zh-CN" sz="2800" dirty="0"/>
              <a:t>COL = {&lt;</a:t>
            </a:r>
            <a:r>
              <a:rPr lang="en-US" altLang="zh-CN" sz="2800" i="1" dirty="0" err="1"/>
              <a:t>a</a:t>
            </a:r>
            <a:r>
              <a:rPr lang="en-US" altLang="zh-CN" sz="2800" i="1" baseline="-25000" dirty="0" err="1"/>
              <a:t>i,j</a:t>
            </a:r>
            <a:r>
              <a:rPr lang="en-US" altLang="zh-CN" sz="2800" i="1" dirty="0"/>
              <a:t>, a</a:t>
            </a:r>
            <a:r>
              <a:rPr lang="en-US" altLang="zh-CN" sz="2800" i="1" baseline="-25000" dirty="0"/>
              <a:t>i+1,j</a:t>
            </a:r>
            <a:r>
              <a:rPr lang="en-US" altLang="zh-CN" sz="2800" dirty="0"/>
              <a:t>&gt;| </a:t>
            </a:r>
            <a:r>
              <a:rPr lang="en-US" altLang="zh-CN" sz="2800" i="1" dirty="0"/>
              <a:t>0≤i≤b</a:t>
            </a:r>
            <a:r>
              <a:rPr lang="en-US" altLang="zh-CN" sz="2800" i="1" baseline="-25000" dirty="0"/>
              <a:t>1</a:t>
            </a:r>
            <a:r>
              <a:rPr lang="en-US" altLang="zh-CN" sz="2800" i="1" dirty="0"/>
              <a:t>-2</a:t>
            </a:r>
            <a:r>
              <a:rPr lang="en-US" altLang="zh-CN" sz="2800" dirty="0"/>
              <a:t>, </a:t>
            </a:r>
            <a:r>
              <a:rPr lang="en-US" altLang="zh-CN" sz="2800" i="1" dirty="0"/>
              <a:t>0≤ j≤b</a:t>
            </a:r>
            <a:r>
              <a:rPr lang="en-US" altLang="zh-CN" sz="2800" i="1" baseline="-25000" dirty="0"/>
              <a:t>2</a:t>
            </a:r>
            <a:r>
              <a:rPr lang="en-US" altLang="zh-CN" sz="2800" i="1" dirty="0"/>
              <a:t>-1</a:t>
            </a:r>
            <a:r>
              <a:rPr lang="en-US" altLang="zh-CN" sz="2800" dirty="0"/>
              <a:t>}</a:t>
            </a:r>
          </a:p>
          <a:p>
            <a:pPr marL="0" indent="0">
              <a:buNone/>
            </a:pPr>
            <a:r>
              <a:rPr lang="zh-CN" altLang="en-US" sz="2800" dirty="0"/>
              <a:t>基本操作：</a:t>
            </a:r>
            <a:r>
              <a:rPr lang="en-US" altLang="zh-CN" sz="2800" dirty="0"/>
              <a:t>……</a:t>
            </a:r>
          </a:p>
          <a:p>
            <a:pPr marL="0" indent="0">
              <a:buNone/>
            </a:pPr>
            <a:r>
              <a:rPr lang="en-US" altLang="zh-CN" b="1" dirty="0"/>
              <a:t>} ADT 2DArray</a:t>
            </a:r>
            <a:endParaRPr lang="en-US" altLang="zh-CN" sz="2800" b="1" dirty="0"/>
          </a:p>
        </p:txBody>
      </p:sp>
    </p:spTree>
    <p:extLst>
      <p:ext uri="{BB962C8B-B14F-4D97-AF65-F5344CB8AC3E}">
        <p14:creationId xmlns:p14="http://schemas.microsoft.com/office/powerpoint/2010/main" val="157788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latin typeface="黑体" panose="02010609060101010101" pitchFamily="49" charset="-122"/>
                <a:ea typeface="黑体" panose="02010609060101010101" pitchFamily="49" charset="-122"/>
              </a:rPr>
              <a:t>数组的顺序表示和实现</a:t>
            </a:r>
            <a:endParaRPr lang="en-US" altLang="zh-CN" sz="2800" dirty="0">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矩阵的压缩存储</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特殊矩阵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稀疏矩阵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广义表的存储结构</a:t>
            </a:r>
          </a:p>
        </p:txBody>
      </p:sp>
    </p:spTree>
    <p:extLst>
      <p:ext uri="{BB962C8B-B14F-4D97-AF65-F5344CB8AC3E}">
        <p14:creationId xmlns:p14="http://schemas.microsoft.com/office/powerpoint/2010/main" val="2801839041"/>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3C932F-51C2-4E05-8033-66CC88632AEA}"/>
              </a:ext>
            </a:extLst>
          </p:cNvPr>
          <p:cNvSpPr>
            <a:spLocks noGrp="1"/>
          </p:cNvSpPr>
          <p:nvPr>
            <p:ph type="title"/>
          </p:nvPr>
        </p:nvSpPr>
        <p:spPr/>
        <p:txBody>
          <a:bodyPr/>
          <a:lstStyle/>
          <a:p>
            <a:r>
              <a:rPr lang="zh-CN" altLang="en-US" dirty="0"/>
              <a:t>数组的存储结构</a:t>
            </a:r>
          </a:p>
        </p:txBody>
      </p:sp>
      <p:sp>
        <p:nvSpPr>
          <p:cNvPr id="3" name="内容占位符 2">
            <a:extLst>
              <a:ext uri="{FF2B5EF4-FFF2-40B4-BE49-F238E27FC236}">
                <a16:creationId xmlns:a16="http://schemas.microsoft.com/office/drawing/2014/main" id="{241E5096-8A68-446D-AD4A-034E2B6D8ADC}"/>
              </a:ext>
            </a:extLst>
          </p:cNvPr>
          <p:cNvSpPr>
            <a:spLocks noGrp="1"/>
          </p:cNvSpPr>
          <p:nvPr>
            <p:ph idx="1"/>
          </p:nvPr>
        </p:nvSpPr>
        <p:spPr/>
        <p:txBody>
          <a:bodyPr/>
          <a:lstStyle/>
          <a:p>
            <a:r>
              <a:rPr lang="zh-CN" altLang="en-US" dirty="0"/>
              <a:t>数组的特点：</a:t>
            </a:r>
            <a:endParaRPr lang="en-US" altLang="zh-CN" dirty="0"/>
          </a:p>
          <a:p>
            <a:pPr lvl="1"/>
            <a:r>
              <a:rPr lang="zh-CN" altLang="en-US" dirty="0"/>
              <a:t>数组一旦被定义，其</a:t>
            </a:r>
            <a:r>
              <a:rPr lang="zh-CN" altLang="en-US" dirty="0">
                <a:solidFill>
                  <a:srgbClr val="0000FF"/>
                </a:solidFill>
              </a:rPr>
              <a:t>维数</a:t>
            </a:r>
            <a:r>
              <a:rPr lang="zh-CN" altLang="en-US" dirty="0"/>
              <a:t>和</a:t>
            </a:r>
            <a:r>
              <a:rPr lang="zh-CN" altLang="en-US" dirty="0">
                <a:solidFill>
                  <a:srgbClr val="0000FF"/>
                </a:solidFill>
              </a:rPr>
              <a:t>维界</a:t>
            </a:r>
            <a:r>
              <a:rPr lang="zh-CN" altLang="en-US" dirty="0"/>
              <a:t>就不再改变。</a:t>
            </a:r>
            <a:endParaRPr lang="en-US" altLang="zh-CN" dirty="0"/>
          </a:p>
          <a:p>
            <a:pPr lvl="1"/>
            <a:r>
              <a:rPr lang="zh-CN" altLang="en-US" dirty="0"/>
              <a:t>由于数组一般不做插入和删除元素的操作，则一旦建立了数组，</a:t>
            </a:r>
            <a:r>
              <a:rPr lang="zh-CN" altLang="en-US" dirty="0">
                <a:solidFill>
                  <a:srgbClr val="0000FF"/>
                </a:solidFill>
              </a:rPr>
              <a:t>数据元素个数和元素间关系就不再发生变动</a:t>
            </a:r>
            <a:r>
              <a:rPr lang="zh-CN" altLang="en-US" dirty="0"/>
              <a:t>。</a:t>
            </a:r>
          </a:p>
          <a:p>
            <a:pPr lvl="1"/>
            <a:r>
              <a:rPr lang="zh-CN" altLang="en-US" dirty="0"/>
              <a:t>数组中的数据元素具有</a:t>
            </a:r>
            <a:r>
              <a:rPr lang="zh-CN" altLang="en-US" dirty="0">
                <a:solidFill>
                  <a:srgbClr val="0000FF"/>
                </a:solidFill>
              </a:rPr>
              <a:t>相同数据类型</a:t>
            </a:r>
            <a:r>
              <a:rPr lang="zh-CN" altLang="en-US" dirty="0"/>
              <a:t>。</a:t>
            </a:r>
          </a:p>
          <a:p>
            <a:pPr lvl="1"/>
            <a:r>
              <a:rPr lang="zh-CN" altLang="en-US" dirty="0"/>
              <a:t>数组中的每个数据元素都和一组</a:t>
            </a:r>
            <a:r>
              <a:rPr lang="zh-CN" altLang="en-US" dirty="0">
                <a:solidFill>
                  <a:srgbClr val="0000FF"/>
                </a:solidFill>
              </a:rPr>
              <a:t>唯一的下标</a:t>
            </a:r>
            <a:r>
              <a:rPr lang="zh-CN" altLang="en-US" dirty="0"/>
              <a:t>对应。</a:t>
            </a:r>
          </a:p>
          <a:p>
            <a:pPr lvl="1"/>
            <a:r>
              <a:rPr lang="zh-CN" altLang="en-US" dirty="0"/>
              <a:t>数组是一种</a:t>
            </a:r>
            <a:r>
              <a:rPr lang="zh-CN" altLang="en-US" dirty="0">
                <a:solidFill>
                  <a:srgbClr val="0000FF"/>
                </a:solidFill>
              </a:rPr>
              <a:t>随机存取</a:t>
            </a:r>
            <a:r>
              <a:rPr lang="zh-CN" altLang="en-US" dirty="0"/>
              <a:t>结构。可按照下标随机存取数组中的任意数据元素。</a:t>
            </a:r>
            <a:endParaRPr lang="en-US" altLang="zh-CN" dirty="0"/>
          </a:p>
          <a:p>
            <a:r>
              <a:rPr lang="zh-CN" altLang="en-US" dirty="0"/>
              <a:t>鉴于此，一般采用</a:t>
            </a:r>
            <a:r>
              <a:rPr lang="zh-CN" altLang="en-US" dirty="0">
                <a:solidFill>
                  <a:srgbClr val="FF0000"/>
                </a:solidFill>
              </a:rPr>
              <a:t>顺序存储</a:t>
            </a:r>
            <a:r>
              <a:rPr lang="zh-CN" altLang="en-US" dirty="0"/>
              <a:t>方式来表示数组。</a:t>
            </a:r>
          </a:p>
        </p:txBody>
      </p:sp>
    </p:spTree>
    <p:extLst>
      <p:ext uri="{BB962C8B-B14F-4D97-AF65-F5344CB8AC3E}">
        <p14:creationId xmlns:p14="http://schemas.microsoft.com/office/powerpoint/2010/main" val="3881654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2492375"/>
            <a:ext cx="9144000" cy="26527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0" name="Rectangle 2"/>
          <p:cNvSpPr>
            <a:spLocks noChangeArrowheads="1"/>
          </p:cNvSpPr>
          <p:nvPr/>
        </p:nvSpPr>
        <p:spPr bwMode="auto">
          <a:xfrm>
            <a:off x="865188" y="252413"/>
            <a:ext cx="442689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一维数组的顺序存储表示</a:t>
            </a:r>
          </a:p>
        </p:txBody>
      </p:sp>
      <p:sp>
        <p:nvSpPr>
          <p:cNvPr id="766979" name="Rectangle 3"/>
          <p:cNvSpPr>
            <a:spLocks noChangeArrowheads="1"/>
          </p:cNvSpPr>
          <p:nvPr/>
        </p:nvSpPr>
        <p:spPr bwMode="auto">
          <a:xfrm>
            <a:off x="1066800" y="3281363"/>
            <a:ext cx="6781800" cy="685800"/>
          </a:xfrm>
          <a:prstGeom prst="rect">
            <a:avLst/>
          </a:prstGeom>
          <a:solidFill>
            <a:schemeClr val="bg1">
              <a:lumMod val="90000"/>
            </a:schemeClr>
          </a:solidFill>
          <a:ln w="38100">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3200" b="0" i="0" u="none" strike="noStrike" kern="1200" cap="none" spc="0" normalizeH="0" baseline="0" noProof="0">
              <a:ln>
                <a:noFill/>
              </a:ln>
              <a:solidFill>
                <a:srgbClr val="3333CC"/>
              </a:solidFill>
              <a:effectLst/>
              <a:uLnTx/>
              <a:uFillTx/>
              <a:latin typeface="+mn-lt"/>
              <a:ea typeface="+mn-ea"/>
              <a:cs typeface="+mn-ea"/>
              <a:sym typeface="+mn-lt"/>
            </a:endParaRPr>
          </a:p>
        </p:txBody>
      </p:sp>
      <p:sp>
        <p:nvSpPr>
          <p:cNvPr id="48132" name="Text Box 4"/>
          <p:cNvSpPr txBox="1">
            <a:spLocks noChangeArrowheads="1"/>
          </p:cNvSpPr>
          <p:nvPr/>
        </p:nvSpPr>
        <p:spPr bwMode="auto">
          <a:xfrm>
            <a:off x="1102810" y="3317444"/>
            <a:ext cx="685800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effectLst/>
                <a:uLnTx/>
                <a:uFillTx/>
                <a:latin typeface="+mn-lt"/>
                <a:ea typeface="+mn-ea"/>
                <a:cs typeface="+mn-ea"/>
                <a:sym typeface="+mn-lt"/>
              </a:rPr>
              <a:t>35   27   49  18   60   54   77  83   41   02</a:t>
            </a:r>
          </a:p>
        </p:txBody>
      </p:sp>
      <p:sp>
        <p:nvSpPr>
          <p:cNvPr id="48133" name="Line 5"/>
          <p:cNvSpPr>
            <a:spLocks noChangeShapeType="1"/>
          </p:cNvSpPr>
          <p:nvPr/>
        </p:nvSpPr>
        <p:spPr bwMode="auto">
          <a:xfrm>
            <a:off x="17526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4" name="Line 6"/>
          <p:cNvSpPr>
            <a:spLocks noChangeShapeType="1"/>
          </p:cNvSpPr>
          <p:nvPr/>
        </p:nvSpPr>
        <p:spPr bwMode="auto">
          <a:xfrm>
            <a:off x="24384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5" name="Line 7"/>
          <p:cNvSpPr>
            <a:spLocks noChangeShapeType="1"/>
          </p:cNvSpPr>
          <p:nvPr/>
        </p:nvSpPr>
        <p:spPr bwMode="auto">
          <a:xfrm>
            <a:off x="31242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6" name="Line 8"/>
          <p:cNvSpPr>
            <a:spLocks noChangeShapeType="1"/>
          </p:cNvSpPr>
          <p:nvPr/>
        </p:nvSpPr>
        <p:spPr bwMode="auto">
          <a:xfrm>
            <a:off x="38100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7" name="Line 9"/>
          <p:cNvSpPr>
            <a:spLocks noChangeShapeType="1"/>
          </p:cNvSpPr>
          <p:nvPr/>
        </p:nvSpPr>
        <p:spPr bwMode="auto">
          <a:xfrm>
            <a:off x="44958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8" name="Line 10"/>
          <p:cNvSpPr>
            <a:spLocks noChangeShapeType="1"/>
          </p:cNvSpPr>
          <p:nvPr/>
        </p:nvSpPr>
        <p:spPr bwMode="auto">
          <a:xfrm>
            <a:off x="51816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9" name="Line 11"/>
          <p:cNvSpPr>
            <a:spLocks noChangeShapeType="1"/>
          </p:cNvSpPr>
          <p:nvPr/>
        </p:nvSpPr>
        <p:spPr bwMode="auto">
          <a:xfrm>
            <a:off x="58674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40" name="Line 12"/>
          <p:cNvSpPr>
            <a:spLocks noChangeShapeType="1"/>
          </p:cNvSpPr>
          <p:nvPr/>
        </p:nvSpPr>
        <p:spPr bwMode="auto">
          <a:xfrm>
            <a:off x="65532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41" name="Line 13"/>
          <p:cNvSpPr>
            <a:spLocks noChangeShapeType="1"/>
          </p:cNvSpPr>
          <p:nvPr/>
        </p:nvSpPr>
        <p:spPr bwMode="auto">
          <a:xfrm>
            <a:off x="7239000" y="3281363"/>
            <a:ext cx="0" cy="685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42" name="Text Box 14"/>
          <p:cNvSpPr txBox="1">
            <a:spLocks noChangeArrowheads="1"/>
          </p:cNvSpPr>
          <p:nvPr/>
        </p:nvSpPr>
        <p:spPr bwMode="auto">
          <a:xfrm>
            <a:off x="1203324" y="2701925"/>
            <a:ext cx="6645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rgbClr val="0000FF"/>
                </a:solidFill>
                <a:effectLst/>
                <a:uLnTx/>
                <a:uFillTx/>
                <a:latin typeface="+mn-lt"/>
                <a:ea typeface="+mn-ea"/>
                <a:cs typeface="+mn-ea"/>
                <a:sym typeface="+mn-lt"/>
              </a:rPr>
              <a:t>0     1     2     3     4    5    6     7     8     9</a:t>
            </a:r>
          </a:p>
        </p:txBody>
      </p:sp>
      <p:sp>
        <p:nvSpPr>
          <p:cNvPr id="48143" name="AutoShape 15"/>
          <p:cNvSpPr/>
          <p:nvPr/>
        </p:nvSpPr>
        <p:spPr bwMode="auto">
          <a:xfrm rot="16200000">
            <a:off x="13335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44" name="AutoShape 16"/>
          <p:cNvSpPr/>
          <p:nvPr/>
        </p:nvSpPr>
        <p:spPr bwMode="auto">
          <a:xfrm rot="16200000">
            <a:off x="20193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45" name="AutoShape 17"/>
          <p:cNvSpPr/>
          <p:nvPr/>
        </p:nvSpPr>
        <p:spPr bwMode="auto">
          <a:xfrm rot="16200000">
            <a:off x="27051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46" name="AutoShape 18"/>
          <p:cNvSpPr/>
          <p:nvPr/>
        </p:nvSpPr>
        <p:spPr bwMode="auto">
          <a:xfrm rot="16200000">
            <a:off x="33909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47" name="AutoShape 19"/>
          <p:cNvSpPr/>
          <p:nvPr/>
        </p:nvSpPr>
        <p:spPr bwMode="auto">
          <a:xfrm rot="16200000">
            <a:off x="40767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48" name="AutoShape 20"/>
          <p:cNvSpPr/>
          <p:nvPr/>
        </p:nvSpPr>
        <p:spPr bwMode="auto">
          <a:xfrm rot="16200000">
            <a:off x="47625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49" name="AutoShape 21"/>
          <p:cNvSpPr/>
          <p:nvPr/>
        </p:nvSpPr>
        <p:spPr bwMode="auto">
          <a:xfrm rot="16200000">
            <a:off x="54483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50" name="AutoShape 22"/>
          <p:cNvSpPr/>
          <p:nvPr/>
        </p:nvSpPr>
        <p:spPr bwMode="auto">
          <a:xfrm rot="16200000">
            <a:off x="61341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51" name="AutoShape 23"/>
          <p:cNvSpPr/>
          <p:nvPr/>
        </p:nvSpPr>
        <p:spPr bwMode="auto">
          <a:xfrm rot="16200000">
            <a:off x="68199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52" name="AutoShape 24"/>
          <p:cNvSpPr/>
          <p:nvPr/>
        </p:nvSpPr>
        <p:spPr bwMode="auto">
          <a:xfrm rot="16200000">
            <a:off x="7505700" y="3806825"/>
            <a:ext cx="152400" cy="685800"/>
          </a:xfrm>
          <a:prstGeom prst="leftBrace">
            <a:avLst>
              <a:gd name="adj1" fmla="val 37500"/>
              <a:gd name="adj2" fmla="val 49699"/>
            </a:avLst>
          </a:prstGeom>
          <a:noFill/>
          <a:ln w="38100">
            <a:solidFill>
              <a:srgbClr val="C00000"/>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rgbClr val="0000FF"/>
              </a:solidFill>
              <a:effectLst/>
              <a:uLnTx/>
              <a:uFillTx/>
              <a:latin typeface="+mn-lt"/>
              <a:ea typeface="+mn-ea"/>
              <a:cs typeface="+mn-ea"/>
              <a:sym typeface="+mn-lt"/>
            </a:endParaRPr>
          </a:p>
        </p:txBody>
      </p:sp>
      <p:sp>
        <p:nvSpPr>
          <p:cNvPr id="48153" name="Text Box 25"/>
          <p:cNvSpPr txBox="1">
            <a:spLocks noChangeArrowheads="1"/>
          </p:cNvSpPr>
          <p:nvPr/>
        </p:nvSpPr>
        <p:spPr bwMode="auto">
          <a:xfrm>
            <a:off x="1102811" y="4225925"/>
            <a:ext cx="674579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l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r>
              <a:rPr kumimoji="0" lang="en-US" altLang="zh-CN" sz="3200" b="0" i="1" u="none" strike="noStrike" kern="1200" cap="none" spc="0" normalizeH="0" baseline="0" noProof="0" dirty="0" err="1">
                <a:ln>
                  <a:noFill/>
                </a:ln>
                <a:solidFill>
                  <a:srgbClr val="C00000"/>
                </a:solidFill>
                <a:effectLst/>
                <a:uLnTx/>
                <a:uFillTx/>
                <a:latin typeface="+mn-lt"/>
                <a:ea typeface="+mn-ea"/>
                <a:cs typeface="+mn-ea"/>
                <a:sym typeface="+mn-lt"/>
              </a:rPr>
              <a:t>l</a:t>
            </a:r>
            <a:r>
              <a:rPr kumimoji="0" lang="en-US" altLang="zh-CN" sz="3200" b="0" i="1" u="none" strike="noStrike" kern="1200" cap="none" spc="0" normalizeH="0" baseline="0" noProof="0" dirty="0">
                <a:ln>
                  <a:noFill/>
                </a:ln>
                <a:solidFill>
                  <a:srgbClr val="C00000"/>
                </a:solidFill>
                <a:effectLst/>
                <a:uLnTx/>
                <a:uFillTx/>
                <a:latin typeface="+mn-lt"/>
                <a:ea typeface="+mn-ea"/>
                <a:cs typeface="+mn-ea"/>
                <a:sym typeface="+mn-lt"/>
              </a:rPr>
              <a:t>  </a:t>
            </a:r>
            <a:endParaRPr kumimoji="0" lang="en-US" altLang="zh-CN" sz="3200" b="0" i="0" u="none" strike="noStrike" kern="1200" cap="none" spc="0" normalizeH="0" baseline="0" noProof="0" dirty="0">
              <a:ln>
                <a:noFill/>
              </a:ln>
              <a:solidFill>
                <a:srgbClr val="C00000"/>
              </a:solidFill>
              <a:effectLst/>
              <a:uLnTx/>
              <a:uFillTx/>
              <a:latin typeface="+mn-lt"/>
              <a:ea typeface="+mn-ea"/>
              <a:cs typeface="+mn-ea"/>
              <a:sym typeface="+mn-lt"/>
            </a:endParaRPr>
          </a:p>
        </p:txBody>
      </p:sp>
      <p:sp>
        <p:nvSpPr>
          <p:cNvPr id="48154" name="Rectangle 26"/>
          <p:cNvSpPr>
            <a:spLocks noChangeArrowheads="1"/>
          </p:cNvSpPr>
          <p:nvPr/>
        </p:nvSpPr>
        <p:spPr bwMode="auto">
          <a:xfrm>
            <a:off x="1969677" y="5521006"/>
            <a:ext cx="511256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effectLst/>
                <a:uLnTx/>
                <a:uFillTx/>
                <a:latin typeface="+mn-lt"/>
                <a:ea typeface="+mn-ea"/>
                <a:cs typeface="+mn-ea"/>
                <a:sym typeface="+mn-lt"/>
              </a:rPr>
              <a:t>LOC(</a:t>
            </a:r>
            <a:r>
              <a:rPr kumimoji="0" lang="en-US" altLang="zh-CN" sz="3200" b="0" i="1" u="none" strike="noStrike" kern="1200" cap="none" spc="0" normalizeH="0" baseline="0" noProof="0" dirty="0" err="1">
                <a:ln>
                  <a:noFill/>
                </a:ln>
                <a:effectLst/>
                <a:uLnTx/>
                <a:uFillTx/>
                <a:latin typeface="+mn-lt"/>
                <a:ea typeface="+mn-ea"/>
                <a:cs typeface="+mn-ea"/>
                <a:sym typeface="+mn-lt"/>
              </a:rPr>
              <a:t>i</a:t>
            </a:r>
            <a:r>
              <a:rPr kumimoji="0" lang="en-US" altLang="zh-CN" sz="3200" b="0" i="0" u="none" strike="noStrike" kern="1200" cap="none" spc="0" normalizeH="0" baseline="0" noProof="0" dirty="0">
                <a:ln>
                  <a:noFill/>
                </a:ln>
                <a:effectLst/>
                <a:uLnTx/>
                <a:uFillTx/>
                <a:latin typeface="+mn-lt"/>
                <a:ea typeface="+mn-ea"/>
                <a:cs typeface="+mn-ea"/>
                <a:sym typeface="+mn-lt"/>
              </a:rPr>
              <a:t>) = LOC(</a:t>
            </a:r>
            <a:r>
              <a:rPr kumimoji="0" lang="en-US" altLang="zh-CN" sz="3200" b="0" i="1" u="none" strike="noStrike" kern="1200" cap="none" spc="0" normalizeH="0" baseline="0" noProof="0" dirty="0">
                <a:ln>
                  <a:noFill/>
                </a:ln>
                <a:effectLst/>
                <a:uLnTx/>
                <a:uFillTx/>
                <a:latin typeface="+mn-lt"/>
                <a:ea typeface="+mn-ea"/>
                <a:cs typeface="+mn-ea"/>
                <a:sym typeface="+mn-lt"/>
              </a:rPr>
              <a:t>i</a:t>
            </a:r>
            <a:r>
              <a:rPr kumimoji="0" lang="en-US" altLang="zh-CN" sz="3200" b="0" i="0" u="none" strike="noStrike" kern="1200" cap="none" spc="0" normalizeH="0" baseline="0" noProof="0" dirty="0">
                <a:ln>
                  <a:noFill/>
                </a:ln>
                <a:effectLst/>
                <a:uLnTx/>
                <a:uFillTx/>
                <a:latin typeface="+mn-lt"/>
                <a:ea typeface="+mn-ea"/>
                <a:cs typeface="+mn-ea"/>
                <a:sym typeface="+mn-lt"/>
              </a:rPr>
              <a:t>-1)+</a:t>
            </a:r>
            <a:r>
              <a:rPr kumimoji="0" lang="en-US" altLang="zh-CN" sz="3200" b="0" i="1" u="none" strike="noStrike" kern="1200" cap="none" spc="0" normalizeH="0" baseline="0" noProof="0" dirty="0">
                <a:ln>
                  <a:noFill/>
                </a:ln>
                <a:effectLst/>
                <a:uLnTx/>
                <a:uFillTx/>
                <a:latin typeface="+mn-lt"/>
                <a:ea typeface="+mn-ea"/>
                <a:cs typeface="+mn-ea"/>
                <a:sym typeface="+mn-lt"/>
              </a:rPr>
              <a:t>l</a:t>
            </a:r>
            <a:r>
              <a:rPr kumimoji="0" lang="en-US" altLang="zh-CN" sz="3200" b="0" i="0" u="none" strike="noStrike" kern="1200" cap="none" spc="0" normalizeH="0" baseline="0" noProof="0" dirty="0">
                <a:ln>
                  <a:noFill/>
                </a:ln>
                <a:effectLst/>
                <a:uLnTx/>
                <a:uFillTx/>
                <a:latin typeface="+mn-lt"/>
                <a:ea typeface="+mn-ea"/>
                <a:cs typeface="+mn-ea"/>
                <a:sym typeface="+mn-lt"/>
              </a:rPr>
              <a:t> = </a:t>
            </a:r>
            <a:r>
              <a:rPr kumimoji="0" lang="en-US" altLang="zh-CN" sz="3200" b="0" i="1" u="none" strike="noStrike" kern="1200" cap="none" spc="0" normalizeH="0" baseline="0" noProof="0" dirty="0" err="1">
                <a:ln>
                  <a:noFill/>
                </a:ln>
                <a:effectLst/>
                <a:uLnTx/>
                <a:uFillTx/>
                <a:latin typeface="+mn-lt"/>
                <a:ea typeface="+mn-ea"/>
                <a:cs typeface="+mn-ea"/>
                <a:sym typeface="+mn-lt"/>
              </a:rPr>
              <a:t>a</a:t>
            </a:r>
            <a:r>
              <a:rPr kumimoji="0" lang="en-US" altLang="zh-CN" sz="3200" b="0" i="0" u="none" strike="noStrike" kern="1200" cap="none" spc="0" normalizeH="0" baseline="0" noProof="0" dirty="0" err="1">
                <a:ln>
                  <a:noFill/>
                </a:ln>
                <a:effectLst/>
                <a:uLnTx/>
                <a:uFillTx/>
                <a:latin typeface="+mn-lt"/>
                <a:ea typeface="+mn-ea"/>
                <a:cs typeface="+mn-ea"/>
                <a:sym typeface="+mn-lt"/>
              </a:rPr>
              <a:t>+</a:t>
            </a:r>
            <a:r>
              <a:rPr kumimoji="0" lang="en-US" altLang="zh-CN" sz="3200" b="0" i="1" u="none" strike="noStrike" kern="1200" cap="none" spc="0" normalizeH="0" baseline="0" noProof="0" dirty="0" err="1">
                <a:ln>
                  <a:noFill/>
                </a:ln>
                <a:effectLst/>
                <a:uLnTx/>
                <a:uFillTx/>
                <a:latin typeface="+mn-lt"/>
                <a:ea typeface="+mn-ea"/>
                <a:cs typeface="+mn-ea"/>
                <a:sym typeface="+mn-lt"/>
              </a:rPr>
              <a:t>i</a:t>
            </a:r>
            <a:r>
              <a:rPr kumimoji="0" lang="en-US" altLang="zh-CN" sz="3200" b="0" i="0" u="none" strike="noStrike" kern="1200" cap="none" spc="0" normalizeH="0" baseline="0" noProof="0" dirty="0">
                <a:ln>
                  <a:noFill/>
                </a:ln>
                <a:effectLst/>
                <a:uLnTx/>
                <a:uFillTx/>
                <a:latin typeface="+mn-lt"/>
                <a:ea typeface="+mn-ea"/>
                <a:cs typeface="+mn-ea"/>
                <a:sym typeface="+mn-lt"/>
              </a:rPr>
              <a:t>*</a:t>
            </a:r>
            <a:r>
              <a:rPr kumimoji="0" lang="en-US" altLang="zh-CN" sz="3200" b="0" i="1" u="none" strike="noStrike" kern="1200" cap="none" spc="0" normalizeH="0" baseline="0" noProof="0" dirty="0">
                <a:ln>
                  <a:noFill/>
                </a:ln>
                <a:effectLst/>
                <a:uLnTx/>
                <a:uFillTx/>
                <a:latin typeface="+mn-lt"/>
                <a:ea typeface="+mn-ea"/>
                <a:cs typeface="+mn-ea"/>
                <a:sym typeface="+mn-lt"/>
              </a:rPr>
              <a:t>l</a:t>
            </a:r>
            <a:endParaRPr kumimoji="0" lang="en-US" altLang="zh-CN" sz="3200" b="0" i="0" u="none" strike="noStrike" kern="1200" cap="none" spc="0" normalizeH="0" baseline="0" noProof="0" dirty="0">
              <a:ln>
                <a:noFill/>
              </a:ln>
              <a:effectLst/>
              <a:uLnTx/>
              <a:uFillTx/>
              <a:latin typeface="+mn-lt"/>
              <a:ea typeface="+mn-ea"/>
              <a:cs typeface="+mn-ea"/>
              <a:sym typeface="+mn-lt"/>
            </a:endParaRPr>
          </a:p>
        </p:txBody>
      </p:sp>
      <p:grpSp>
        <p:nvGrpSpPr>
          <p:cNvPr id="3" name="组合 2">
            <a:extLst>
              <a:ext uri="{FF2B5EF4-FFF2-40B4-BE49-F238E27FC236}">
                <a16:creationId xmlns:a16="http://schemas.microsoft.com/office/drawing/2014/main" id="{A33E121C-71FD-4B6B-82C9-B58E3D2B9A3E}"/>
              </a:ext>
            </a:extLst>
          </p:cNvPr>
          <p:cNvGrpSpPr/>
          <p:nvPr/>
        </p:nvGrpSpPr>
        <p:grpSpPr>
          <a:xfrm>
            <a:off x="895027" y="954783"/>
            <a:ext cx="7353945" cy="1403487"/>
            <a:chOff x="818455" y="1005325"/>
            <a:chExt cx="7353945" cy="1403487"/>
          </a:xfrm>
        </p:grpSpPr>
        <p:sp>
          <p:nvSpPr>
            <p:cNvPr id="48155" name="AutoShape 27"/>
            <p:cNvSpPr/>
            <p:nvPr/>
          </p:nvSpPr>
          <p:spPr bwMode="auto">
            <a:xfrm>
              <a:off x="2573287" y="1328738"/>
              <a:ext cx="152400" cy="793750"/>
            </a:xfrm>
            <a:prstGeom prst="leftBrace">
              <a:avLst>
                <a:gd name="adj1" fmla="val 62500"/>
                <a:gd name="adj2" fmla="val 50000"/>
              </a:avLst>
            </a:prstGeom>
            <a:noFill/>
            <a:ln w="38100">
              <a:solidFill>
                <a:srgbClr val="6C4C8F"/>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3200" b="0" i="0" u="none" strike="noStrike" kern="1200" cap="none" spc="0" normalizeH="0" baseline="0" noProof="0">
                <a:ln>
                  <a:noFill/>
                </a:ln>
                <a:effectLst/>
                <a:uLnTx/>
                <a:uFillTx/>
                <a:latin typeface="+mn-lt"/>
                <a:ea typeface="+mn-ea"/>
                <a:cs typeface="+mn-ea"/>
                <a:sym typeface="+mn-lt"/>
              </a:endParaRPr>
            </a:p>
          </p:txBody>
        </p:sp>
        <p:sp>
          <p:nvSpPr>
            <p:cNvPr id="48156" name="Rectangle 28"/>
            <p:cNvSpPr>
              <a:spLocks noChangeArrowheads="1"/>
            </p:cNvSpPr>
            <p:nvPr/>
          </p:nvSpPr>
          <p:spPr bwMode="auto">
            <a:xfrm>
              <a:off x="818455" y="1431630"/>
              <a:ext cx="17405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effectLst/>
                  <a:uLnTx/>
                  <a:uFillTx/>
                  <a:latin typeface="+mn-lt"/>
                  <a:ea typeface="+mn-ea"/>
                  <a:cs typeface="+mn-ea"/>
                  <a:sym typeface="+mn-lt"/>
                </a:rPr>
                <a:t>LOC(</a:t>
              </a:r>
              <a:r>
                <a:rPr kumimoji="0" lang="en-US" altLang="zh-CN" sz="3200" b="0" i="1" u="none" strike="noStrike" kern="1200" cap="none" spc="0" normalizeH="0" baseline="0" noProof="0" dirty="0" err="1">
                  <a:ln>
                    <a:noFill/>
                  </a:ln>
                  <a:effectLst/>
                  <a:uLnTx/>
                  <a:uFillTx/>
                  <a:latin typeface="+mn-lt"/>
                  <a:ea typeface="+mn-ea"/>
                  <a:cs typeface="+mn-ea"/>
                  <a:sym typeface="+mn-lt"/>
                </a:rPr>
                <a:t>i</a:t>
              </a:r>
              <a:r>
                <a:rPr kumimoji="0" lang="en-US" altLang="zh-CN" sz="3200" b="0" i="0" u="none" strike="noStrike" kern="1200" cap="none" spc="0" normalizeH="0" baseline="0" noProof="0" dirty="0">
                  <a:ln>
                    <a:noFill/>
                  </a:ln>
                  <a:effectLst/>
                  <a:uLnTx/>
                  <a:uFillTx/>
                  <a:latin typeface="+mn-lt"/>
                  <a:ea typeface="+mn-ea"/>
                  <a:cs typeface="+mn-ea"/>
                  <a:sym typeface="+mn-lt"/>
                </a:rPr>
                <a:t>) = </a:t>
              </a:r>
            </a:p>
          </p:txBody>
        </p:sp>
        <p:sp>
          <p:nvSpPr>
            <p:cNvPr id="48157" name="Rectangle 29"/>
            <p:cNvSpPr>
              <a:spLocks noChangeArrowheads="1"/>
            </p:cNvSpPr>
            <p:nvPr/>
          </p:nvSpPr>
          <p:spPr bwMode="auto">
            <a:xfrm>
              <a:off x="2914600" y="1824037"/>
              <a:ext cx="5257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effectLst/>
                  <a:uLnTx/>
                  <a:uFillTx/>
                  <a:latin typeface="+mn-lt"/>
                  <a:ea typeface="+mn-ea"/>
                  <a:cs typeface="+mn-ea"/>
                  <a:sym typeface="+mn-lt"/>
                </a:rPr>
                <a:t>LOC(</a:t>
              </a:r>
              <a:r>
                <a:rPr kumimoji="0" lang="en-US" altLang="zh-CN" sz="3200" b="0" i="1" u="none" strike="noStrike" kern="1200" cap="none" spc="0" normalizeH="0" baseline="0" noProof="0" dirty="0">
                  <a:ln>
                    <a:noFill/>
                  </a:ln>
                  <a:effectLst/>
                  <a:uLnTx/>
                  <a:uFillTx/>
                  <a:latin typeface="+mn-lt"/>
                  <a:ea typeface="+mn-ea"/>
                  <a:cs typeface="+mn-ea"/>
                  <a:sym typeface="+mn-lt"/>
                </a:rPr>
                <a:t>i</a:t>
              </a:r>
              <a:r>
                <a:rPr kumimoji="0" lang="en-US" altLang="zh-CN" sz="3200" b="0" i="0" u="none" strike="noStrike" kern="1200" cap="none" spc="0" normalizeH="0" baseline="0" noProof="0" dirty="0">
                  <a:ln>
                    <a:noFill/>
                  </a:ln>
                  <a:effectLst/>
                  <a:uLnTx/>
                  <a:uFillTx/>
                  <a:latin typeface="+mn-lt"/>
                  <a:ea typeface="+mn-ea"/>
                  <a:cs typeface="+mn-ea"/>
                  <a:sym typeface="+mn-lt"/>
                </a:rPr>
                <a:t>-1)+</a:t>
              </a:r>
              <a:r>
                <a:rPr kumimoji="0" lang="en-US" altLang="zh-CN" sz="3200" b="0" i="1" u="none" strike="noStrike" kern="1200" cap="none" spc="0" normalizeH="0" baseline="0" noProof="0" dirty="0">
                  <a:ln>
                    <a:noFill/>
                  </a:ln>
                  <a:effectLst/>
                  <a:uLnTx/>
                  <a:uFillTx/>
                  <a:latin typeface="+mn-lt"/>
                  <a:ea typeface="+mn-ea"/>
                  <a:cs typeface="+mn-ea"/>
                  <a:sym typeface="+mn-lt"/>
                </a:rPr>
                <a:t>l</a:t>
              </a:r>
              <a:r>
                <a:rPr kumimoji="0" lang="en-US" altLang="zh-CN" sz="3200" b="0" i="0" u="none" strike="noStrike" kern="1200" cap="none" spc="0" normalizeH="0" baseline="0" noProof="0" dirty="0">
                  <a:ln>
                    <a:noFill/>
                  </a:ln>
                  <a:effectLst/>
                  <a:uLnTx/>
                  <a:uFillTx/>
                  <a:latin typeface="+mn-lt"/>
                  <a:ea typeface="+mn-ea"/>
                  <a:cs typeface="+mn-ea"/>
                  <a:sym typeface="+mn-lt"/>
                </a:rPr>
                <a:t> = </a:t>
              </a:r>
              <a:r>
                <a:rPr kumimoji="0" lang="en-US" altLang="zh-CN" sz="3200" b="0" i="1" u="none" strike="noStrike" kern="1200" cap="none" spc="0" normalizeH="0" baseline="0" noProof="0" dirty="0" err="1">
                  <a:ln>
                    <a:noFill/>
                  </a:ln>
                  <a:effectLst/>
                  <a:uLnTx/>
                  <a:uFillTx/>
                  <a:latin typeface="+mn-lt"/>
                  <a:ea typeface="+mn-ea"/>
                  <a:cs typeface="+mn-ea"/>
                  <a:sym typeface="+mn-lt"/>
                </a:rPr>
                <a:t>a</a:t>
              </a:r>
              <a:r>
                <a:rPr kumimoji="0" lang="en-US" altLang="zh-CN" sz="3200" b="0" i="0" u="none" strike="noStrike" kern="1200" cap="none" spc="0" normalizeH="0" baseline="0" noProof="0" dirty="0" err="1">
                  <a:ln>
                    <a:noFill/>
                  </a:ln>
                  <a:effectLst/>
                  <a:uLnTx/>
                  <a:uFillTx/>
                  <a:latin typeface="+mn-lt"/>
                  <a:ea typeface="+mn-ea"/>
                  <a:cs typeface="+mn-ea"/>
                  <a:sym typeface="+mn-lt"/>
                </a:rPr>
                <a:t>+</a:t>
              </a:r>
              <a:r>
                <a:rPr kumimoji="0" lang="en-US" altLang="zh-CN" sz="3200" b="0" i="1" u="none" strike="noStrike" kern="1200" cap="none" spc="0" normalizeH="0" baseline="0" noProof="0" dirty="0" err="1">
                  <a:ln>
                    <a:noFill/>
                  </a:ln>
                  <a:effectLst/>
                  <a:uLnTx/>
                  <a:uFillTx/>
                  <a:latin typeface="+mn-lt"/>
                  <a:ea typeface="+mn-ea"/>
                  <a:cs typeface="+mn-ea"/>
                  <a:sym typeface="+mn-lt"/>
                </a:rPr>
                <a:t>i</a:t>
              </a:r>
              <a:r>
                <a:rPr kumimoji="0" lang="en-US" altLang="zh-CN" sz="3200" b="0" i="0" u="none" strike="noStrike" kern="1200" cap="none" spc="0" normalizeH="0" baseline="0" noProof="0" dirty="0">
                  <a:ln>
                    <a:noFill/>
                  </a:ln>
                  <a:effectLst/>
                  <a:uLnTx/>
                  <a:uFillTx/>
                  <a:latin typeface="+mn-lt"/>
                  <a:ea typeface="+mn-ea"/>
                  <a:cs typeface="+mn-ea"/>
                  <a:sym typeface="+mn-lt"/>
                </a:rPr>
                <a:t>*</a:t>
              </a:r>
              <a:r>
                <a:rPr kumimoji="0" lang="en-US" altLang="zh-CN" sz="3200" b="0" i="1" u="none" strike="noStrike" kern="1200" cap="none" spc="0" normalizeH="0" baseline="0" noProof="0" dirty="0">
                  <a:ln>
                    <a:noFill/>
                  </a:ln>
                  <a:effectLst/>
                  <a:uLnTx/>
                  <a:uFillTx/>
                  <a:latin typeface="+mn-lt"/>
                  <a:ea typeface="+mn-ea"/>
                  <a:cs typeface="+mn-ea"/>
                  <a:sym typeface="+mn-lt"/>
                </a:rPr>
                <a:t>l,  </a:t>
              </a:r>
              <a:r>
                <a:rPr kumimoji="0" lang="en-US" altLang="zh-CN" sz="3200" b="0" i="1" u="none" strike="noStrike" kern="1200" cap="none" spc="0" normalizeH="0" baseline="0" noProof="0" dirty="0" err="1">
                  <a:ln>
                    <a:noFill/>
                  </a:ln>
                  <a:effectLst/>
                  <a:uLnTx/>
                  <a:uFillTx/>
                  <a:latin typeface="+mn-lt"/>
                  <a:ea typeface="+mn-ea"/>
                  <a:cs typeface="+mn-ea"/>
                  <a:sym typeface="+mn-lt"/>
                </a:rPr>
                <a:t>i</a:t>
              </a:r>
              <a:r>
                <a:rPr kumimoji="0" lang="en-US" altLang="zh-CN" sz="3200" b="0" i="1" u="none" strike="noStrike" kern="1200" cap="none" spc="0" normalizeH="0" baseline="0" noProof="0" dirty="0">
                  <a:ln>
                    <a:noFill/>
                  </a:ln>
                  <a:effectLst/>
                  <a:uLnTx/>
                  <a:uFillTx/>
                  <a:latin typeface="+mn-lt"/>
                  <a:ea typeface="+mn-ea"/>
                  <a:cs typeface="+mn-ea"/>
                  <a:sym typeface="+mn-lt"/>
                </a:rPr>
                <a:t> &gt; 0 </a:t>
              </a:r>
              <a:endParaRPr kumimoji="0" lang="en-US" altLang="zh-CN" sz="3200" b="0" i="0" u="none" strike="noStrike" kern="1200" cap="none" spc="0" normalizeH="0" baseline="0" noProof="0" dirty="0">
                <a:ln>
                  <a:noFill/>
                </a:ln>
                <a:effectLst/>
                <a:uLnTx/>
                <a:uFillTx/>
                <a:latin typeface="+mn-lt"/>
                <a:ea typeface="+mn-ea"/>
                <a:cs typeface="+mn-ea"/>
                <a:sym typeface="+mn-lt"/>
              </a:endParaRPr>
            </a:p>
          </p:txBody>
        </p:sp>
        <p:sp>
          <p:nvSpPr>
            <p:cNvPr id="48158" name="Text Box 30"/>
            <p:cNvSpPr txBox="1">
              <a:spLocks noChangeArrowheads="1"/>
            </p:cNvSpPr>
            <p:nvPr/>
          </p:nvSpPr>
          <p:spPr bwMode="auto">
            <a:xfrm>
              <a:off x="2914600" y="1005325"/>
              <a:ext cx="49407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1" u="none" strike="noStrike" kern="1200" cap="none" spc="0" normalizeH="0" baseline="0" noProof="0" dirty="0">
                  <a:ln>
                    <a:noFill/>
                  </a:ln>
                  <a:effectLst/>
                  <a:uLnTx/>
                  <a:uFillTx/>
                  <a:latin typeface="+mn-lt"/>
                  <a:ea typeface="+mn-ea"/>
                  <a:cs typeface="+mn-ea"/>
                  <a:sym typeface="+mn-lt"/>
                </a:rPr>
                <a:t>a,                               </a:t>
              </a:r>
              <a:r>
                <a:rPr kumimoji="0" lang="en-US" altLang="zh-CN" sz="3200" b="0" i="1" u="none" strike="noStrike" kern="1200" cap="none" spc="0" normalizeH="0" baseline="0" noProof="0" dirty="0" err="1">
                  <a:ln>
                    <a:noFill/>
                  </a:ln>
                  <a:effectLst/>
                  <a:uLnTx/>
                  <a:uFillTx/>
                  <a:latin typeface="+mn-lt"/>
                  <a:ea typeface="+mn-ea"/>
                  <a:cs typeface="+mn-ea"/>
                  <a:sym typeface="+mn-lt"/>
                </a:rPr>
                <a:t>i</a:t>
              </a:r>
              <a:r>
                <a:rPr kumimoji="0" lang="en-US" altLang="zh-CN" sz="3200" b="0" i="1" u="none" strike="noStrike" kern="1200" cap="none" spc="0" normalizeH="0" baseline="0" noProof="0" dirty="0">
                  <a:ln>
                    <a:noFill/>
                  </a:ln>
                  <a:effectLst/>
                  <a:uLnTx/>
                  <a:uFillTx/>
                  <a:latin typeface="+mn-lt"/>
                  <a:ea typeface="+mn-ea"/>
                  <a:cs typeface="+mn-ea"/>
                  <a:sym typeface="+mn-lt"/>
                </a:rPr>
                <a:t> </a:t>
              </a:r>
              <a:r>
                <a:rPr kumimoji="0" lang="en-US" altLang="zh-CN" sz="3200" b="0" i="0" u="none" strike="noStrike" kern="1200" cap="none" spc="0" normalizeH="0" baseline="0" noProof="0" dirty="0">
                  <a:ln>
                    <a:noFill/>
                  </a:ln>
                  <a:effectLst/>
                  <a:uLnTx/>
                  <a:uFillTx/>
                  <a:latin typeface="+mn-lt"/>
                  <a:ea typeface="+mn-ea"/>
                  <a:cs typeface="+mn-ea"/>
                  <a:sym typeface="+mn-lt"/>
                </a:rPr>
                <a:t>= 0</a:t>
              </a:r>
              <a:r>
                <a:rPr kumimoji="0" lang="en-US" altLang="zh-CN" sz="3200" b="0" i="1" u="none" strike="noStrike" kern="1200" cap="none" spc="0" normalizeH="0" baseline="0" noProof="0" dirty="0">
                  <a:ln>
                    <a:noFill/>
                  </a:ln>
                  <a:effectLst/>
                  <a:uLnTx/>
                  <a:uFillTx/>
                  <a:latin typeface="+mn-lt"/>
                  <a:ea typeface="+mn-ea"/>
                  <a:cs typeface="+mn-ea"/>
                  <a:sym typeface="+mn-lt"/>
                </a:rPr>
                <a:t>     </a:t>
              </a:r>
              <a:endParaRPr kumimoji="0" lang="en-US" altLang="zh-CN" sz="3200" b="0" i="0" u="none" strike="noStrike" kern="1200" cap="none" spc="0" normalizeH="0" baseline="0" noProof="0" dirty="0">
                <a:ln>
                  <a:noFill/>
                </a:ln>
                <a:effectLst/>
                <a:uLnTx/>
                <a:uFillTx/>
                <a:latin typeface="+mn-lt"/>
                <a:ea typeface="+mn-ea"/>
                <a:cs typeface="+mn-ea"/>
                <a:sym typeface="+mn-lt"/>
              </a:endParaRPr>
            </a:p>
          </p:txBody>
        </p:sp>
      </p:grpSp>
      <p:sp>
        <p:nvSpPr>
          <p:cNvPr id="48159" name="Line 31"/>
          <p:cNvSpPr>
            <a:spLocks noChangeShapeType="1"/>
          </p:cNvSpPr>
          <p:nvPr/>
        </p:nvSpPr>
        <p:spPr bwMode="auto">
          <a:xfrm flipV="1">
            <a:off x="4487159" y="4073525"/>
            <a:ext cx="0" cy="838200"/>
          </a:xfrm>
          <a:prstGeom prst="line">
            <a:avLst/>
          </a:prstGeom>
          <a:noFill/>
          <a:ln w="38100">
            <a:solidFill>
              <a:schemeClr val="tx2"/>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60" name="Text Box 32"/>
          <p:cNvSpPr txBox="1">
            <a:spLocks noChangeArrowheads="1"/>
          </p:cNvSpPr>
          <p:nvPr/>
        </p:nvSpPr>
        <p:spPr bwMode="auto">
          <a:xfrm>
            <a:off x="4511811" y="4703672"/>
            <a:ext cx="10999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1" u="none" strike="noStrike" kern="1200" cap="none" spc="0" normalizeH="0" baseline="0" noProof="0" dirty="0" err="1">
                <a:ln>
                  <a:noFill/>
                </a:ln>
                <a:solidFill>
                  <a:schemeClr val="accent2"/>
                </a:solidFill>
                <a:effectLst/>
                <a:uLnTx/>
                <a:uFillTx/>
                <a:latin typeface="+mn-lt"/>
                <a:ea typeface="+mn-ea"/>
                <a:cs typeface="+mn-ea"/>
                <a:sym typeface="+mn-lt"/>
              </a:rPr>
              <a:t>a+i</a:t>
            </a:r>
            <a:r>
              <a:rPr kumimoji="0" lang="en-US" altLang="zh-CN" sz="3200" b="0" i="1" u="none" strike="noStrike" kern="1200" cap="none" spc="0" normalizeH="0" baseline="0" noProof="0" dirty="0">
                <a:ln>
                  <a:noFill/>
                </a:ln>
                <a:solidFill>
                  <a:schemeClr val="accent2"/>
                </a:solidFill>
                <a:effectLst/>
                <a:uLnTx/>
                <a:uFillTx/>
                <a:latin typeface="+mn-lt"/>
                <a:ea typeface="+mn-ea"/>
                <a:cs typeface="+mn-ea"/>
                <a:sym typeface="+mn-lt"/>
              </a:rPr>
              <a:t>*l</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8161" name="Text Box 33"/>
          <p:cNvSpPr txBox="1">
            <a:spLocks noChangeArrowheads="1"/>
          </p:cNvSpPr>
          <p:nvPr/>
        </p:nvSpPr>
        <p:spPr bwMode="auto">
          <a:xfrm>
            <a:off x="577850" y="3203575"/>
            <a:ext cx="389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1" u="none" strike="noStrike" kern="1200" cap="none" spc="0" normalizeH="0" baseline="0" noProof="0" dirty="0">
                <a:ln>
                  <a:noFill/>
                </a:ln>
                <a:solidFill>
                  <a:srgbClr val="0000FF"/>
                </a:solidFill>
                <a:effectLst/>
                <a:uLnTx/>
                <a:uFillTx/>
                <a:latin typeface="+mn-lt"/>
                <a:ea typeface="+mn-ea"/>
                <a:cs typeface="+mn-ea"/>
                <a:sym typeface="+mn-lt"/>
              </a:rPr>
              <a:t>a</a:t>
            </a:r>
            <a:endParaRPr kumimoji="0" lang="en-US" altLang="zh-CN" sz="3200" b="0" i="0" u="none" strike="noStrike" kern="1200" cap="none" spc="0" normalizeH="0" baseline="0" noProof="0" dirty="0">
              <a:ln>
                <a:noFill/>
              </a:ln>
              <a:solidFill>
                <a:srgbClr val="0000FF"/>
              </a:solidFill>
              <a:effectLst/>
              <a:uLnTx/>
              <a:uFillTx/>
              <a:latin typeface="+mn-lt"/>
              <a:ea typeface="+mn-ea"/>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52F29-A1AF-4EB1-BFD6-65967B4EFDCF}"/>
              </a:ext>
            </a:extLst>
          </p:cNvPr>
          <p:cNvSpPr>
            <a:spLocks noGrp="1"/>
          </p:cNvSpPr>
          <p:nvPr>
            <p:ph type="title"/>
          </p:nvPr>
        </p:nvSpPr>
        <p:spPr/>
        <p:txBody>
          <a:bodyPr/>
          <a:lstStyle/>
          <a:p>
            <a:r>
              <a:rPr lang="zh-CN" altLang="en-US" dirty="0"/>
              <a:t>二维数组</a:t>
            </a:r>
          </a:p>
        </p:txBody>
      </p:sp>
      <p:sp>
        <p:nvSpPr>
          <p:cNvPr id="3" name="内容占位符 2">
            <a:extLst>
              <a:ext uri="{FF2B5EF4-FFF2-40B4-BE49-F238E27FC236}">
                <a16:creationId xmlns:a16="http://schemas.microsoft.com/office/drawing/2014/main" id="{053374A0-881C-4FD3-9601-61651770888F}"/>
              </a:ext>
            </a:extLst>
          </p:cNvPr>
          <p:cNvSpPr>
            <a:spLocks noGrp="1"/>
          </p:cNvSpPr>
          <p:nvPr>
            <p:ph idx="1"/>
          </p:nvPr>
        </p:nvSpPr>
        <p:spPr/>
        <p:txBody>
          <a:bodyPr/>
          <a:lstStyle/>
          <a:p>
            <a:r>
              <a:rPr lang="zh-CN" altLang="en-US" dirty="0"/>
              <a:t>一维数组常被称为</a:t>
            </a:r>
            <a:r>
              <a:rPr lang="zh-CN" altLang="en-US" dirty="0">
                <a:solidFill>
                  <a:srgbClr val="FF0000"/>
                </a:solidFill>
              </a:rPr>
              <a:t>向量</a:t>
            </a:r>
            <a:r>
              <a:rPr lang="zh-CN" altLang="en-US" dirty="0"/>
              <a:t>（</a:t>
            </a:r>
            <a:r>
              <a:rPr lang="en-US" altLang="zh-CN" dirty="0"/>
              <a:t>Vector</a:t>
            </a:r>
            <a:r>
              <a:rPr lang="zh-CN" altLang="en-US" dirty="0"/>
              <a:t>）。</a:t>
            </a:r>
          </a:p>
          <a:p>
            <a:r>
              <a:rPr lang="zh-CN" altLang="en-US" dirty="0">
                <a:solidFill>
                  <a:srgbClr val="FF0000"/>
                </a:solidFill>
              </a:rPr>
              <a:t>二维数组 </a:t>
            </a:r>
            <a:r>
              <a:rPr lang="en-US" altLang="zh-CN" dirty="0"/>
              <a:t>A[m][n] </a:t>
            </a:r>
            <a:r>
              <a:rPr lang="zh-CN" altLang="en-US" dirty="0"/>
              <a:t>可看成是由 </a:t>
            </a:r>
            <a:r>
              <a:rPr lang="en-US" altLang="zh-CN" dirty="0"/>
              <a:t>m </a:t>
            </a:r>
            <a:r>
              <a:rPr lang="zh-CN" altLang="en-US" dirty="0"/>
              <a:t>个</a:t>
            </a:r>
            <a:r>
              <a:rPr lang="zh-CN" altLang="en-US" dirty="0">
                <a:solidFill>
                  <a:srgbClr val="0000FF"/>
                </a:solidFill>
              </a:rPr>
              <a:t>行向量</a:t>
            </a:r>
            <a:r>
              <a:rPr lang="zh-CN" altLang="en-US" dirty="0"/>
              <a:t>组成的向量，也可看成是由 </a:t>
            </a:r>
            <a:r>
              <a:rPr lang="en-US" altLang="zh-CN" dirty="0"/>
              <a:t>n </a:t>
            </a:r>
            <a:r>
              <a:rPr lang="zh-CN" altLang="en-US" dirty="0"/>
              <a:t>个</a:t>
            </a:r>
            <a:r>
              <a:rPr lang="zh-CN" altLang="en-US" dirty="0">
                <a:solidFill>
                  <a:srgbClr val="0000FF"/>
                </a:solidFill>
              </a:rPr>
              <a:t>列向量</a:t>
            </a:r>
            <a:r>
              <a:rPr lang="zh-CN" altLang="en-US" dirty="0"/>
              <a:t>组成的向量。</a:t>
            </a:r>
          </a:p>
          <a:p>
            <a:r>
              <a:rPr lang="zh-CN" altLang="en-US" dirty="0"/>
              <a:t>一个二维数组类型可以定义为</a:t>
            </a:r>
            <a:r>
              <a:rPr lang="zh-CN" altLang="en-US" dirty="0">
                <a:solidFill>
                  <a:srgbClr val="0000FF"/>
                </a:solidFill>
              </a:rPr>
              <a:t>其分量类型为一维数组类型的一维数组类型</a:t>
            </a:r>
            <a:r>
              <a:rPr lang="zh-CN" altLang="en-US" dirty="0"/>
              <a:t>：</a:t>
            </a:r>
            <a:endParaRPr lang="en-US" altLang="zh-CN" dirty="0"/>
          </a:p>
          <a:p>
            <a:pPr marL="0" indent="0">
              <a:buNone/>
            </a:pPr>
            <a:r>
              <a:rPr lang="en-US" altLang="zh-CN" dirty="0"/>
              <a:t>        typedef </a:t>
            </a:r>
            <a:r>
              <a:rPr lang="en-US" altLang="zh-CN" dirty="0" err="1"/>
              <a:t>ElemType</a:t>
            </a:r>
            <a:r>
              <a:rPr lang="en-US" altLang="zh-CN" dirty="0"/>
              <a:t> Array2[m][n];</a:t>
            </a:r>
            <a:endParaRPr lang="zh-CN" altLang="en-US" dirty="0"/>
          </a:p>
          <a:p>
            <a:pPr marL="0" indent="0">
              <a:buNone/>
            </a:pPr>
            <a:r>
              <a:rPr lang="zh-CN" altLang="en-US" dirty="0"/>
              <a:t>   等价于：</a:t>
            </a:r>
          </a:p>
          <a:p>
            <a:pPr marL="0" indent="0">
              <a:buNone/>
            </a:pPr>
            <a:r>
              <a:rPr lang="zh-CN" altLang="en-US" dirty="0"/>
              <a:t>        </a:t>
            </a:r>
            <a:r>
              <a:rPr lang="en-US" altLang="zh-CN" dirty="0"/>
              <a:t>typedef </a:t>
            </a:r>
            <a:r>
              <a:rPr lang="en-US" altLang="zh-CN" dirty="0" err="1"/>
              <a:t>ElemType</a:t>
            </a:r>
            <a:r>
              <a:rPr lang="en-US" altLang="zh-CN" dirty="0"/>
              <a:t> Array1[n];   </a:t>
            </a:r>
            <a:r>
              <a:rPr lang="en-US" altLang="zh-CN" dirty="0">
                <a:solidFill>
                  <a:srgbClr val="00B050"/>
                </a:solidFill>
              </a:rPr>
              <a:t>// </a:t>
            </a:r>
            <a:r>
              <a:rPr lang="zh-CN" altLang="en-US" dirty="0">
                <a:solidFill>
                  <a:srgbClr val="00B050"/>
                </a:solidFill>
              </a:rPr>
              <a:t>行向量类型</a:t>
            </a:r>
          </a:p>
          <a:p>
            <a:pPr marL="0" indent="0">
              <a:buNone/>
            </a:pPr>
            <a:r>
              <a:rPr lang="zh-CN" altLang="en-US" dirty="0"/>
              <a:t>         </a:t>
            </a:r>
            <a:r>
              <a:rPr lang="en-US" altLang="zh-CN" dirty="0"/>
              <a:t>typedef Array1 Array2[m];      </a:t>
            </a:r>
            <a:r>
              <a:rPr lang="en-US" altLang="zh-CN" dirty="0">
                <a:solidFill>
                  <a:srgbClr val="00B050"/>
                </a:solidFill>
              </a:rPr>
              <a:t>// </a:t>
            </a:r>
            <a:r>
              <a:rPr lang="zh-CN" altLang="en-US" dirty="0">
                <a:solidFill>
                  <a:srgbClr val="00B050"/>
                </a:solidFill>
              </a:rPr>
              <a:t>二维数组类型</a:t>
            </a:r>
          </a:p>
        </p:txBody>
      </p:sp>
    </p:spTree>
    <p:extLst>
      <p:ext uri="{BB962C8B-B14F-4D97-AF65-F5344CB8AC3E}">
        <p14:creationId xmlns:p14="http://schemas.microsoft.com/office/powerpoint/2010/main" val="2244732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F11B8-92BC-4612-83C3-25A0BB4D604B}"/>
              </a:ext>
            </a:extLst>
          </p:cNvPr>
          <p:cNvSpPr>
            <a:spLocks noGrp="1"/>
          </p:cNvSpPr>
          <p:nvPr>
            <p:ph type="title"/>
          </p:nvPr>
        </p:nvSpPr>
        <p:spPr/>
        <p:txBody>
          <a:bodyPr/>
          <a:lstStyle/>
          <a:p>
            <a:r>
              <a:rPr lang="zh-CN" altLang="en-US" dirty="0"/>
              <a:t>多维数组</a:t>
            </a:r>
          </a:p>
        </p:txBody>
      </p:sp>
      <p:sp>
        <p:nvSpPr>
          <p:cNvPr id="3" name="内容占位符 2">
            <a:extLst>
              <a:ext uri="{FF2B5EF4-FFF2-40B4-BE49-F238E27FC236}">
                <a16:creationId xmlns:a16="http://schemas.microsoft.com/office/drawing/2014/main" id="{A75DBD49-9F12-4C3E-8269-B37FCBF58BE9}"/>
              </a:ext>
            </a:extLst>
          </p:cNvPr>
          <p:cNvSpPr>
            <a:spLocks noGrp="1"/>
          </p:cNvSpPr>
          <p:nvPr>
            <p:ph idx="1"/>
          </p:nvPr>
        </p:nvSpPr>
        <p:spPr/>
        <p:txBody>
          <a:bodyPr/>
          <a:lstStyle/>
          <a:p>
            <a:r>
              <a:rPr lang="zh-CN" altLang="en-US" dirty="0"/>
              <a:t>同理，一个 </a:t>
            </a:r>
            <a:r>
              <a:rPr lang="en-US" altLang="zh-CN" dirty="0">
                <a:solidFill>
                  <a:srgbClr val="FF0000"/>
                </a:solidFill>
              </a:rPr>
              <a:t>n </a:t>
            </a:r>
            <a:r>
              <a:rPr lang="zh-CN" altLang="en-US" dirty="0">
                <a:solidFill>
                  <a:srgbClr val="FF0000"/>
                </a:solidFill>
              </a:rPr>
              <a:t>维数组</a:t>
            </a:r>
            <a:r>
              <a:rPr lang="zh-CN" altLang="en-US" dirty="0"/>
              <a:t>类型可以定义为其</a:t>
            </a:r>
            <a:r>
              <a:rPr lang="zh-CN" altLang="en-US" dirty="0">
                <a:solidFill>
                  <a:srgbClr val="0000FF"/>
                </a:solidFill>
              </a:rPr>
              <a:t>数据元素为 </a:t>
            </a:r>
            <a:r>
              <a:rPr lang="en-US" altLang="zh-CN" dirty="0">
                <a:solidFill>
                  <a:srgbClr val="0000FF"/>
                </a:solidFill>
              </a:rPr>
              <a:t>n-1 </a:t>
            </a:r>
            <a:r>
              <a:rPr lang="zh-CN" altLang="en-US" dirty="0">
                <a:solidFill>
                  <a:srgbClr val="0000FF"/>
                </a:solidFill>
              </a:rPr>
              <a:t>维数组类型的一维数组类型</a:t>
            </a:r>
            <a:r>
              <a:rPr lang="zh-CN" altLang="en-US" dirty="0"/>
              <a:t>。</a:t>
            </a:r>
          </a:p>
          <a:p>
            <a:r>
              <a:rPr lang="zh-CN" altLang="en-US" dirty="0">
                <a:latin typeface="楷体_GB2312" pitchFamily="49" charset="-122"/>
                <a:ea typeface="楷体_GB2312" pitchFamily="49" charset="-122"/>
              </a:rPr>
              <a:t>由于计算机的内存结构是一维的，用一维内存来表示多维数组，就必须按某种次序将数组元素排列到一个序列中，然后进行存放。</a:t>
            </a:r>
            <a:endParaRPr lang="en-US" altLang="zh-CN" dirty="0">
              <a:latin typeface="楷体_GB2312" pitchFamily="49" charset="-122"/>
              <a:ea typeface="楷体_GB2312" pitchFamily="49" charset="-122"/>
            </a:endParaRPr>
          </a:p>
          <a:p>
            <a:r>
              <a:rPr lang="zh-CN" altLang="en-US" dirty="0">
                <a:ea typeface="楷体_GB2312" pitchFamily="49" charset="-122"/>
              </a:rPr>
              <a:t>二维数组的两种存放方式：</a:t>
            </a:r>
            <a:endParaRPr lang="en-US" altLang="zh-CN" dirty="0">
              <a:ea typeface="楷体_GB2312" pitchFamily="49" charset="-122"/>
            </a:endParaRPr>
          </a:p>
          <a:p>
            <a:pPr lvl="1"/>
            <a:r>
              <a:rPr lang="zh-CN" altLang="en-US" dirty="0">
                <a:solidFill>
                  <a:srgbClr val="0000FF"/>
                </a:solidFill>
                <a:ea typeface="楷体_GB2312" pitchFamily="49" charset="-122"/>
              </a:rPr>
              <a:t>行优先存放（以行为主序）</a:t>
            </a:r>
            <a:r>
              <a:rPr lang="zh-CN" altLang="en-US" dirty="0">
                <a:ea typeface="楷体_GB2312" pitchFamily="49" charset="-122"/>
              </a:rPr>
              <a:t>：将数据元素按行向量排序，如</a:t>
            </a:r>
            <a:r>
              <a:rPr lang="en-US" altLang="zh-CN" dirty="0">
                <a:ea typeface="楷体_GB2312" pitchFamily="49" charset="-122"/>
              </a:rPr>
              <a:t>PASCAL</a:t>
            </a:r>
            <a:r>
              <a:rPr lang="zh-CN" altLang="en-US" dirty="0">
                <a:ea typeface="楷体_GB2312" pitchFamily="49" charset="-122"/>
              </a:rPr>
              <a:t>、</a:t>
            </a:r>
            <a:r>
              <a:rPr lang="en-US" altLang="zh-CN" dirty="0">
                <a:ea typeface="楷体_GB2312" pitchFamily="49" charset="-122"/>
              </a:rPr>
              <a:t>C</a:t>
            </a:r>
            <a:r>
              <a:rPr lang="zh-CN" altLang="en-US" dirty="0">
                <a:ea typeface="楷体_GB2312" pitchFamily="49" charset="-122"/>
              </a:rPr>
              <a:t>语言</a:t>
            </a:r>
            <a:endParaRPr lang="en-US" altLang="zh-CN" dirty="0">
              <a:ea typeface="楷体_GB2312" pitchFamily="49" charset="-122"/>
            </a:endParaRPr>
          </a:p>
          <a:p>
            <a:pPr lvl="1"/>
            <a:r>
              <a:rPr lang="zh-CN" altLang="en-US" dirty="0">
                <a:solidFill>
                  <a:srgbClr val="0000FF"/>
                </a:solidFill>
                <a:ea typeface="楷体_GB2312" pitchFamily="49" charset="-122"/>
              </a:rPr>
              <a:t>列优先存放（以列为主序）</a:t>
            </a:r>
            <a:r>
              <a:rPr lang="zh-CN" altLang="en-US" dirty="0">
                <a:ea typeface="楷体_GB2312" pitchFamily="49" charset="-122"/>
              </a:rPr>
              <a:t>：将数据元素按列向量排序，如</a:t>
            </a:r>
            <a:r>
              <a:rPr lang="en-US" altLang="zh-CN" dirty="0">
                <a:ea typeface="楷体_GB2312" pitchFamily="49" charset="-122"/>
              </a:rPr>
              <a:t>FORTRAN</a:t>
            </a:r>
            <a:r>
              <a:rPr lang="zh-CN" altLang="en-US" dirty="0">
                <a:ea typeface="楷体_GB2312" pitchFamily="49" charset="-122"/>
              </a:rPr>
              <a:t>语言</a:t>
            </a:r>
            <a:endParaRPr lang="zh-CN" altLang="en-US" dirty="0"/>
          </a:p>
        </p:txBody>
      </p:sp>
    </p:spTree>
    <p:extLst>
      <p:ext uri="{BB962C8B-B14F-4D97-AF65-F5344CB8AC3E}">
        <p14:creationId xmlns:p14="http://schemas.microsoft.com/office/powerpoint/2010/main" val="4230630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ChangeArrowheads="1"/>
          </p:cNvSpPr>
          <p:nvPr/>
        </p:nvSpPr>
        <p:spPr bwMode="auto">
          <a:xfrm>
            <a:off x="0" y="68263"/>
            <a:ext cx="7772400" cy="685800"/>
          </a:xfrm>
          <a:prstGeom prst="rect">
            <a:avLst/>
          </a:prstGeom>
          <a:noFill/>
          <a:ln w="9525">
            <a:noFill/>
            <a:miter lim="800000"/>
          </a:ln>
        </p:spPr>
        <p:txBody>
          <a:bodyPr/>
          <a:lstStyle/>
          <a:p>
            <a:pPr marL="742950" marR="0" lvl="1" indent="-285750" algn="l" defTabSz="914400" rtl="0" eaLnBrk="0" fontAlgn="base" latinLnBrk="0" hangingPunct="0">
              <a:lnSpc>
                <a:spcPct val="90000"/>
              </a:lnSpc>
              <a:spcBef>
                <a:spcPct val="20000"/>
              </a:spcBef>
              <a:spcAft>
                <a:spcPct val="0"/>
              </a:spcAft>
              <a:buClrTx/>
              <a:buSzTx/>
              <a:buFontTx/>
              <a:buNone/>
              <a:defRPr/>
            </a:pPr>
            <a:br>
              <a:rPr kumimoji="1" lang="en-US" altLang="zh-CN" sz="3700" b="1" i="0" u="none" strike="noStrike" kern="1200" cap="none" spc="0" normalizeH="0" baseline="0" noProof="0">
                <a:ln>
                  <a:noFill/>
                </a:ln>
                <a:solidFill>
                  <a:srgbClr val="CC0000"/>
                </a:solidFill>
                <a:effectLst>
                  <a:outerShdw blurRad="38100" dist="38100" dir="2700000" algn="tl">
                    <a:srgbClr val="C0C0C0"/>
                  </a:outerShdw>
                </a:effectLst>
                <a:uLnTx/>
                <a:uFillTx/>
                <a:latin typeface="+mn-lt"/>
                <a:ea typeface="+mn-ea"/>
                <a:cs typeface="+mn-ea"/>
                <a:sym typeface="+mn-lt"/>
              </a:rPr>
            </a:br>
            <a:endParaRPr kumimoji="1"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28" name="Text Box 3"/>
          <p:cNvSpPr txBox="1">
            <a:spLocks noChangeArrowheads="1"/>
          </p:cNvSpPr>
          <p:nvPr/>
        </p:nvSpPr>
        <p:spPr bwMode="auto">
          <a:xfrm>
            <a:off x="871538" y="12636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0" name="Text Box 5"/>
          <p:cNvSpPr txBox="1">
            <a:spLocks noChangeArrowheads="1"/>
          </p:cNvSpPr>
          <p:nvPr/>
        </p:nvSpPr>
        <p:spPr bwMode="auto">
          <a:xfrm>
            <a:off x="2266950" y="24828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1"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4" name="Rectangle 9"/>
          <p:cNvSpPr>
            <a:spLocks noChangeArrowheads="1"/>
          </p:cNvSpPr>
          <p:nvPr/>
        </p:nvSpPr>
        <p:spPr bwMode="auto">
          <a:xfrm>
            <a:off x="773113" y="182563"/>
            <a:ext cx="5180013"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二维数组的</a:t>
            </a:r>
            <a:r>
              <a:rPr lang="zh-CN" altLang="en-US" sz="2800" b="0" dirty="0">
                <a:solidFill>
                  <a:schemeClr val="bg1"/>
                </a:solidFill>
                <a:latin typeface="+mn-lt"/>
                <a:ea typeface="+mn-ea"/>
                <a:cs typeface="+mn-ea"/>
                <a:sym typeface="+mn-lt"/>
              </a:rPr>
              <a:t>顺序存储</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表示</a:t>
            </a:r>
          </a:p>
        </p:txBody>
      </p:sp>
      <p:graphicFrame>
        <p:nvGraphicFramePr>
          <p:cNvPr id="13" name="Object 7">
            <a:extLst>
              <a:ext uri="{FF2B5EF4-FFF2-40B4-BE49-F238E27FC236}">
                <a16:creationId xmlns:a16="http://schemas.microsoft.com/office/drawing/2014/main" id="{9623B742-59EA-4C40-9238-E6E13DB62159}"/>
              </a:ext>
            </a:extLst>
          </p:cNvPr>
          <p:cNvGraphicFramePr>
            <a:graphicFrameLocks noChangeAspect="1"/>
          </p:cNvGraphicFramePr>
          <p:nvPr>
            <p:extLst>
              <p:ext uri="{D42A27DB-BD31-4B8C-83A1-F6EECF244321}">
                <p14:modId xmlns:p14="http://schemas.microsoft.com/office/powerpoint/2010/main" val="1612444879"/>
              </p:ext>
            </p:extLst>
          </p:nvPr>
        </p:nvGraphicFramePr>
        <p:xfrm>
          <a:off x="224960" y="954895"/>
          <a:ext cx="8717688" cy="3122178"/>
        </p:xfrm>
        <a:graphic>
          <a:graphicData uri="http://schemas.openxmlformats.org/presentationml/2006/ole">
            <mc:AlternateContent xmlns:mc="http://schemas.openxmlformats.org/markup-compatibility/2006">
              <mc:Choice xmlns:v="urn:schemas-microsoft-com:vml" Requires="v">
                <p:oleObj spid="_x0000_s9318" name="公式" r:id="rId3" imgW="3149280" imgH="1143000" progId="Equation.3">
                  <p:embed/>
                </p:oleObj>
              </mc:Choice>
              <mc:Fallback>
                <p:oleObj name="公式" r:id="rId3" imgW="3149280" imgH="1143000" progId="Equation.3">
                  <p:embed/>
                  <p:pic>
                    <p:nvPicPr>
                      <p:cNvPr id="444423" name="Object 7">
                        <a:extLst>
                          <a:ext uri="{FF2B5EF4-FFF2-40B4-BE49-F238E27FC236}">
                            <a16:creationId xmlns:a16="http://schemas.microsoft.com/office/drawing/2014/main" id="{33E07F89-0579-4BC3-A5E4-F4B3B56E57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960" y="954895"/>
                        <a:ext cx="8717688" cy="3122178"/>
                      </a:xfrm>
                      <a:prstGeom prst="rect">
                        <a:avLst/>
                      </a:prstGeom>
                      <a:noFill/>
                      <a:ln>
                        <a:noFill/>
                      </a:ln>
                      <a:effectLst/>
                    </p:spPr>
                  </p:pic>
                </p:oleObj>
              </mc:Fallback>
            </mc:AlternateContent>
          </a:graphicData>
        </a:graphic>
      </p:graphicFrame>
      <p:sp>
        <p:nvSpPr>
          <p:cNvPr id="14" name="Text Box 8">
            <a:extLst>
              <a:ext uri="{FF2B5EF4-FFF2-40B4-BE49-F238E27FC236}">
                <a16:creationId xmlns:a16="http://schemas.microsoft.com/office/drawing/2014/main" id="{8B2585BE-E785-46AA-B3FD-A667EF6E4DD0}"/>
              </a:ext>
            </a:extLst>
          </p:cNvPr>
          <p:cNvSpPr txBox="1">
            <a:spLocks noChangeArrowheads="1"/>
          </p:cNvSpPr>
          <p:nvPr/>
        </p:nvSpPr>
        <p:spPr bwMode="auto">
          <a:xfrm>
            <a:off x="224960" y="4205277"/>
            <a:ext cx="8717688" cy="2600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nSpc>
                <a:spcPct val="150000"/>
              </a:lnSpc>
              <a:spcBef>
                <a:spcPts val="0"/>
              </a:spcBef>
              <a:buClr>
                <a:schemeClr val="tx1"/>
              </a:buClr>
              <a:buSzPct val="70000"/>
              <a:buFont typeface="Wingdings" panose="05000000000000000000" pitchFamily="2" charset="2"/>
              <a:buChar char="n"/>
            </a:pPr>
            <a:r>
              <a:rPr kumimoji="1" lang="zh-CN" altLang="en-US" sz="2800" b="0" dirty="0">
                <a:solidFill>
                  <a:srgbClr val="FF0000"/>
                </a:solidFill>
                <a:latin typeface="+mn-ea"/>
                <a:ea typeface="+mn-ea"/>
              </a:rPr>
              <a:t>行优先存放</a:t>
            </a:r>
            <a:r>
              <a:rPr kumimoji="1" lang="zh-CN" altLang="en-US" sz="2800" b="0" dirty="0">
                <a:solidFill>
                  <a:schemeClr val="tx2"/>
                </a:solidFill>
                <a:latin typeface="+mn-ea"/>
                <a:ea typeface="+mn-ea"/>
              </a:rPr>
              <a:t>：</a:t>
            </a:r>
          </a:p>
          <a:p>
            <a:pPr marL="0" indent="0">
              <a:lnSpc>
                <a:spcPct val="150000"/>
              </a:lnSpc>
              <a:spcBef>
                <a:spcPts val="0"/>
              </a:spcBef>
            </a:pPr>
            <a:r>
              <a:rPr kumimoji="1" lang="zh-CN" altLang="en-US" sz="2800" b="0" dirty="0">
                <a:latin typeface="+mn-ea"/>
                <a:ea typeface="+mn-ea"/>
              </a:rPr>
              <a:t>设数组开始存放位置</a:t>
            </a:r>
            <a:r>
              <a:rPr kumimoji="1" lang="zh-CN" altLang="en-US" sz="2800" b="0" dirty="0">
                <a:latin typeface="Times New Roman" panose="02020603050405020304" pitchFamily="18" charset="0"/>
                <a:ea typeface="仿宋_GB2312" pitchFamily="49" charset="-122"/>
              </a:rPr>
              <a:t> </a:t>
            </a:r>
            <a:r>
              <a:rPr kumimoji="1" lang="en-US" altLang="zh-CN" sz="2800" b="0" dirty="0">
                <a:latin typeface="Times New Roman" panose="02020603050405020304" pitchFamily="18" charset="0"/>
                <a:ea typeface="仿宋_GB2312" pitchFamily="49" charset="-122"/>
              </a:rPr>
              <a:t>LOC(0, 0) = </a:t>
            </a:r>
            <a:r>
              <a:rPr kumimoji="1" lang="en-US" altLang="zh-CN" sz="2800" b="0" i="1" dirty="0">
                <a:latin typeface="Times New Roman" panose="02020603050405020304" pitchFamily="18" charset="0"/>
                <a:ea typeface="仿宋_GB2312" pitchFamily="49" charset="-122"/>
              </a:rPr>
              <a:t>a</a:t>
            </a:r>
            <a:r>
              <a:rPr kumimoji="1" lang="en-US" altLang="zh-CN" sz="2800" b="0" dirty="0">
                <a:latin typeface="+mn-ea"/>
                <a:ea typeface="+mn-ea"/>
              </a:rPr>
              <a:t>,  </a:t>
            </a:r>
            <a:r>
              <a:rPr kumimoji="1" lang="zh-CN" altLang="en-US" sz="2800" b="0" dirty="0">
                <a:latin typeface="+mn-ea"/>
                <a:ea typeface="+mn-ea"/>
              </a:rPr>
              <a:t>每个元素占用</a:t>
            </a:r>
            <a:r>
              <a:rPr kumimoji="1" lang="zh-CN" altLang="en-US" sz="2800" b="0" dirty="0">
                <a:latin typeface="Times New Roman" panose="02020603050405020304" pitchFamily="18" charset="0"/>
                <a:ea typeface="仿宋_GB2312" pitchFamily="49" charset="-122"/>
              </a:rPr>
              <a:t> </a:t>
            </a:r>
            <a:r>
              <a:rPr kumimoji="1" lang="en-US" altLang="zh-CN" sz="2800" b="0" i="1" dirty="0">
                <a:latin typeface="Times New Roman" panose="02020603050405020304" pitchFamily="18" charset="0"/>
                <a:ea typeface="仿宋_GB2312" pitchFamily="49" charset="-122"/>
              </a:rPr>
              <a:t>l</a:t>
            </a:r>
            <a:r>
              <a:rPr kumimoji="1" lang="en-US" altLang="zh-CN" sz="2800" b="0" dirty="0">
                <a:latin typeface="Times New Roman" panose="02020603050405020304" pitchFamily="18" charset="0"/>
                <a:ea typeface="仿宋_GB2312" pitchFamily="49" charset="-122"/>
              </a:rPr>
              <a:t> </a:t>
            </a:r>
            <a:r>
              <a:rPr kumimoji="1" lang="zh-CN" altLang="zh-CN" sz="2800" b="0" dirty="0">
                <a:latin typeface="+mn-ea"/>
                <a:ea typeface="+mn-ea"/>
              </a:rPr>
              <a:t>个存储单</a:t>
            </a:r>
            <a:r>
              <a:rPr kumimoji="1" lang="zh-CN" altLang="en-US" sz="2800" b="0" dirty="0">
                <a:latin typeface="+mn-ea"/>
                <a:ea typeface="+mn-ea"/>
              </a:rPr>
              <a:t>元</a:t>
            </a:r>
            <a:endParaRPr kumimoji="1" lang="en-US" altLang="zh-CN" sz="2800" b="0" dirty="0">
              <a:latin typeface="+mn-ea"/>
              <a:ea typeface="+mn-ea"/>
            </a:endParaRPr>
          </a:p>
          <a:p>
            <a:pPr algn="ctr">
              <a:lnSpc>
                <a:spcPct val="150000"/>
              </a:lnSpc>
              <a:spcBef>
                <a:spcPts val="0"/>
              </a:spcBef>
            </a:pPr>
            <a:r>
              <a:rPr kumimoji="1" lang="en-US" altLang="zh-CN" sz="2800" dirty="0">
                <a:solidFill>
                  <a:srgbClr val="FF0000"/>
                </a:solidFill>
                <a:latin typeface="Times New Roman" panose="02020603050405020304" pitchFamily="18" charset="0"/>
                <a:ea typeface="楷体_GB2312" pitchFamily="49" charset="-122"/>
              </a:rPr>
              <a:t>LOC ( </a:t>
            </a:r>
            <a:r>
              <a:rPr kumimoji="1" lang="en-US" altLang="zh-CN" sz="2800" i="1" dirty="0">
                <a:solidFill>
                  <a:srgbClr val="FF0000"/>
                </a:solidFill>
                <a:latin typeface="Times New Roman" panose="02020603050405020304" pitchFamily="18" charset="0"/>
                <a:ea typeface="楷体_GB2312" pitchFamily="49" charset="-122"/>
              </a:rPr>
              <a:t>j</a:t>
            </a:r>
            <a:r>
              <a:rPr kumimoji="1" lang="en-US" altLang="zh-CN" sz="2800" dirty="0">
                <a:solidFill>
                  <a:srgbClr val="FF0000"/>
                </a:solidFill>
                <a:latin typeface="Times New Roman" panose="02020603050405020304" pitchFamily="18" charset="0"/>
                <a:ea typeface="楷体_GB2312" pitchFamily="49" charset="-122"/>
              </a:rPr>
              <a:t>, </a:t>
            </a:r>
            <a:r>
              <a:rPr kumimoji="1" lang="en-US" altLang="zh-CN" sz="2800" i="1" dirty="0">
                <a:solidFill>
                  <a:srgbClr val="FF0000"/>
                </a:solidFill>
                <a:latin typeface="Times New Roman" panose="02020603050405020304" pitchFamily="18" charset="0"/>
                <a:ea typeface="楷体_GB2312" pitchFamily="49" charset="-122"/>
              </a:rPr>
              <a:t>k</a:t>
            </a:r>
            <a:r>
              <a:rPr kumimoji="1" lang="en-US" altLang="zh-CN" sz="2800" dirty="0">
                <a:solidFill>
                  <a:srgbClr val="FF0000"/>
                </a:solidFill>
                <a:latin typeface="Times New Roman" panose="02020603050405020304" pitchFamily="18" charset="0"/>
                <a:ea typeface="楷体_GB2312" pitchFamily="49" charset="-122"/>
              </a:rPr>
              <a:t> ) = </a:t>
            </a:r>
            <a:r>
              <a:rPr kumimoji="1" lang="en-US" altLang="zh-CN" sz="2800" i="1" dirty="0">
                <a:solidFill>
                  <a:srgbClr val="FF0000"/>
                </a:solidFill>
                <a:latin typeface="Times New Roman" panose="02020603050405020304" pitchFamily="18" charset="0"/>
                <a:ea typeface="楷体_GB2312" pitchFamily="49" charset="-122"/>
              </a:rPr>
              <a:t>a</a:t>
            </a:r>
            <a:r>
              <a:rPr kumimoji="1" lang="en-US" altLang="zh-CN" sz="2800" dirty="0">
                <a:solidFill>
                  <a:srgbClr val="FF0000"/>
                </a:solidFill>
                <a:latin typeface="Times New Roman" panose="02020603050405020304" pitchFamily="18" charset="0"/>
                <a:ea typeface="楷体_GB2312" pitchFamily="49" charset="-122"/>
              </a:rPr>
              <a:t> + (</a:t>
            </a:r>
            <a:r>
              <a:rPr kumimoji="1" lang="en-US" altLang="zh-CN" sz="2800" dirty="0">
                <a:solidFill>
                  <a:srgbClr val="0000FF"/>
                </a:solidFill>
                <a:latin typeface="Times New Roman" panose="02020603050405020304" pitchFamily="18" charset="0"/>
                <a:ea typeface="楷体_GB2312" pitchFamily="49" charset="-122"/>
              </a:rPr>
              <a:t> </a:t>
            </a:r>
            <a:r>
              <a:rPr kumimoji="1" lang="en-US" altLang="zh-CN" sz="2800" i="1" dirty="0">
                <a:solidFill>
                  <a:srgbClr val="0000FF"/>
                </a:solidFill>
                <a:latin typeface="Times New Roman" panose="02020603050405020304" pitchFamily="18" charset="0"/>
                <a:ea typeface="楷体_GB2312" pitchFamily="49" charset="-122"/>
              </a:rPr>
              <a:t>j</a:t>
            </a:r>
            <a:r>
              <a:rPr kumimoji="1" lang="en-US" altLang="zh-CN" sz="2800" dirty="0">
                <a:solidFill>
                  <a:srgbClr val="0000FF"/>
                </a:solidFill>
                <a:latin typeface="Times New Roman" panose="02020603050405020304" pitchFamily="18" charset="0"/>
                <a:ea typeface="楷体_GB2312" pitchFamily="49" charset="-122"/>
              </a:rPr>
              <a:t> </a:t>
            </a:r>
            <a:r>
              <a:rPr kumimoji="1" lang="en-US" altLang="zh-CN" sz="2800" dirty="0">
                <a:solidFill>
                  <a:srgbClr val="FF0000"/>
                </a:solidFill>
                <a:latin typeface="Times New Roman" panose="02020603050405020304" pitchFamily="18" charset="0"/>
                <a:ea typeface="楷体_GB2312" pitchFamily="49" charset="-122"/>
              </a:rPr>
              <a:t>* </a:t>
            </a:r>
            <a:r>
              <a:rPr kumimoji="1" lang="en-US" altLang="zh-CN" sz="2800" i="1" dirty="0">
                <a:solidFill>
                  <a:srgbClr val="FF0000"/>
                </a:solidFill>
                <a:latin typeface="Times New Roman" panose="02020603050405020304" pitchFamily="18" charset="0"/>
                <a:ea typeface="楷体_GB2312" pitchFamily="49" charset="-122"/>
              </a:rPr>
              <a:t>m</a:t>
            </a:r>
            <a:r>
              <a:rPr kumimoji="1" lang="en-US" altLang="zh-CN" sz="2800" dirty="0">
                <a:solidFill>
                  <a:srgbClr val="FF0000"/>
                </a:solidFill>
                <a:latin typeface="Times New Roman" panose="02020603050405020304" pitchFamily="18" charset="0"/>
                <a:ea typeface="楷体_GB2312" pitchFamily="49" charset="-122"/>
              </a:rPr>
              <a:t> + </a:t>
            </a:r>
            <a:r>
              <a:rPr kumimoji="1" lang="en-US" altLang="zh-CN" sz="2800" i="1" dirty="0">
                <a:solidFill>
                  <a:srgbClr val="0000FF"/>
                </a:solidFill>
                <a:latin typeface="Times New Roman" panose="02020603050405020304" pitchFamily="18" charset="0"/>
                <a:ea typeface="楷体_GB2312" pitchFamily="49" charset="-122"/>
              </a:rPr>
              <a:t>k</a:t>
            </a:r>
            <a:r>
              <a:rPr kumimoji="1" lang="en-US" altLang="zh-CN" sz="2800" dirty="0">
                <a:solidFill>
                  <a:srgbClr val="FF0000"/>
                </a:solidFill>
                <a:latin typeface="Times New Roman" panose="02020603050405020304" pitchFamily="18" charset="0"/>
                <a:ea typeface="楷体_GB2312" pitchFamily="49" charset="-122"/>
              </a:rPr>
              <a:t> ) * </a:t>
            </a:r>
            <a:r>
              <a:rPr kumimoji="1" lang="en-US" altLang="zh-CN" sz="2800" i="1" dirty="0">
                <a:solidFill>
                  <a:srgbClr val="FF0000"/>
                </a:solidFill>
                <a:latin typeface="Times New Roman" panose="02020603050405020304" pitchFamily="18" charset="0"/>
                <a:ea typeface="楷体_GB2312" pitchFamily="49" charset="-122"/>
              </a:rPr>
              <a:t>l</a:t>
            </a:r>
            <a:endParaRPr kumimoji="1" lang="en-US" altLang="zh-CN" sz="2800" dirty="0">
              <a:solidFill>
                <a:srgbClr val="FF0000"/>
              </a:solidFill>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30FD28-702A-481D-A7E7-A24F29D4BD22}"/>
              </a:ext>
            </a:extLst>
          </p:cNvPr>
          <p:cNvSpPr>
            <a:spLocks noGrp="1"/>
          </p:cNvSpPr>
          <p:nvPr>
            <p:ph type="title"/>
          </p:nvPr>
        </p:nvSpPr>
        <p:spPr/>
        <p:txBody>
          <a:bodyPr/>
          <a:lstStyle/>
          <a:p>
            <a:r>
              <a:rPr lang="zh-CN" altLang="en-US" dirty="0"/>
              <a:t>二维数组的顺序存储表示</a:t>
            </a:r>
          </a:p>
        </p:txBody>
      </p:sp>
      <p:sp>
        <p:nvSpPr>
          <p:cNvPr id="4" name="Text Box 3">
            <a:extLst>
              <a:ext uri="{FF2B5EF4-FFF2-40B4-BE49-F238E27FC236}">
                <a16:creationId xmlns:a16="http://schemas.microsoft.com/office/drawing/2014/main" id="{B46371B2-6549-4376-A568-E804042181EE}"/>
              </a:ext>
            </a:extLst>
          </p:cNvPr>
          <p:cNvSpPr txBox="1">
            <a:spLocks noChangeArrowheads="1"/>
          </p:cNvSpPr>
          <p:nvPr/>
        </p:nvSpPr>
        <p:spPr bwMode="auto">
          <a:xfrm>
            <a:off x="890588" y="935038"/>
            <a:ext cx="184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endParaRPr kumimoji="1" lang="zh-CN" altLang="zh-CN" sz="2400">
              <a:latin typeface="Times New Roman" panose="02020603050405020304" pitchFamily="18" charset="0"/>
            </a:endParaRPr>
          </a:p>
        </p:txBody>
      </p:sp>
      <p:sp>
        <p:nvSpPr>
          <p:cNvPr id="5" name="Text Box 4">
            <a:extLst>
              <a:ext uri="{FF2B5EF4-FFF2-40B4-BE49-F238E27FC236}">
                <a16:creationId xmlns:a16="http://schemas.microsoft.com/office/drawing/2014/main" id="{9DED3F0E-40F5-4B41-8A82-67414E6EC061}"/>
              </a:ext>
            </a:extLst>
          </p:cNvPr>
          <p:cNvSpPr txBox="1">
            <a:spLocks noChangeArrowheads="1"/>
          </p:cNvSpPr>
          <p:nvPr/>
        </p:nvSpPr>
        <p:spPr bwMode="auto">
          <a:xfrm>
            <a:off x="1485900" y="1327150"/>
            <a:ext cx="8001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endParaRPr kumimoji="1" lang="en-US" altLang="zh-CN" sz="2000">
              <a:latin typeface="Times New Roman" panose="02020603050405020304" pitchFamily="18" charset="0"/>
            </a:endParaRPr>
          </a:p>
          <a:p>
            <a:endParaRPr kumimoji="1" lang="en-US" altLang="zh-CN" sz="2400">
              <a:latin typeface="Times New Roman" panose="02020603050405020304" pitchFamily="18" charset="0"/>
            </a:endParaRPr>
          </a:p>
        </p:txBody>
      </p:sp>
      <p:sp>
        <p:nvSpPr>
          <p:cNvPr id="6" name="Text Box 5">
            <a:extLst>
              <a:ext uri="{FF2B5EF4-FFF2-40B4-BE49-F238E27FC236}">
                <a16:creationId xmlns:a16="http://schemas.microsoft.com/office/drawing/2014/main" id="{3A02A7D1-90BB-4AC8-8478-D0B08969927E}"/>
              </a:ext>
            </a:extLst>
          </p:cNvPr>
          <p:cNvSpPr txBox="1">
            <a:spLocks noChangeArrowheads="1"/>
          </p:cNvSpPr>
          <p:nvPr/>
        </p:nvSpPr>
        <p:spPr bwMode="auto">
          <a:xfrm>
            <a:off x="2286000" y="1965325"/>
            <a:ext cx="18415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endParaRPr kumimoji="1" lang="zh-CN" altLang="zh-CN" i="1">
              <a:latin typeface="Times New Roman" panose="02020603050405020304" pitchFamily="18" charset="0"/>
            </a:endParaRPr>
          </a:p>
        </p:txBody>
      </p:sp>
      <p:graphicFrame>
        <p:nvGraphicFramePr>
          <p:cNvPr id="7" name="Object 7">
            <a:extLst>
              <a:ext uri="{FF2B5EF4-FFF2-40B4-BE49-F238E27FC236}">
                <a16:creationId xmlns:a16="http://schemas.microsoft.com/office/drawing/2014/main" id="{A7A455EF-51E6-42E7-BBE2-1CA02C1466BB}"/>
              </a:ext>
            </a:extLst>
          </p:cNvPr>
          <p:cNvGraphicFramePr>
            <a:graphicFrameLocks noChangeAspect="1"/>
          </p:cNvGraphicFramePr>
          <p:nvPr>
            <p:extLst>
              <p:ext uri="{D42A27DB-BD31-4B8C-83A1-F6EECF244321}">
                <p14:modId xmlns:p14="http://schemas.microsoft.com/office/powerpoint/2010/main" val="3939803522"/>
              </p:ext>
            </p:extLst>
          </p:nvPr>
        </p:nvGraphicFramePr>
        <p:xfrm>
          <a:off x="261539" y="935038"/>
          <a:ext cx="8692929" cy="3140757"/>
        </p:xfrm>
        <a:graphic>
          <a:graphicData uri="http://schemas.openxmlformats.org/presentationml/2006/ole">
            <mc:AlternateContent xmlns:mc="http://schemas.openxmlformats.org/markup-compatibility/2006">
              <mc:Choice xmlns:v="urn:schemas-microsoft-com:vml" Requires="v">
                <p:oleObj spid="_x0000_s14433" name="公式" r:id="rId3" imgW="3149280" imgH="1143000" progId="Equation.3">
                  <p:embed/>
                </p:oleObj>
              </mc:Choice>
              <mc:Fallback>
                <p:oleObj name="公式" r:id="rId3" imgW="3149280" imgH="1143000" progId="Equation.3">
                  <p:embed/>
                  <p:pic>
                    <p:nvPicPr>
                      <p:cNvPr id="537607" name="Object 7">
                        <a:extLst>
                          <a:ext uri="{FF2B5EF4-FFF2-40B4-BE49-F238E27FC236}">
                            <a16:creationId xmlns:a16="http://schemas.microsoft.com/office/drawing/2014/main" id="{EBBF75E7-6AEB-45E4-98A1-908AF51605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539" y="935038"/>
                        <a:ext cx="8692929" cy="3140757"/>
                      </a:xfrm>
                      <a:prstGeom prst="rect">
                        <a:avLst/>
                      </a:prstGeom>
                      <a:noFill/>
                      <a:ln>
                        <a:noFill/>
                      </a:ln>
                      <a:effectLst/>
                    </p:spPr>
                  </p:pic>
                </p:oleObj>
              </mc:Fallback>
            </mc:AlternateContent>
          </a:graphicData>
        </a:graphic>
      </p:graphicFrame>
      <p:sp>
        <p:nvSpPr>
          <p:cNvPr id="8" name="Text Box 8">
            <a:extLst>
              <a:ext uri="{FF2B5EF4-FFF2-40B4-BE49-F238E27FC236}">
                <a16:creationId xmlns:a16="http://schemas.microsoft.com/office/drawing/2014/main" id="{55F08C4B-859D-4D03-8302-BB482E8F2834}"/>
              </a:ext>
            </a:extLst>
          </p:cNvPr>
          <p:cNvSpPr txBox="1">
            <a:spLocks noChangeArrowheads="1"/>
          </p:cNvSpPr>
          <p:nvPr/>
        </p:nvSpPr>
        <p:spPr bwMode="auto">
          <a:xfrm>
            <a:off x="288055" y="4170065"/>
            <a:ext cx="8639895" cy="2600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nSpc>
                <a:spcPct val="150000"/>
              </a:lnSpc>
              <a:spcBef>
                <a:spcPts val="0"/>
              </a:spcBef>
              <a:spcAft>
                <a:spcPts val="0"/>
              </a:spcAft>
              <a:buClr>
                <a:schemeClr val="tx1"/>
              </a:buClr>
              <a:buSzPct val="70000"/>
              <a:buFont typeface="Wingdings" panose="05000000000000000000" pitchFamily="2" charset="2"/>
              <a:buChar char="n"/>
            </a:pPr>
            <a:r>
              <a:rPr kumimoji="1" lang="zh-CN" altLang="en-US" sz="2800" b="0" dirty="0">
                <a:solidFill>
                  <a:srgbClr val="FF0000"/>
                </a:solidFill>
                <a:latin typeface="+mn-ea"/>
                <a:ea typeface="+mn-ea"/>
              </a:rPr>
              <a:t>列优先存放</a:t>
            </a:r>
            <a:r>
              <a:rPr kumimoji="1" lang="zh-CN" altLang="en-US" sz="2800" b="0" dirty="0">
                <a:latin typeface="+mn-ea"/>
                <a:ea typeface="+mn-ea"/>
              </a:rPr>
              <a:t>：</a:t>
            </a:r>
          </a:p>
          <a:p>
            <a:pPr marL="0" indent="0">
              <a:lnSpc>
                <a:spcPct val="150000"/>
              </a:lnSpc>
              <a:spcBef>
                <a:spcPts val="0"/>
              </a:spcBef>
              <a:spcAft>
                <a:spcPts val="0"/>
              </a:spcAft>
            </a:pPr>
            <a:r>
              <a:rPr kumimoji="1" lang="zh-CN" altLang="en-US" sz="2800" b="0" dirty="0">
                <a:latin typeface="+mn-ea"/>
                <a:ea typeface="+mn-ea"/>
              </a:rPr>
              <a:t>设数组开始存放位置 </a:t>
            </a:r>
            <a:r>
              <a:rPr kumimoji="1" lang="en-US" altLang="zh-CN" sz="2800" b="0" dirty="0">
                <a:latin typeface="Times New Roman" panose="02020603050405020304" pitchFamily="18" charset="0"/>
                <a:ea typeface="仿宋_GB2312" pitchFamily="49" charset="-122"/>
              </a:rPr>
              <a:t>LOC(0, 0) = </a:t>
            </a:r>
            <a:r>
              <a:rPr kumimoji="1" lang="en-US" altLang="zh-CN" sz="2800" b="0" i="1" dirty="0">
                <a:latin typeface="Times New Roman" panose="02020603050405020304" pitchFamily="18" charset="0"/>
                <a:ea typeface="仿宋_GB2312" pitchFamily="49" charset="-122"/>
              </a:rPr>
              <a:t>a</a:t>
            </a:r>
            <a:r>
              <a:rPr kumimoji="1" lang="en-US" altLang="zh-CN" sz="2800" b="0" dirty="0">
                <a:latin typeface="+mn-ea"/>
                <a:ea typeface="+mn-ea"/>
              </a:rPr>
              <a:t>,  </a:t>
            </a:r>
            <a:r>
              <a:rPr kumimoji="1" lang="zh-CN" altLang="en-US" sz="2800" b="0" dirty="0">
                <a:latin typeface="+mn-ea"/>
                <a:ea typeface="+mn-ea"/>
              </a:rPr>
              <a:t>每个元素占用 </a:t>
            </a:r>
            <a:r>
              <a:rPr kumimoji="1" lang="en-US" altLang="zh-CN" sz="2800" b="0" i="1" dirty="0">
                <a:latin typeface="Times New Roman" panose="02020603050405020304" pitchFamily="18" charset="0"/>
                <a:ea typeface="仿宋_GB2312" pitchFamily="49" charset="-122"/>
              </a:rPr>
              <a:t>l</a:t>
            </a:r>
            <a:r>
              <a:rPr kumimoji="1" lang="en-US" altLang="zh-CN" sz="2800" b="0" dirty="0">
                <a:latin typeface="Times New Roman" panose="02020603050405020304" pitchFamily="18" charset="0"/>
                <a:ea typeface="仿宋_GB2312" pitchFamily="49" charset="-122"/>
              </a:rPr>
              <a:t> </a:t>
            </a:r>
            <a:r>
              <a:rPr kumimoji="1" lang="zh-CN" altLang="zh-CN" sz="2800" b="0" dirty="0">
                <a:latin typeface="+mn-ea"/>
                <a:ea typeface="+mn-ea"/>
              </a:rPr>
              <a:t>个存储单元</a:t>
            </a:r>
            <a:endParaRPr kumimoji="1" lang="zh-CN" altLang="en-US" sz="2800" b="0" dirty="0">
              <a:latin typeface="+mn-ea"/>
              <a:ea typeface="+mn-ea"/>
            </a:endParaRPr>
          </a:p>
          <a:p>
            <a:pPr algn="ctr">
              <a:lnSpc>
                <a:spcPct val="150000"/>
              </a:lnSpc>
              <a:spcBef>
                <a:spcPts val="0"/>
              </a:spcBef>
              <a:spcAft>
                <a:spcPts val="0"/>
              </a:spcAft>
            </a:pPr>
            <a:r>
              <a:rPr kumimoji="1" lang="en-US" altLang="zh-CN" sz="2800" dirty="0">
                <a:solidFill>
                  <a:srgbClr val="FF0000"/>
                </a:solidFill>
                <a:latin typeface="Times New Roman" panose="02020603050405020304" pitchFamily="18" charset="0"/>
                <a:ea typeface="仿宋_GB2312" pitchFamily="49" charset="-122"/>
              </a:rPr>
              <a:t>LOC ( </a:t>
            </a:r>
            <a:r>
              <a:rPr kumimoji="1" lang="en-US" altLang="zh-CN" sz="2800" i="1" dirty="0">
                <a:solidFill>
                  <a:srgbClr val="FF0000"/>
                </a:solidFill>
                <a:latin typeface="Times New Roman" panose="02020603050405020304" pitchFamily="18" charset="0"/>
                <a:ea typeface="仿宋_GB2312" pitchFamily="49" charset="-122"/>
              </a:rPr>
              <a:t>j</a:t>
            </a:r>
            <a:r>
              <a:rPr kumimoji="1" lang="en-US" altLang="zh-CN" sz="2800" dirty="0">
                <a:solidFill>
                  <a:srgbClr val="FF0000"/>
                </a:solidFill>
                <a:latin typeface="Times New Roman" panose="02020603050405020304" pitchFamily="18" charset="0"/>
                <a:ea typeface="仿宋_GB2312" pitchFamily="49" charset="-122"/>
              </a:rPr>
              <a:t>, </a:t>
            </a:r>
            <a:r>
              <a:rPr kumimoji="1" lang="en-US" altLang="zh-CN" sz="2800" i="1" dirty="0">
                <a:solidFill>
                  <a:srgbClr val="FF0000"/>
                </a:solidFill>
                <a:latin typeface="Times New Roman" panose="02020603050405020304" pitchFamily="18" charset="0"/>
                <a:ea typeface="仿宋_GB2312" pitchFamily="49" charset="-122"/>
              </a:rPr>
              <a:t>k</a:t>
            </a:r>
            <a:r>
              <a:rPr kumimoji="1" lang="en-US" altLang="zh-CN" sz="2800" dirty="0">
                <a:solidFill>
                  <a:srgbClr val="FF0000"/>
                </a:solidFill>
                <a:latin typeface="Times New Roman" panose="02020603050405020304" pitchFamily="18" charset="0"/>
                <a:ea typeface="仿宋_GB2312" pitchFamily="49" charset="-122"/>
              </a:rPr>
              <a:t> ) = </a:t>
            </a:r>
            <a:r>
              <a:rPr kumimoji="1" lang="en-US" altLang="zh-CN" sz="2800" i="1" dirty="0">
                <a:solidFill>
                  <a:srgbClr val="FF0000"/>
                </a:solidFill>
                <a:latin typeface="Times New Roman" panose="02020603050405020304" pitchFamily="18" charset="0"/>
                <a:ea typeface="仿宋_GB2312" pitchFamily="49" charset="-122"/>
              </a:rPr>
              <a:t>a</a:t>
            </a:r>
            <a:r>
              <a:rPr kumimoji="1" lang="en-US" altLang="zh-CN" sz="2800" dirty="0">
                <a:solidFill>
                  <a:srgbClr val="FF0000"/>
                </a:solidFill>
                <a:latin typeface="Times New Roman" panose="02020603050405020304" pitchFamily="18" charset="0"/>
                <a:ea typeface="仿宋_GB2312" pitchFamily="49" charset="-122"/>
              </a:rPr>
              <a:t> + ( </a:t>
            </a:r>
            <a:r>
              <a:rPr kumimoji="1" lang="en-US" altLang="zh-CN" sz="2800" i="1" dirty="0">
                <a:solidFill>
                  <a:srgbClr val="0000FF"/>
                </a:solidFill>
                <a:latin typeface="Times New Roman" panose="02020603050405020304" pitchFamily="18" charset="0"/>
                <a:ea typeface="仿宋_GB2312" pitchFamily="49" charset="-122"/>
              </a:rPr>
              <a:t>k</a:t>
            </a:r>
            <a:r>
              <a:rPr kumimoji="1" lang="en-US" altLang="zh-CN" sz="2800" dirty="0">
                <a:solidFill>
                  <a:srgbClr val="FF0000"/>
                </a:solidFill>
                <a:latin typeface="Times New Roman" panose="02020603050405020304" pitchFamily="18" charset="0"/>
                <a:ea typeface="仿宋_GB2312" pitchFamily="49" charset="-122"/>
              </a:rPr>
              <a:t> * </a:t>
            </a:r>
            <a:r>
              <a:rPr kumimoji="1" lang="en-US" altLang="zh-CN" sz="2800" i="1" dirty="0">
                <a:solidFill>
                  <a:srgbClr val="FF0000"/>
                </a:solidFill>
                <a:latin typeface="Times New Roman" panose="02020603050405020304" pitchFamily="18" charset="0"/>
                <a:ea typeface="仿宋_GB2312" pitchFamily="49" charset="-122"/>
              </a:rPr>
              <a:t>n</a:t>
            </a:r>
            <a:r>
              <a:rPr kumimoji="1" lang="en-US" altLang="zh-CN" sz="2800" dirty="0">
                <a:solidFill>
                  <a:srgbClr val="FF0000"/>
                </a:solidFill>
                <a:latin typeface="Times New Roman" panose="02020603050405020304" pitchFamily="18" charset="0"/>
                <a:ea typeface="仿宋_GB2312" pitchFamily="49" charset="-122"/>
              </a:rPr>
              <a:t> + </a:t>
            </a:r>
            <a:r>
              <a:rPr kumimoji="1" lang="en-US" altLang="zh-CN" sz="2800" i="1" dirty="0">
                <a:solidFill>
                  <a:srgbClr val="0000FF"/>
                </a:solidFill>
                <a:latin typeface="Times New Roman" panose="02020603050405020304" pitchFamily="18" charset="0"/>
                <a:ea typeface="仿宋_GB2312" pitchFamily="49" charset="-122"/>
              </a:rPr>
              <a:t>j</a:t>
            </a:r>
            <a:r>
              <a:rPr kumimoji="1" lang="en-US" altLang="zh-CN" sz="2800" dirty="0">
                <a:solidFill>
                  <a:srgbClr val="FF0000"/>
                </a:solidFill>
                <a:latin typeface="Times New Roman" panose="02020603050405020304" pitchFamily="18" charset="0"/>
                <a:ea typeface="仿宋_GB2312" pitchFamily="49" charset="-122"/>
              </a:rPr>
              <a:t> ) * </a:t>
            </a:r>
            <a:r>
              <a:rPr kumimoji="1" lang="en-US" altLang="zh-CN" sz="2800" i="1" dirty="0">
                <a:solidFill>
                  <a:srgbClr val="FF0000"/>
                </a:solidFill>
                <a:latin typeface="Times New Roman" panose="02020603050405020304" pitchFamily="18" charset="0"/>
                <a:ea typeface="仿宋_GB2312" pitchFamily="49" charset="-122"/>
              </a:rPr>
              <a:t>l</a:t>
            </a:r>
            <a:endParaRPr kumimoji="1" lang="en-US" altLang="zh-CN" sz="2800" dirty="0">
              <a:solidFill>
                <a:srgbClr val="FF0000"/>
              </a:solidFill>
              <a:latin typeface="Times New Roman" panose="02020603050405020304" pitchFamily="18" charset="0"/>
              <a:ea typeface="仿宋_GB2312" pitchFamily="49" charset="-122"/>
            </a:endParaRPr>
          </a:p>
        </p:txBody>
      </p:sp>
    </p:spTree>
    <p:extLst>
      <p:ext uri="{BB962C8B-B14F-4D97-AF65-F5344CB8AC3E}">
        <p14:creationId xmlns:p14="http://schemas.microsoft.com/office/powerpoint/2010/main" val="1320391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7" name="Picture 25"/>
          <p:cNvPicPr>
            <a:picLocks noChangeAspect="1"/>
          </p:cNvPicPr>
          <p:nvPr/>
        </p:nvPicPr>
        <p:blipFill>
          <a:blip r:embed="rId4"/>
          <a:stretch>
            <a:fillRect/>
          </a:stretch>
        </p:blipFill>
        <p:spPr>
          <a:xfrm>
            <a:off x="4838974" y="1960779"/>
            <a:ext cx="4125511" cy="3486461"/>
          </a:xfrm>
          <a:prstGeom prst="rect">
            <a:avLst/>
          </a:prstGeom>
          <a:noFill/>
          <a:ln w="9525">
            <a:noFill/>
          </a:ln>
        </p:spPr>
      </p:pic>
      <p:sp>
        <p:nvSpPr>
          <p:cNvPr id="53274" name="Rectangle 26"/>
          <p:cNvSpPr>
            <a:spLocks noChangeArrowheads="1"/>
          </p:cNvSpPr>
          <p:nvPr/>
        </p:nvSpPr>
        <p:spPr bwMode="auto">
          <a:xfrm>
            <a:off x="815974" y="219588"/>
            <a:ext cx="447610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三维数组的顺序存储</a:t>
            </a:r>
          </a:p>
        </p:txBody>
      </p:sp>
      <p:sp>
        <p:nvSpPr>
          <p:cNvPr id="772123" name="Rectangle 27"/>
          <p:cNvSpPr>
            <a:spLocks noChangeArrowheads="1"/>
          </p:cNvSpPr>
          <p:nvPr/>
        </p:nvSpPr>
        <p:spPr bwMode="auto">
          <a:xfrm>
            <a:off x="423862" y="1149070"/>
            <a:ext cx="7134225" cy="457200"/>
          </a:xfrm>
          <a:prstGeom prst="rect">
            <a:avLst/>
          </a:prstGeom>
          <a:noFill/>
          <a:ln w="9525">
            <a:noFill/>
            <a:miter lim="800000"/>
          </a:ln>
        </p:spPr>
        <p:txBody>
          <a:bodyPr anchor="ctr"/>
          <a:lstStyle/>
          <a:p>
            <a:pPr marL="0" marR="0" lvl="0" indent="0" algn="l" defTabSz="914400" rtl="0" eaLnBrk="0" fontAlgn="base" latinLnBrk="0" hangingPunct="0">
              <a:lnSpc>
                <a:spcPct val="100000"/>
              </a:lnSpc>
              <a:spcBef>
                <a:spcPct val="0"/>
              </a:spcBef>
              <a:spcAft>
                <a:spcPct val="0"/>
              </a:spcAft>
              <a:buClr>
                <a:srgbClr val="CC0000"/>
              </a:buClr>
              <a:buSzPct val="55000"/>
              <a:buFont typeface="Wingdings" panose="05000000000000000000" pitchFamily="2" charset="2"/>
              <a:buNone/>
              <a:defRPr/>
            </a:pPr>
            <a:r>
              <a:rPr kumimoji="1" lang="zh-CN" altLang="en-US" sz="2800" b="0" i="0" u="none" strike="noStrike" kern="1200" cap="none" spc="0" normalizeH="0" baseline="0" noProof="0" dirty="0">
                <a:ln>
                  <a:noFill/>
                </a:ln>
                <a:solidFill>
                  <a:schemeClr val="tx1"/>
                </a:solidFill>
                <a:effectLst/>
                <a:uLnTx/>
                <a:uFillTx/>
                <a:latin typeface="+mn-ea"/>
                <a:ea typeface="+mn-ea"/>
                <a:cs typeface="+mn-ea"/>
                <a:sym typeface="+mn-lt"/>
              </a:rPr>
              <a:t>按</a:t>
            </a:r>
            <a:r>
              <a:rPr kumimoji="1" lang="zh-CN" altLang="en-US" sz="2800" b="0" i="0" u="none" strike="noStrike" kern="1200" cap="none" spc="0" normalizeH="0" baseline="0" noProof="0" dirty="0">
                <a:ln>
                  <a:noFill/>
                </a:ln>
                <a:solidFill>
                  <a:srgbClr val="0000FF"/>
                </a:solidFill>
                <a:effectLst/>
                <a:uLnTx/>
                <a:uFillTx/>
                <a:latin typeface="+mn-ea"/>
                <a:ea typeface="+mn-ea"/>
                <a:cs typeface="+mn-ea"/>
                <a:sym typeface="+mn-lt"/>
              </a:rPr>
              <a:t>页</a:t>
            </a:r>
            <a:r>
              <a:rPr kumimoji="1" lang="en-US" altLang="zh-CN" sz="2800" b="0" i="0" u="none" strike="noStrike" kern="1200" cap="none" spc="0" normalizeH="0" baseline="0" noProof="0" dirty="0">
                <a:ln>
                  <a:noFill/>
                </a:ln>
                <a:solidFill>
                  <a:srgbClr val="0000FF"/>
                </a:solidFill>
                <a:effectLst/>
                <a:uLnTx/>
                <a:uFillTx/>
                <a:latin typeface="+mn-ea"/>
                <a:ea typeface="+mn-ea"/>
                <a:cs typeface="+mn-ea"/>
                <a:sym typeface="+mn-lt"/>
              </a:rPr>
              <a:t>/</a:t>
            </a:r>
            <a:r>
              <a:rPr kumimoji="1" lang="zh-CN" altLang="en-US" sz="2800" b="0" i="0" u="none" strike="noStrike" kern="1200" cap="none" spc="0" normalizeH="0" baseline="0" noProof="0" dirty="0">
                <a:ln>
                  <a:noFill/>
                </a:ln>
                <a:solidFill>
                  <a:srgbClr val="0000FF"/>
                </a:solidFill>
                <a:effectLst/>
                <a:uLnTx/>
                <a:uFillTx/>
                <a:latin typeface="+mn-ea"/>
                <a:ea typeface="+mn-ea"/>
                <a:cs typeface="+mn-ea"/>
                <a:sym typeface="+mn-lt"/>
              </a:rPr>
              <a:t>行</a:t>
            </a:r>
            <a:r>
              <a:rPr kumimoji="1" lang="en-US" altLang="zh-CN" sz="2800" b="0" i="0" u="none" strike="noStrike" kern="1200" cap="none" spc="0" normalizeH="0" baseline="0" noProof="0" dirty="0">
                <a:ln>
                  <a:noFill/>
                </a:ln>
                <a:solidFill>
                  <a:srgbClr val="0000FF"/>
                </a:solidFill>
                <a:effectLst/>
                <a:uLnTx/>
                <a:uFillTx/>
                <a:latin typeface="+mn-ea"/>
                <a:ea typeface="+mn-ea"/>
                <a:cs typeface="+mn-ea"/>
                <a:sym typeface="+mn-lt"/>
              </a:rPr>
              <a:t>/</a:t>
            </a:r>
            <a:r>
              <a:rPr kumimoji="1" lang="zh-CN" altLang="en-US" sz="2800" b="0" i="0" u="none" strike="noStrike" kern="1200" cap="none" spc="0" normalizeH="0" baseline="0" noProof="0" dirty="0">
                <a:ln>
                  <a:noFill/>
                </a:ln>
                <a:solidFill>
                  <a:srgbClr val="0000FF"/>
                </a:solidFill>
                <a:effectLst/>
                <a:uLnTx/>
                <a:uFillTx/>
                <a:latin typeface="+mn-ea"/>
                <a:ea typeface="+mn-ea"/>
                <a:cs typeface="+mn-ea"/>
                <a:sym typeface="+mn-lt"/>
              </a:rPr>
              <a:t>列</a:t>
            </a:r>
            <a:r>
              <a:rPr kumimoji="1" lang="zh-CN" altLang="en-US" sz="2800" b="0" i="0" u="none" strike="noStrike" kern="1200" cap="none" spc="0" normalizeH="0" baseline="0" noProof="0" dirty="0">
                <a:ln>
                  <a:noFill/>
                </a:ln>
                <a:solidFill>
                  <a:schemeClr val="tx1"/>
                </a:solidFill>
                <a:effectLst/>
                <a:uLnTx/>
                <a:uFillTx/>
                <a:latin typeface="+mn-ea"/>
                <a:ea typeface="+mn-ea"/>
                <a:cs typeface="+mn-ea"/>
                <a:sym typeface="+mn-lt"/>
              </a:rPr>
              <a:t>存放，</a:t>
            </a:r>
            <a:r>
              <a:rPr kumimoji="1" lang="zh-CN" altLang="en-US" sz="2800" b="0" i="0" u="none" strike="noStrike" kern="1200" cap="none" spc="0" normalizeH="0" baseline="0" noProof="0" dirty="0">
                <a:ln>
                  <a:noFill/>
                </a:ln>
                <a:solidFill>
                  <a:srgbClr val="0000FF"/>
                </a:solidFill>
                <a:effectLst/>
                <a:uLnTx/>
                <a:uFillTx/>
                <a:latin typeface="+mn-ea"/>
                <a:ea typeface="+mn-ea"/>
                <a:cs typeface="+mn-ea"/>
                <a:sym typeface="+mn-lt"/>
              </a:rPr>
              <a:t>页优先</a:t>
            </a:r>
            <a:r>
              <a:rPr kumimoji="1" lang="zh-CN" altLang="en-US" sz="2800" b="0" i="0" u="none" strike="noStrike" kern="1200" cap="none" spc="0" normalizeH="0" baseline="0" noProof="0" dirty="0">
                <a:ln>
                  <a:noFill/>
                </a:ln>
                <a:solidFill>
                  <a:schemeClr val="tx1"/>
                </a:solidFill>
                <a:effectLst/>
                <a:uLnTx/>
                <a:uFillTx/>
                <a:latin typeface="+mn-ea"/>
                <a:ea typeface="+mn-ea"/>
                <a:cs typeface="+mn-ea"/>
                <a:sym typeface="+mn-lt"/>
              </a:rPr>
              <a:t>的顺序存储</a:t>
            </a:r>
            <a:r>
              <a:rPr kumimoji="1" lang="zh-CN" altLang="en-US" sz="28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mn-ea"/>
                <a:ea typeface="+mn-ea"/>
                <a:cs typeface="+mn-ea"/>
                <a:sym typeface="+mn-lt"/>
              </a:rPr>
              <a:t> </a:t>
            </a:r>
          </a:p>
        </p:txBody>
      </p:sp>
      <p:graphicFrame>
        <p:nvGraphicFramePr>
          <p:cNvPr id="772099" name="Object 3"/>
          <p:cNvGraphicFramePr/>
          <p:nvPr>
            <p:extLst>
              <p:ext uri="{D42A27DB-BD31-4B8C-83A1-F6EECF244321}">
                <p14:modId xmlns:p14="http://schemas.microsoft.com/office/powerpoint/2010/main" val="1111614845"/>
              </p:ext>
            </p:extLst>
          </p:nvPr>
        </p:nvGraphicFramePr>
        <p:xfrm>
          <a:off x="107504" y="2232025"/>
          <a:ext cx="3883471" cy="2905126"/>
        </p:xfrm>
        <a:graphic>
          <a:graphicData uri="http://schemas.openxmlformats.org/presentationml/2006/ole">
            <mc:AlternateContent xmlns:mc="http://schemas.openxmlformats.org/markup-compatibility/2006">
              <mc:Choice xmlns:v="urn:schemas-microsoft-com:vml" Requires="v">
                <p:oleObj spid="_x0000_s10356" r:id="rId5" imgW="2738755" imgH="2007870" progId="Visio.Drawing.5">
                  <p:embed/>
                </p:oleObj>
              </mc:Choice>
              <mc:Fallback>
                <p:oleObj r:id="rId5" imgW="2738755" imgH="2007870" progId="Visio.Drawing.5">
                  <p:embed/>
                  <p:pic>
                    <p:nvPicPr>
                      <p:cNvPr id="0" name="图片 3088"/>
                      <p:cNvPicPr/>
                      <p:nvPr/>
                    </p:nvPicPr>
                    <p:blipFill>
                      <a:blip r:embed="rId6"/>
                      <a:stretch>
                        <a:fillRect/>
                      </a:stretch>
                    </p:blipFill>
                    <p:spPr>
                      <a:xfrm>
                        <a:off x="107504" y="2232025"/>
                        <a:ext cx="3883471" cy="2905126"/>
                      </a:xfrm>
                      <a:prstGeom prst="rect">
                        <a:avLst/>
                      </a:prstGeom>
                      <a:noFill/>
                      <a:ln w="38100">
                        <a:noFill/>
                        <a:miter/>
                      </a:ln>
                    </p:spPr>
                  </p:pic>
                </p:oleObj>
              </mc:Fallback>
            </mc:AlternateContent>
          </a:graphicData>
        </a:graphic>
      </p:graphicFrame>
      <p:grpSp>
        <p:nvGrpSpPr>
          <p:cNvPr id="2" name="Group 4"/>
          <p:cNvGrpSpPr/>
          <p:nvPr/>
        </p:nvGrpSpPr>
        <p:grpSpPr>
          <a:xfrm>
            <a:off x="6983607" y="3526904"/>
            <a:ext cx="152400" cy="152400"/>
            <a:chOff x="4176" y="1008"/>
            <a:chExt cx="192" cy="192"/>
          </a:xfrm>
        </p:grpSpPr>
        <p:sp>
          <p:nvSpPr>
            <p:cNvPr id="53253" name="Line 5"/>
            <p:cNvSpPr>
              <a:spLocks noChangeShapeType="1"/>
            </p:cNvSpPr>
            <p:nvPr/>
          </p:nvSpPr>
          <p:spPr bwMode="auto">
            <a:xfrm flipH="1">
              <a:off x="4176" y="1008"/>
              <a:ext cx="192" cy="19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4" name="Line 6"/>
            <p:cNvSpPr>
              <a:spLocks noChangeShapeType="1"/>
            </p:cNvSpPr>
            <p:nvPr/>
          </p:nvSpPr>
          <p:spPr bwMode="auto">
            <a:xfrm>
              <a:off x="4176" y="1008"/>
              <a:ext cx="192" cy="19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7"/>
          <p:cNvGrpSpPr/>
          <p:nvPr/>
        </p:nvGrpSpPr>
        <p:grpSpPr>
          <a:xfrm>
            <a:off x="2695575" y="3323456"/>
            <a:ext cx="152400" cy="152400"/>
            <a:chOff x="4176" y="1008"/>
            <a:chExt cx="192" cy="192"/>
          </a:xfrm>
        </p:grpSpPr>
        <p:sp>
          <p:nvSpPr>
            <p:cNvPr id="53256" name="Line 8"/>
            <p:cNvSpPr>
              <a:spLocks noChangeShapeType="1"/>
            </p:cNvSpPr>
            <p:nvPr/>
          </p:nvSpPr>
          <p:spPr bwMode="auto">
            <a:xfrm flipH="1">
              <a:off x="4176" y="1008"/>
              <a:ext cx="192" cy="19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7" name="Line 9"/>
            <p:cNvSpPr>
              <a:spLocks noChangeShapeType="1"/>
            </p:cNvSpPr>
            <p:nvPr/>
          </p:nvSpPr>
          <p:spPr bwMode="auto">
            <a:xfrm>
              <a:off x="4176" y="1008"/>
              <a:ext cx="192" cy="19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4" name="Group 10"/>
          <p:cNvGrpSpPr/>
          <p:nvPr/>
        </p:nvGrpSpPr>
        <p:grpSpPr>
          <a:xfrm>
            <a:off x="5916807" y="4212704"/>
            <a:ext cx="152400" cy="152400"/>
            <a:chOff x="4176" y="1008"/>
            <a:chExt cx="192" cy="192"/>
          </a:xfrm>
        </p:grpSpPr>
        <p:sp>
          <p:nvSpPr>
            <p:cNvPr id="53259" name="Line 11"/>
            <p:cNvSpPr>
              <a:spLocks noChangeShapeType="1"/>
            </p:cNvSpPr>
            <p:nvPr/>
          </p:nvSpPr>
          <p:spPr bwMode="auto">
            <a:xfrm flipH="1">
              <a:off x="4176" y="1008"/>
              <a:ext cx="192" cy="192"/>
            </a:xfrm>
            <a:prstGeom prst="line">
              <a:avLst/>
            </a:prstGeom>
            <a:noFill/>
            <a:ln w="38100">
              <a:solidFill>
                <a:srgbClr val="66FF33"/>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0" name="Line 12"/>
            <p:cNvSpPr>
              <a:spLocks noChangeShapeType="1"/>
            </p:cNvSpPr>
            <p:nvPr/>
          </p:nvSpPr>
          <p:spPr bwMode="auto">
            <a:xfrm>
              <a:off x="4176" y="1008"/>
              <a:ext cx="192" cy="192"/>
            </a:xfrm>
            <a:prstGeom prst="line">
              <a:avLst/>
            </a:prstGeom>
            <a:noFill/>
            <a:ln w="38100">
              <a:solidFill>
                <a:srgbClr val="66FF33"/>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5" name="Group 13"/>
          <p:cNvGrpSpPr/>
          <p:nvPr/>
        </p:nvGrpSpPr>
        <p:grpSpPr>
          <a:xfrm>
            <a:off x="1857375" y="3780656"/>
            <a:ext cx="152400" cy="152400"/>
            <a:chOff x="4176" y="1008"/>
            <a:chExt cx="192" cy="192"/>
          </a:xfrm>
        </p:grpSpPr>
        <p:sp>
          <p:nvSpPr>
            <p:cNvPr id="53262" name="Line 14"/>
            <p:cNvSpPr>
              <a:spLocks noChangeShapeType="1"/>
            </p:cNvSpPr>
            <p:nvPr/>
          </p:nvSpPr>
          <p:spPr bwMode="auto">
            <a:xfrm flipH="1">
              <a:off x="4176" y="1008"/>
              <a:ext cx="192" cy="192"/>
            </a:xfrm>
            <a:prstGeom prst="line">
              <a:avLst/>
            </a:prstGeom>
            <a:noFill/>
            <a:ln w="38100">
              <a:solidFill>
                <a:srgbClr val="66FF33"/>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3" name="Line 15"/>
            <p:cNvSpPr>
              <a:spLocks noChangeShapeType="1"/>
            </p:cNvSpPr>
            <p:nvPr/>
          </p:nvSpPr>
          <p:spPr bwMode="auto">
            <a:xfrm>
              <a:off x="4176" y="1008"/>
              <a:ext cx="192" cy="192"/>
            </a:xfrm>
            <a:prstGeom prst="line">
              <a:avLst/>
            </a:prstGeom>
            <a:noFill/>
            <a:ln w="38100">
              <a:solidFill>
                <a:srgbClr val="66FF33"/>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72112" name="Line 16"/>
          <p:cNvSpPr>
            <a:spLocks noChangeShapeType="1"/>
          </p:cNvSpPr>
          <p:nvPr/>
        </p:nvSpPr>
        <p:spPr bwMode="auto">
          <a:xfrm flipV="1">
            <a:off x="1019175" y="2709863"/>
            <a:ext cx="685800" cy="685800"/>
          </a:xfrm>
          <a:prstGeom prst="line">
            <a:avLst/>
          </a:prstGeom>
          <a:noFill/>
          <a:ln w="38100">
            <a:solidFill>
              <a:srgbClr val="66FF33"/>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2113" name="Line 17"/>
          <p:cNvSpPr>
            <a:spLocks noChangeShapeType="1"/>
          </p:cNvSpPr>
          <p:nvPr/>
        </p:nvSpPr>
        <p:spPr bwMode="auto">
          <a:xfrm>
            <a:off x="790575" y="4081463"/>
            <a:ext cx="0" cy="8382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2114" name="Line 18"/>
          <p:cNvSpPr>
            <a:spLocks noChangeShapeType="1"/>
          </p:cNvSpPr>
          <p:nvPr/>
        </p:nvSpPr>
        <p:spPr bwMode="auto">
          <a:xfrm>
            <a:off x="1704975" y="4081463"/>
            <a:ext cx="685800" cy="0"/>
          </a:xfrm>
          <a:prstGeom prst="line">
            <a:avLst/>
          </a:prstGeom>
          <a:noFill/>
          <a:ln w="38100">
            <a:solidFill>
              <a:srgbClr val="339966"/>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2115" name="Line 19"/>
          <p:cNvSpPr>
            <a:spLocks noChangeShapeType="1"/>
          </p:cNvSpPr>
          <p:nvPr/>
        </p:nvSpPr>
        <p:spPr bwMode="auto">
          <a:xfrm flipV="1">
            <a:off x="5391150" y="2695575"/>
            <a:ext cx="685800" cy="685800"/>
          </a:xfrm>
          <a:prstGeom prst="line">
            <a:avLst/>
          </a:prstGeom>
          <a:noFill/>
          <a:ln w="38100">
            <a:solidFill>
              <a:srgbClr val="66FF33"/>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2116" name="Line 20"/>
          <p:cNvSpPr>
            <a:spLocks noChangeShapeType="1"/>
          </p:cNvSpPr>
          <p:nvPr/>
        </p:nvSpPr>
        <p:spPr bwMode="auto">
          <a:xfrm>
            <a:off x="4788024" y="4219575"/>
            <a:ext cx="0" cy="8382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2117" name="Line 21"/>
          <p:cNvSpPr>
            <a:spLocks noChangeShapeType="1"/>
          </p:cNvSpPr>
          <p:nvPr/>
        </p:nvSpPr>
        <p:spPr bwMode="auto">
          <a:xfrm>
            <a:off x="5614392" y="5492080"/>
            <a:ext cx="685800" cy="0"/>
          </a:xfrm>
          <a:prstGeom prst="line">
            <a:avLst/>
          </a:prstGeom>
          <a:noFill/>
          <a:ln w="38100">
            <a:solidFill>
              <a:srgbClr val="339966"/>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72118" name="Text Box 22"/>
          <p:cNvSpPr txBox="1">
            <a:spLocks noChangeArrowheads="1"/>
          </p:cNvSpPr>
          <p:nvPr/>
        </p:nvSpPr>
        <p:spPr bwMode="auto">
          <a:xfrm>
            <a:off x="5200650" y="2695575"/>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66FF33"/>
                </a:solidFill>
                <a:effectLst/>
                <a:uLnTx/>
                <a:uFillTx/>
                <a:latin typeface="+mn-lt"/>
                <a:ea typeface="+mn-ea"/>
                <a:cs typeface="+mn-ea"/>
                <a:sym typeface="+mn-lt"/>
              </a:rPr>
              <a:t>①</a:t>
            </a:r>
          </a:p>
        </p:txBody>
      </p:sp>
      <p:sp>
        <p:nvSpPr>
          <p:cNvPr id="772119" name="Text Box 23"/>
          <p:cNvSpPr txBox="1">
            <a:spLocks noChangeArrowheads="1"/>
          </p:cNvSpPr>
          <p:nvPr/>
        </p:nvSpPr>
        <p:spPr bwMode="auto">
          <a:xfrm>
            <a:off x="4283968" y="43719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66"/>
                </a:solidFill>
                <a:effectLst/>
                <a:uLnTx/>
                <a:uFillTx/>
                <a:latin typeface="+mn-lt"/>
                <a:ea typeface="+mn-ea"/>
                <a:cs typeface="+mn-ea"/>
                <a:sym typeface="+mn-lt"/>
              </a:rPr>
              <a:t>②</a:t>
            </a:r>
          </a:p>
        </p:txBody>
      </p:sp>
      <p:sp>
        <p:nvSpPr>
          <p:cNvPr id="772120" name="Text Box 24"/>
          <p:cNvSpPr txBox="1">
            <a:spLocks noChangeArrowheads="1"/>
          </p:cNvSpPr>
          <p:nvPr/>
        </p:nvSpPr>
        <p:spPr bwMode="auto">
          <a:xfrm>
            <a:off x="5614392" y="549208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339966"/>
                </a:solidFill>
                <a:effectLst/>
                <a:uLnTx/>
                <a:uFillTx/>
                <a:latin typeface="+mn-lt"/>
                <a:ea typeface="+mn-ea"/>
                <a:cs typeface="+mn-ea"/>
                <a:sym typeface="+mn-lt"/>
              </a:rPr>
              <a:t>③</a:t>
            </a: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72099"/>
                                        </p:tgtEl>
                                        <p:attrNameLst>
                                          <p:attrName>style.visibility</p:attrName>
                                        </p:attrNameLst>
                                      </p:cBhvr>
                                      <p:to>
                                        <p:strVal val="visible"/>
                                      </p:to>
                                    </p:set>
                                    <p:anim calcmode="lin" valueType="num">
                                      <p:cBhvr additive="base">
                                        <p:cTn id="7" dur="500" fill="hold"/>
                                        <p:tgtEl>
                                          <p:spTgt spid="772099"/>
                                        </p:tgtEl>
                                        <p:attrNameLst>
                                          <p:attrName>ppt_x</p:attrName>
                                        </p:attrNameLst>
                                      </p:cBhvr>
                                      <p:tavLst>
                                        <p:tav tm="0">
                                          <p:val>
                                            <p:strVal val="0-#ppt_w/2"/>
                                          </p:val>
                                        </p:tav>
                                        <p:tav tm="100000">
                                          <p:val>
                                            <p:strVal val="#ppt_x"/>
                                          </p:val>
                                        </p:tav>
                                      </p:tavLst>
                                    </p:anim>
                                    <p:anim calcmode="lin" valueType="num">
                                      <p:cBhvr additive="base">
                                        <p:cTn id="8" dur="500" fill="hold"/>
                                        <p:tgtEl>
                                          <p:spTgt spid="772099"/>
                                        </p:tgtEl>
                                        <p:attrNameLst>
                                          <p:attrName>ppt_y</p:attrName>
                                        </p:attrNameLst>
                                      </p:cBhvr>
                                      <p:tavLst>
                                        <p:tav tm="0">
                                          <p:val>
                                            <p:strVal val="#ppt_y"/>
                                          </p:val>
                                        </p:tav>
                                        <p:tav tm="100000">
                                          <p:val>
                                            <p:strVal val="#ppt_y"/>
                                          </p:val>
                                        </p:tav>
                                      </p:tavLst>
                                    </p:anim>
                                  </p:childTnLst>
                                </p:cTn>
                              </p:par>
                              <p:par>
                                <p:cTn id="9" presetID="16" presetClass="entr" presetSubtype="42" fill="hold" nodeType="withEffect">
                                  <p:stCondLst>
                                    <p:cond delay="0"/>
                                  </p:stCondLst>
                                  <p:childTnLst>
                                    <p:set>
                                      <p:cBhvr>
                                        <p:cTn id="10" dur="1" fill="hold">
                                          <p:stCondLst>
                                            <p:cond delay="0"/>
                                          </p:stCondLst>
                                        </p:cTn>
                                        <p:tgtEl>
                                          <p:spTgt spid="772112"/>
                                        </p:tgtEl>
                                        <p:attrNameLst>
                                          <p:attrName>style.visibility</p:attrName>
                                        </p:attrNameLst>
                                      </p:cBhvr>
                                      <p:to>
                                        <p:strVal val="visible"/>
                                      </p:to>
                                    </p:set>
                                    <p:animEffect transition="in" filter="barn(outHorizontal)">
                                      <p:cBhvr>
                                        <p:cTn id="11" dur="500"/>
                                        <p:tgtEl>
                                          <p:spTgt spid="772112"/>
                                        </p:tgtEl>
                                      </p:cBhvr>
                                    </p:animEffect>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par>
                                <p:cTn id="12" presetID="17" presetClass="entr" presetSubtype="1" fill="hold" nodeType="withEffect">
                                  <p:stCondLst>
                                    <p:cond delay="0"/>
                                  </p:stCondLst>
                                  <p:childTnLst>
                                    <p:set>
                                      <p:cBhvr>
                                        <p:cTn id="13" dur="1" fill="hold">
                                          <p:stCondLst>
                                            <p:cond delay="0"/>
                                          </p:stCondLst>
                                        </p:cTn>
                                        <p:tgtEl>
                                          <p:spTgt spid="772113"/>
                                        </p:tgtEl>
                                        <p:attrNameLst>
                                          <p:attrName>style.visibility</p:attrName>
                                        </p:attrNameLst>
                                      </p:cBhvr>
                                      <p:to>
                                        <p:strVal val="visible"/>
                                      </p:to>
                                    </p:set>
                                    <p:anim calcmode="lin" valueType="num">
                                      <p:cBhvr>
                                        <p:cTn id="14" dur="500" fill="hold"/>
                                        <p:tgtEl>
                                          <p:spTgt spid="772113"/>
                                        </p:tgtEl>
                                        <p:attrNameLst>
                                          <p:attrName>ppt_x</p:attrName>
                                        </p:attrNameLst>
                                      </p:cBhvr>
                                      <p:tavLst>
                                        <p:tav tm="0">
                                          <p:val>
                                            <p:strVal val="#ppt_x"/>
                                          </p:val>
                                        </p:tav>
                                        <p:tav tm="100000">
                                          <p:val>
                                            <p:strVal val="#ppt_x"/>
                                          </p:val>
                                        </p:tav>
                                      </p:tavLst>
                                    </p:anim>
                                    <p:anim calcmode="lin" valueType="num">
                                      <p:cBhvr>
                                        <p:cTn id="15" dur="500" fill="hold"/>
                                        <p:tgtEl>
                                          <p:spTgt spid="772113"/>
                                        </p:tgtEl>
                                        <p:attrNameLst>
                                          <p:attrName>ppt_y</p:attrName>
                                        </p:attrNameLst>
                                      </p:cBhvr>
                                      <p:tavLst>
                                        <p:tav tm="0">
                                          <p:val>
                                            <p:strVal val="#ppt_y-#ppt_h/2"/>
                                          </p:val>
                                        </p:tav>
                                        <p:tav tm="100000">
                                          <p:val>
                                            <p:strVal val="#ppt_y"/>
                                          </p:val>
                                        </p:tav>
                                      </p:tavLst>
                                    </p:anim>
                                    <p:anim calcmode="lin" valueType="num">
                                      <p:cBhvr>
                                        <p:cTn id="16" dur="500" fill="hold"/>
                                        <p:tgtEl>
                                          <p:spTgt spid="772113"/>
                                        </p:tgtEl>
                                        <p:attrNameLst>
                                          <p:attrName>ppt_w</p:attrName>
                                        </p:attrNameLst>
                                      </p:cBhvr>
                                      <p:tavLst>
                                        <p:tav tm="0">
                                          <p:val>
                                            <p:strVal val="#ppt_w"/>
                                          </p:val>
                                        </p:tav>
                                        <p:tav tm="100000">
                                          <p:val>
                                            <p:strVal val="#ppt_w"/>
                                          </p:val>
                                        </p:tav>
                                      </p:tavLst>
                                    </p:anim>
                                    <p:anim calcmode="lin" valueType="num">
                                      <p:cBhvr>
                                        <p:cTn id="17" dur="500" fill="hold"/>
                                        <p:tgtEl>
                                          <p:spTgt spid="77211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3" name="WHOOSH.WAV"/>
                                        </p:tgtEl>
                                      </p:cMediaNode>
                                    </p:audio>
                                  </p:subTnLst>
                                </p:cTn>
                              </p:par>
                              <p:par>
                                <p:cTn id="18" presetID="17" presetClass="entr" presetSubtype="8" fill="hold" nodeType="withEffect">
                                  <p:stCondLst>
                                    <p:cond delay="0"/>
                                  </p:stCondLst>
                                  <p:childTnLst>
                                    <p:set>
                                      <p:cBhvr>
                                        <p:cTn id="19" dur="1" fill="hold">
                                          <p:stCondLst>
                                            <p:cond delay="0"/>
                                          </p:stCondLst>
                                        </p:cTn>
                                        <p:tgtEl>
                                          <p:spTgt spid="772114"/>
                                        </p:tgtEl>
                                        <p:attrNameLst>
                                          <p:attrName>style.visibility</p:attrName>
                                        </p:attrNameLst>
                                      </p:cBhvr>
                                      <p:to>
                                        <p:strVal val="visible"/>
                                      </p:to>
                                    </p:set>
                                    <p:anim calcmode="lin" valueType="num">
                                      <p:cBhvr>
                                        <p:cTn id="20" dur="500" fill="hold"/>
                                        <p:tgtEl>
                                          <p:spTgt spid="772114"/>
                                        </p:tgtEl>
                                        <p:attrNameLst>
                                          <p:attrName>ppt_x</p:attrName>
                                        </p:attrNameLst>
                                      </p:cBhvr>
                                      <p:tavLst>
                                        <p:tav tm="0">
                                          <p:val>
                                            <p:strVal val="#ppt_x-#ppt_w/2"/>
                                          </p:val>
                                        </p:tav>
                                        <p:tav tm="100000">
                                          <p:val>
                                            <p:strVal val="#ppt_x"/>
                                          </p:val>
                                        </p:tav>
                                      </p:tavLst>
                                    </p:anim>
                                    <p:anim calcmode="lin" valueType="num">
                                      <p:cBhvr>
                                        <p:cTn id="21" dur="500" fill="hold"/>
                                        <p:tgtEl>
                                          <p:spTgt spid="772114"/>
                                        </p:tgtEl>
                                        <p:attrNameLst>
                                          <p:attrName>ppt_y</p:attrName>
                                        </p:attrNameLst>
                                      </p:cBhvr>
                                      <p:tavLst>
                                        <p:tav tm="0">
                                          <p:val>
                                            <p:strVal val="#ppt_y"/>
                                          </p:val>
                                        </p:tav>
                                        <p:tav tm="100000">
                                          <p:val>
                                            <p:strVal val="#ppt_y"/>
                                          </p:val>
                                        </p:tav>
                                      </p:tavLst>
                                    </p:anim>
                                    <p:anim calcmode="lin" valueType="num">
                                      <p:cBhvr>
                                        <p:cTn id="22" dur="500" fill="hold"/>
                                        <p:tgtEl>
                                          <p:spTgt spid="772114"/>
                                        </p:tgtEl>
                                        <p:attrNameLst>
                                          <p:attrName>ppt_w</p:attrName>
                                        </p:attrNameLst>
                                      </p:cBhvr>
                                      <p:tavLst>
                                        <p:tav tm="0">
                                          <p:val>
                                            <p:fltVal val="0"/>
                                          </p:val>
                                        </p:tav>
                                        <p:tav tm="100000">
                                          <p:val>
                                            <p:strVal val="#ppt_w"/>
                                          </p:val>
                                        </p:tav>
                                      </p:tavLst>
                                    </p:anim>
                                    <p:anim calcmode="lin" valueType="num">
                                      <p:cBhvr>
                                        <p:cTn id="23" dur="500" fill="hold"/>
                                        <p:tgtEl>
                                          <p:spTgt spid="77211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
                                            </p:cond>
                                          </p:stCondLst>
                                          <p:endCondLst>
                                            <p:cond evt="onStopAudio" delay="0">
                                              <p:tgtEl>
                                                <p:sldTgt/>
                                              </p:tgtEl>
                                            </p:cond>
                                          </p:endCondLst>
                                        </p:cTn>
                                        <p:tgtEl>
                                          <p:sndTgt r:embed="rId3" name="WHOOSH.WAV"/>
                                        </p:tgtEl>
                                      </p:cMediaNode>
                                    </p:audio>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758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772115"/>
                                        </p:tgtEl>
                                        <p:attrNameLst>
                                          <p:attrName>style.visibility</p:attrName>
                                        </p:attrNameLst>
                                      </p:cBhvr>
                                      <p:to>
                                        <p:strVal val="visible"/>
                                      </p:to>
                                    </p:set>
                                    <p:animEffect transition="in" filter="barn(outHorizontal)">
                                      <p:cBhvr>
                                        <p:cTn id="32" dur="500"/>
                                        <p:tgtEl>
                                          <p:spTgt spid="772115"/>
                                        </p:tgtEl>
                                      </p:cBhvr>
                                    </p:animEffect>
                                  </p:childTnLst>
                                  <p:subTnLst>
                                    <p:audio>
                                      <p:cMediaNode>
                                        <p:cTn display="0" masterRel="sameClick">
                                          <p:stCondLst>
                                            <p:cond evt="begin" delay="0">
                                              <p:tn val="30"/>
                                            </p:cond>
                                          </p:stCondLst>
                                          <p:endCondLst>
                                            <p:cond evt="onStopAudio" delay="0">
                                              <p:tgtEl>
                                                <p:sldTgt/>
                                              </p:tgtEl>
                                            </p:cond>
                                          </p:endCondLst>
                                        </p:cTn>
                                        <p:tgtEl>
                                          <p:sndTgt r:embed="rId3" name="WHOOSH.WAV"/>
                                        </p:tgtEl>
                                      </p:cMediaNode>
                                    </p:audio>
                                  </p:sub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772118">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7" presetClass="entr" presetSubtype="1" fill="hold" nodeType="clickEffect">
                                  <p:stCondLst>
                                    <p:cond delay="0"/>
                                  </p:stCondLst>
                                  <p:childTnLst>
                                    <p:set>
                                      <p:cBhvr>
                                        <p:cTn id="39" dur="1" fill="hold">
                                          <p:stCondLst>
                                            <p:cond delay="0"/>
                                          </p:stCondLst>
                                        </p:cTn>
                                        <p:tgtEl>
                                          <p:spTgt spid="772116"/>
                                        </p:tgtEl>
                                        <p:attrNameLst>
                                          <p:attrName>style.visibility</p:attrName>
                                        </p:attrNameLst>
                                      </p:cBhvr>
                                      <p:to>
                                        <p:strVal val="visible"/>
                                      </p:to>
                                    </p:set>
                                    <p:anim calcmode="lin" valueType="num">
                                      <p:cBhvr>
                                        <p:cTn id="40" dur="500" fill="hold"/>
                                        <p:tgtEl>
                                          <p:spTgt spid="772116"/>
                                        </p:tgtEl>
                                        <p:attrNameLst>
                                          <p:attrName>ppt_x</p:attrName>
                                        </p:attrNameLst>
                                      </p:cBhvr>
                                      <p:tavLst>
                                        <p:tav tm="0">
                                          <p:val>
                                            <p:strVal val="#ppt_x"/>
                                          </p:val>
                                        </p:tav>
                                        <p:tav tm="100000">
                                          <p:val>
                                            <p:strVal val="#ppt_x"/>
                                          </p:val>
                                        </p:tav>
                                      </p:tavLst>
                                    </p:anim>
                                    <p:anim calcmode="lin" valueType="num">
                                      <p:cBhvr>
                                        <p:cTn id="41" dur="500" fill="hold"/>
                                        <p:tgtEl>
                                          <p:spTgt spid="772116"/>
                                        </p:tgtEl>
                                        <p:attrNameLst>
                                          <p:attrName>ppt_y</p:attrName>
                                        </p:attrNameLst>
                                      </p:cBhvr>
                                      <p:tavLst>
                                        <p:tav tm="0">
                                          <p:val>
                                            <p:strVal val="#ppt_y-#ppt_h/2"/>
                                          </p:val>
                                        </p:tav>
                                        <p:tav tm="100000">
                                          <p:val>
                                            <p:strVal val="#ppt_y"/>
                                          </p:val>
                                        </p:tav>
                                      </p:tavLst>
                                    </p:anim>
                                    <p:anim calcmode="lin" valueType="num">
                                      <p:cBhvr>
                                        <p:cTn id="42" dur="500" fill="hold"/>
                                        <p:tgtEl>
                                          <p:spTgt spid="772116"/>
                                        </p:tgtEl>
                                        <p:attrNameLst>
                                          <p:attrName>ppt_w</p:attrName>
                                        </p:attrNameLst>
                                      </p:cBhvr>
                                      <p:tavLst>
                                        <p:tav tm="0">
                                          <p:val>
                                            <p:strVal val="#ppt_w"/>
                                          </p:val>
                                        </p:tav>
                                        <p:tav tm="100000">
                                          <p:val>
                                            <p:strVal val="#ppt_w"/>
                                          </p:val>
                                        </p:tav>
                                      </p:tavLst>
                                    </p:anim>
                                    <p:anim calcmode="lin" valueType="num">
                                      <p:cBhvr>
                                        <p:cTn id="43" dur="500" fill="hold"/>
                                        <p:tgtEl>
                                          <p:spTgt spid="77211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3" name="WHOOSH.WAV"/>
                                        </p:tgtEl>
                                      </p:cMediaNode>
                                    </p:audio>
                                  </p:sub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772119">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7" presetClass="entr" presetSubtype="8" fill="hold" nodeType="clickEffect">
                                  <p:stCondLst>
                                    <p:cond delay="0"/>
                                  </p:stCondLst>
                                  <p:childTnLst>
                                    <p:set>
                                      <p:cBhvr>
                                        <p:cTn id="50" dur="1" fill="hold">
                                          <p:stCondLst>
                                            <p:cond delay="0"/>
                                          </p:stCondLst>
                                        </p:cTn>
                                        <p:tgtEl>
                                          <p:spTgt spid="772117"/>
                                        </p:tgtEl>
                                        <p:attrNameLst>
                                          <p:attrName>style.visibility</p:attrName>
                                        </p:attrNameLst>
                                      </p:cBhvr>
                                      <p:to>
                                        <p:strVal val="visible"/>
                                      </p:to>
                                    </p:set>
                                    <p:anim calcmode="lin" valueType="num">
                                      <p:cBhvr>
                                        <p:cTn id="51" dur="500" fill="hold"/>
                                        <p:tgtEl>
                                          <p:spTgt spid="772117"/>
                                        </p:tgtEl>
                                        <p:attrNameLst>
                                          <p:attrName>ppt_x</p:attrName>
                                        </p:attrNameLst>
                                      </p:cBhvr>
                                      <p:tavLst>
                                        <p:tav tm="0">
                                          <p:val>
                                            <p:strVal val="#ppt_x-#ppt_w/2"/>
                                          </p:val>
                                        </p:tav>
                                        <p:tav tm="100000">
                                          <p:val>
                                            <p:strVal val="#ppt_x"/>
                                          </p:val>
                                        </p:tav>
                                      </p:tavLst>
                                    </p:anim>
                                    <p:anim calcmode="lin" valueType="num">
                                      <p:cBhvr>
                                        <p:cTn id="52" dur="500" fill="hold"/>
                                        <p:tgtEl>
                                          <p:spTgt spid="772117"/>
                                        </p:tgtEl>
                                        <p:attrNameLst>
                                          <p:attrName>ppt_y</p:attrName>
                                        </p:attrNameLst>
                                      </p:cBhvr>
                                      <p:tavLst>
                                        <p:tav tm="0">
                                          <p:val>
                                            <p:strVal val="#ppt_y"/>
                                          </p:val>
                                        </p:tav>
                                        <p:tav tm="100000">
                                          <p:val>
                                            <p:strVal val="#ppt_y"/>
                                          </p:val>
                                        </p:tav>
                                      </p:tavLst>
                                    </p:anim>
                                    <p:anim calcmode="lin" valueType="num">
                                      <p:cBhvr>
                                        <p:cTn id="53" dur="500" fill="hold"/>
                                        <p:tgtEl>
                                          <p:spTgt spid="772117"/>
                                        </p:tgtEl>
                                        <p:attrNameLst>
                                          <p:attrName>ppt_w</p:attrName>
                                        </p:attrNameLst>
                                      </p:cBhvr>
                                      <p:tavLst>
                                        <p:tav tm="0">
                                          <p:val>
                                            <p:fltVal val="0"/>
                                          </p:val>
                                        </p:tav>
                                        <p:tav tm="100000">
                                          <p:val>
                                            <p:strVal val="#ppt_w"/>
                                          </p:val>
                                        </p:tav>
                                      </p:tavLst>
                                    </p:anim>
                                    <p:anim calcmode="lin" valueType="num">
                                      <p:cBhvr>
                                        <p:cTn id="54" dur="500" fill="hold"/>
                                        <p:tgtEl>
                                          <p:spTgt spid="77211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3" name="WHOOSH.WAV"/>
                                        </p:tgtEl>
                                      </p:cMediaNode>
                                    </p:audio>
                                  </p:subTnLst>
                                </p:cTn>
                              </p:par>
                            </p:childTnLst>
                          </p:cTn>
                        </p:par>
                        <p:par>
                          <p:cTn id="55" fill="hold">
                            <p:stCondLst>
                              <p:cond delay="500"/>
                            </p:stCondLst>
                            <p:childTnLst>
                              <p:par>
                                <p:cTn id="56" presetID="1" presetClass="entr" presetSubtype="0" fill="hold" grpId="0" nodeType="afterEffect">
                                  <p:stCondLst>
                                    <p:cond delay="0"/>
                                  </p:stCondLst>
                                  <p:childTnLst>
                                    <p:set>
                                      <p:cBhvr>
                                        <p:cTn id="57" dur="1" fill="hold">
                                          <p:stCondLst>
                                            <p:cond delay="499"/>
                                          </p:stCondLst>
                                        </p:cTn>
                                        <p:tgtEl>
                                          <p:spTgt spid="772120">
                                            <p:txEl>
                                              <p:pRg st="0" end="0"/>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 presetClass="entr" presetSubtype="2"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 calcmode="lin" valueType="num">
                                      <p:cBhvr additive="base">
                                        <p:cTn id="62" dur="500" fill="hold"/>
                                        <p:tgtEl>
                                          <p:spTgt spid="5"/>
                                        </p:tgtEl>
                                        <p:attrNameLst>
                                          <p:attrName>ppt_x</p:attrName>
                                        </p:attrNameLst>
                                      </p:cBhvr>
                                      <p:tavLst>
                                        <p:tav tm="0">
                                          <p:val>
                                            <p:strVal val="1+#ppt_w/2"/>
                                          </p:val>
                                        </p:tav>
                                        <p:tav tm="100000">
                                          <p:val>
                                            <p:strVal val="#ppt_x"/>
                                          </p:val>
                                        </p:tav>
                                      </p:tavLst>
                                    </p:anim>
                                    <p:anim calcmode="lin" valueType="num">
                                      <p:cBhvr additive="base">
                                        <p:cTn id="6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2" fill="hold" nodeType="clickEffect">
                                  <p:stCondLst>
                                    <p:cond delay="0"/>
                                  </p:stCondLst>
                                  <p:childTnLst>
                                    <p:set>
                                      <p:cBhvr>
                                        <p:cTn id="67" dur="1" fill="hold">
                                          <p:stCondLst>
                                            <p:cond delay="0"/>
                                          </p:stCondLst>
                                        </p:cTn>
                                        <p:tgtEl>
                                          <p:spTgt spid="4"/>
                                        </p:tgtEl>
                                        <p:attrNameLst>
                                          <p:attrName>style.visibility</p:attrName>
                                        </p:attrNameLst>
                                      </p:cBhvr>
                                      <p:to>
                                        <p:strVal val="visible"/>
                                      </p:to>
                                    </p:set>
                                    <p:anim calcmode="lin" valueType="num">
                                      <p:cBhvr additive="base">
                                        <p:cTn id="68" dur="500" fill="hold"/>
                                        <p:tgtEl>
                                          <p:spTgt spid="4"/>
                                        </p:tgtEl>
                                        <p:attrNameLst>
                                          <p:attrName>ppt_x</p:attrName>
                                        </p:attrNameLst>
                                      </p:cBhvr>
                                      <p:tavLst>
                                        <p:tav tm="0">
                                          <p:val>
                                            <p:strVal val="1+#ppt_w/2"/>
                                          </p:val>
                                        </p:tav>
                                        <p:tav tm="100000">
                                          <p:val>
                                            <p:strVal val="#ppt_x"/>
                                          </p:val>
                                        </p:tav>
                                      </p:tavLst>
                                    </p:anim>
                                    <p:anim calcmode="lin" valueType="num">
                                      <p:cBhvr additive="base">
                                        <p:cTn id="6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2" fill="hold" nodeType="clickEffect">
                                  <p:stCondLst>
                                    <p:cond delay="0"/>
                                  </p:stCondLst>
                                  <p:childTnLst>
                                    <p:set>
                                      <p:cBhvr>
                                        <p:cTn id="73" dur="1" fill="hold">
                                          <p:stCondLst>
                                            <p:cond delay="0"/>
                                          </p:stCondLst>
                                        </p:cTn>
                                        <p:tgtEl>
                                          <p:spTgt spid="3"/>
                                        </p:tgtEl>
                                        <p:attrNameLst>
                                          <p:attrName>style.visibility</p:attrName>
                                        </p:attrNameLst>
                                      </p:cBhvr>
                                      <p:to>
                                        <p:strVal val="visible"/>
                                      </p:to>
                                    </p:set>
                                    <p:anim calcmode="lin" valueType="num">
                                      <p:cBhvr additive="base">
                                        <p:cTn id="74" dur="500" fill="hold"/>
                                        <p:tgtEl>
                                          <p:spTgt spid="3"/>
                                        </p:tgtEl>
                                        <p:attrNameLst>
                                          <p:attrName>ppt_x</p:attrName>
                                        </p:attrNameLst>
                                      </p:cBhvr>
                                      <p:tavLst>
                                        <p:tav tm="0">
                                          <p:val>
                                            <p:strVal val="1+#ppt_w/2"/>
                                          </p:val>
                                        </p:tav>
                                        <p:tav tm="100000">
                                          <p:val>
                                            <p:strVal val="#ppt_x"/>
                                          </p:val>
                                        </p:tav>
                                      </p:tavLst>
                                    </p:anim>
                                    <p:anim calcmode="lin" valueType="num">
                                      <p:cBhvr additive="base">
                                        <p:cTn id="7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2" fill="hold" nodeType="clickEffect">
                                  <p:stCondLst>
                                    <p:cond delay="0"/>
                                  </p:stCondLst>
                                  <p:childTnLst>
                                    <p:set>
                                      <p:cBhvr>
                                        <p:cTn id="79" dur="1" fill="hold">
                                          <p:stCondLst>
                                            <p:cond delay="0"/>
                                          </p:stCondLst>
                                        </p:cTn>
                                        <p:tgtEl>
                                          <p:spTgt spid="2"/>
                                        </p:tgtEl>
                                        <p:attrNameLst>
                                          <p:attrName>style.visibility</p:attrName>
                                        </p:attrNameLst>
                                      </p:cBhvr>
                                      <p:to>
                                        <p:strVal val="visible"/>
                                      </p:to>
                                    </p:set>
                                    <p:anim calcmode="lin" valueType="num">
                                      <p:cBhvr additive="base">
                                        <p:cTn id="80" dur="500" fill="hold"/>
                                        <p:tgtEl>
                                          <p:spTgt spid="2"/>
                                        </p:tgtEl>
                                        <p:attrNameLst>
                                          <p:attrName>ppt_x</p:attrName>
                                        </p:attrNameLst>
                                      </p:cBhvr>
                                      <p:tavLst>
                                        <p:tav tm="0">
                                          <p:val>
                                            <p:strVal val="1+#ppt_w/2"/>
                                          </p:val>
                                        </p:tav>
                                        <p:tav tm="100000">
                                          <p:val>
                                            <p:strVal val="#ppt_x"/>
                                          </p:val>
                                        </p:tav>
                                      </p:tavLst>
                                    </p:anim>
                                    <p:anim calcmode="lin" valueType="num">
                                      <p:cBhvr additive="base">
                                        <p:cTn id="81"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118" grpId="0" build="p" advAuto="1000"/>
      <p:bldP spid="772119" grpId="0" build="p" advAuto="1000"/>
      <p:bldP spid="772120" grpId="0" build="p" advAuto="100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A28400-B895-4D05-B564-9FF890B724AF}"/>
              </a:ext>
            </a:extLst>
          </p:cNvPr>
          <p:cNvSpPr>
            <a:spLocks noGrp="1"/>
          </p:cNvSpPr>
          <p:nvPr>
            <p:ph type="title"/>
          </p:nvPr>
        </p:nvSpPr>
        <p:spPr/>
        <p:txBody>
          <a:bodyPr/>
          <a:lstStyle/>
          <a:p>
            <a:r>
              <a:rPr lang="zh-CN" altLang="en-US" dirty="0"/>
              <a:t>三维数组的顺序存储</a:t>
            </a:r>
          </a:p>
        </p:txBody>
      </p:sp>
      <p:sp>
        <p:nvSpPr>
          <p:cNvPr id="6" name="Rectangle 3">
            <a:extLst>
              <a:ext uri="{FF2B5EF4-FFF2-40B4-BE49-F238E27FC236}">
                <a16:creationId xmlns:a16="http://schemas.microsoft.com/office/drawing/2014/main" id="{2EECA85A-0966-4740-8146-17952A8367E2}"/>
              </a:ext>
            </a:extLst>
          </p:cNvPr>
          <p:cNvSpPr txBox="1">
            <a:spLocks noChangeArrowheads="1"/>
          </p:cNvSpPr>
          <p:nvPr/>
        </p:nvSpPr>
        <p:spPr>
          <a:xfrm>
            <a:off x="179512" y="749845"/>
            <a:ext cx="8784976" cy="2666455"/>
          </a:xfrm>
          <a:prstGeom prst="rect">
            <a:avLst/>
          </a:prstGeom>
          <a:noFill/>
          <a:ln w="9525">
            <a:noFill/>
          </a:ln>
        </p:spPr>
        <p:txBody>
          <a:bodyPr/>
          <a:lstStyle>
            <a:lvl1pPr marL="457200" indent="-457200" algn="l" rtl="0" eaLnBrk="0" fontAlgn="base" hangingPunct="0">
              <a:lnSpc>
                <a:spcPct val="150000"/>
              </a:lnSpc>
              <a:spcBef>
                <a:spcPts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lnSpc>
                <a:spcPct val="150000"/>
              </a:lnSpc>
              <a:spcBef>
                <a:spcPts val="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buClr>
                <a:srgbClr val="990099"/>
              </a:buClr>
              <a:buSzPct val="50000"/>
              <a:buFont typeface="Wingdings" panose="05000000000000000000" pitchFamily="2" charset="2"/>
              <a:buChar char="l"/>
            </a:pPr>
            <a:r>
              <a:rPr lang="zh-CN" altLang="en-US" b="0" kern="0" dirty="0">
                <a:latin typeface="+mn-ea"/>
                <a:ea typeface="+mn-ea"/>
              </a:rPr>
              <a:t>假设各维元素个数为 </a:t>
            </a:r>
            <a:r>
              <a:rPr lang="en-US" altLang="zh-CN" b="0" i="1" kern="0" dirty="0">
                <a:latin typeface="Times New Roman" panose="02020603050405020304" pitchFamily="18" charset="0"/>
                <a:ea typeface="仿宋_GB2312" pitchFamily="49" charset="-122"/>
              </a:rPr>
              <a:t>m</a:t>
            </a:r>
            <a:r>
              <a:rPr lang="en-US" altLang="zh-CN" b="0" kern="0" baseline="-25000" dirty="0">
                <a:latin typeface="Times New Roman" panose="02020603050405020304" pitchFamily="18" charset="0"/>
                <a:ea typeface="仿宋_GB2312" pitchFamily="49" charset="-122"/>
              </a:rPr>
              <a:t>1</a:t>
            </a:r>
            <a:r>
              <a:rPr lang="en-US" altLang="zh-CN" b="0" i="1" kern="0" dirty="0">
                <a:latin typeface="Times New Roman" panose="02020603050405020304" pitchFamily="18" charset="0"/>
                <a:ea typeface="仿宋_GB2312" pitchFamily="49" charset="-122"/>
              </a:rPr>
              <a:t>, m</a:t>
            </a:r>
            <a:r>
              <a:rPr lang="en-US" altLang="zh-CN" b="0" kern="0" baseline="-25000" dirty="0">
                <a:latin typeface="Times New Roman" panose="02020603050405020304" pitchFamily="18" charset="0"/>
                <a:ea typeface="仿宋_GB2312" pitchFamily="49" charset="-122"/>
              </a:rPr>
              <a:t>2</a:t>
            </a:r>
            <a:r>
              <a:rPr lang="en-US" altLang="zh-CN" b="0" i="1" kern="0" dirty="0">
                <a:latin typeface="Times New Roman" panose="02020603050405020304" pitchFamily="18" charset="0"/>
                <a:ea typeface="仿宋_GB2312" pitchFamily="49" charset="-122"/>
              </a:rPr>
              <a:t>, m</a:t>
            </a:r>
            <a:r>
              <a:rPr lang="en-US" altLang="zh-CN" b="0" kern="0" baseline="-25000" dirty="0">
                <a:latin typeface="Times New Roman" panose="02020603050405020304" pitchFamily="18" charset="0"/>
                <a:ea typeface="仿宋_GB2312" pitchFamily="49" charset="-122"/>
              </a:rPr>
              <a:t>3</a:t>
            </a:r>
            <a:r>
              <a:rPr lang="zh-CN" altLang="en-US" b="0" kern="0" dirty="0">
                <a:latin typeface="+mn-ea"/>
                <a:ea typeface="+mn-ea"/>
              </a:rPr>
              <a:t>，每个元素占据 </a:t>
            </a:r>
            <a:r>
              <a:rPr lang="en-US" altLang="zh-CN" b="0" i="1" kern="0" dirty="0">
                <a:latin typeface="Times New Roman" panose="02020603050405020304" pitchFamily="18" charset="0"/>
                <a:ea typeface="仿宋_GB2312" pitchFamily="49" charset="-122"/>
              </a:rPr>
              <a:t>l</a:t>
            </a:r>
            <a:r>
              <a:rPr lang="en-US" altLang="zh-CN" b="0" kern="0" dirty="0">
                <a:latin typeface="Times New Roman" panose="02020603050405020304" pitchFamily="18" charset="0"/>
                <a:ea typeface="仿宋_GB2312" pitchFamily="49" charset="-122"/>
              </a:rPr>
              <a:t> </a:t>
            </a:r>
            <a:r>
              <a:rPr lang="zh-CN" altLang="en-US" b="0" kern="0" dirty="0">
                <a:latin typeface="+mn-ea"/>
                <a:ea typeface="+mn-ea"/>
              </a:rPr>
              <a:t>个存储单元，数组首地址为 </a:t>
            </a:r>
            <a:r>
              <a:rPr lang="en-US" altLang="zh-CN" b="0" i="1" kern="0" dirty="0">
                <a:ea typeface="+mn-ea"/>
              </a:rPr>
              <a:t>a</a:t>
            </a:r>
            <a:r>
              <a:rPr lang="zh-CN" altLang="en-US" b="0" kern="0" dirty="0">
                <a:latin typeface="+mn-ea"/>
                <a:ea typeface="+mn-ea"/>
              </a:rPr>
              <a:t>，按</a:t>
            </a:r>
            <a:r>
              <a:rPr lang="zh-CN" altLang="en-US" kern="0" dirty="0">
                <a:solidFill>
                  <a:srgbClr val="00B050"/>
                </a:solidFill>
                <a:latin typeface="+mn-ea"/>
                <a:ea typeface="+mn-ea"/>
              </a:rPr>
              <a:t>页</a:t>
            </a:r>
            <a:r>
              <a:rPr lang="en-US" altLang="zh-CN" kern="0" dirty="0">
                <a:solidFill>
                  <a:srgbClr val="00B050"/>
                </a:solidFill>
                <a:latin typeface="+mn-ea"/>
                <a:ea typeface="+mn-ea"/>
              </a:rPr>
              <a:t>/</a:t>
            </a:r>
            <a:r>
              <a:rPr lang="zh-CN" altLang="en-US" kern="0" dirty="0">
                <a:solidFill>
                  <a:srgbClr val="00B050"/>
                </a:solidFill>
                <a:latin typeface="+mn-ea"/>
                <a:ea typeface="+mn-ea"/>
              </a:rPr>
              <a:t>行</a:t>
            </a:r>
            <a:r>
              <a:rPr lang="en-US" altLang="zh-CN" kern="0" dirty="0">
                <a:solidFill>
                  <a:srgbClr val="00B050"/>
                </a:solidFill>
                <a:latin typeface="+mn-ea"/>
                <a:ea typeface="+mn-ea"/>
              </a:rPr>
              <a:t>/</a:t>
            </a:r>
            <a:r>
              <a:rPr lang="zh-CN" altLang="en-US" kern="0" dirty="0">
                <a:solidFill>
                  <a:srgbClr val="00B050"/>
                </a:solidFill>
                <a:latin typeface="+mn-ea"/>
                <a:ea typeface="+mn-ea"/>
              </a:rPr>
              <a:t>列</a:t>
            </a:r>
            <a:r>
              <a:rPr lang="zh-CN" altLang="en-US" b="0" kern="0" dirty="0">
                <a:latin typeface="+mn-ea"/>
                <a:ea typeface="+mn-ea"/>
              </a:rPr>
              <a:t>方式存放，则下标为 </a:t>
            </a:r>
            <a:r>
              <a:rPr lang="en-US" altLang="zh-CN" b="0" i="1" kern="0" dirty="0">
                <a:latin typeface="Times New Roman" panose="02020603050405020304" pitchFamily="18" charset="0"/>
                <a:ea typeface="仿宋_GB2312" pitchFamily="49" charset="-122"/>
              </a:rPr>
              <a:t>i</a:t>
            </a:r>
            <a:r>
              <a:rPr lang="en-US" altLang="zh-CN" b="0" kern="0" baseline="-25000" dirty="0">
                <a:latin typeface="Times New Roman" panose="02020603050405020304" pitchFamily="18" charset="0"/>
                <a:ea typeface="仿宋_GB2312" pitchFamily="49" charset="-122"/>
              </a:rPr>
              <a:t>1</a:t>
            </a:r>
            <a:r>
              <a:rPr lang="en-US" altLang="zh-CN" b="0" i="1" kern="0" dirty="0">
                <a:latin typeface="Times New Roman" panose="02020603050405020304" pitchFamily="18" charset="0"/>
                <a:ea typeface="仿宋_GB2312" pitchFamily="49" charset="-122"/>
              </a:rPr>
              <a:t>, i</a:t>
            </a:r>
            <a:r>
              <a:rPr lang="en-US" altLang="zh-CN" b="0" kern="0" baseline="-25000" dirty="0">
                <a:latin typeface="Times New Roman" panose="02020603050405020304" pitchFamily="18" charset="0"/>
                <a:ea typeface="仿宋_GB2312" pitchFamily="49" charset="-122"/>
              </a:rPr>
              <a:t>2</a:t>
            </a:r>
            <a:r>
              <a:rPr lang="en-US" altLang="zh-CN" b="0" i="1" kern="0" dirty="0">
                <a:latin typeface="Times New Roman" panose="02020603050405020304" pitchFamily="18" charset="0"/>
                <a:ea typeface="仿宋_GB2312" pitchFamily="49" charset="-122"/>
              </a:rPr>
              <a:t>, i</a:t>
            </a:r>
            <a:r>
              <a:rPr lang="en-US" altLang="zh-CN" b="0" kern="0" baseline="-25000" dirty="0">
                <a:latin typeface="Times New Roman" panose="02020603050405020304" pitchFamily="18" charset="0"/>
                <a:ea typeface="仿宋_GB2312" pitchFamily="49" charset="-122"/>
              </a:rPr>
              <a:t>3 </a:t>
            </a:r>
            <a:r>
              <a:rPr lang="zh-CN" altLang="en-US" b="0" kern="0" dirty="0">
                <a:latin typeface="+mn-ea"/>
                <a:ea typeface="+mn-ea"/>
              </a:rPr>
              <a:t>的数组元素的存储地址为：</a:t>
            </a:r>
          </a:p>
          <a:p>
            <a:pPr algn="ctr">
              <a:buFont typeface="Wingdings" panose="05000000000000000000" pitchFamily="2" charset="2"/>
              <a:buNone/>
            </a:pPr>
            <a:r>
              <a:rPr kumimoji="1" lang="en-US" altLang="zh-CN" kern="0" dirty="0">
                <a:solidFill>
                  <a:srgbClr val="FF3300"/>
                </a:solidFill>
                <a:latin typeface="Times New Roman" panose="02020603050405020304" pitchFamily="18" charset="0"/>
              </a:rPr>
              <a:t>LOC (</a:t>
            </a:r>
            <a:r>
              <a:rPr kumimoji="1" lang="en-US" altLang="zh-CN" i="1" kern="0" dirty="0">
                <a:solidFill>
                  <a:srgbClr val="FF3300"/>
                </a:solidFill>
                <a:latin typeface="Times New Roman" panose="02020603050405020304" pitchFamily="18" charset="0"/>
              </a:rPr>
              <a:t>i</a:t>
            </a:r>
            <a:r>
              <a:rPr kumimoji="1" lang="en-US" altLang="zh-CN" kern="0" baseline="-25000" dirty="0">
                <a:solidFill>
                  <a:srgbClr val="FF3300"/>
                </a:solidFill>
                <a:latin typeface="Times New Roman" panose="02020603050405020304" pitchFamily="18" charset="0"/>
              </a:rPr>
              <a:t>1</a:t>
            </a:r>
            <a:r>
              <a:rPr kumimoji="1" lang="en-US" altLang="zh-CN" i="1" kern="0" dirty="0">
                <a:solidFill>
                  <a:srgbClr val="FF3300"/>
                </a:solidFill>
                <a:latin typeface="Times New Roman" panose="02020603050405020304" pitchFamily="18" charset="0"/>
              </a:rPr>
              <a:t>, i</a:t>
            </a:r>
            <a:r>
              <a:rPr kumimoji="1" lang="en-US" altLang="zh-CN" kern="0" baseline="-25000" dirty="0">
                <a:solidFill>
                  <a:srgbClr val="FF3300"/>
                </a:solidFill>
                <a:latin typeface="Times New Roman" panose="02020603050405020304" pitchFamily="18" charset="0"/>
              </a:rPr>
              <a:t>2</a:t>
            </a:r>
            <a:r>
              <a:rPr kumimoji="1" lang="en-US" altLang="zh-CN" i="1" kern="0" dirty="0">
                <a:solidFill>
                  <a:srgbClr val="FF3300"/>
                </a:solidFill>
                <a:latin typeface="Times New Roman" panose="02020603050405020304" pitchFamily="18" charset="0"/>
              </a:rPr>
              <a:t>, i</a:t>
            </a:r>
            <a:r>
              <a:rPr kumimoji="1" lang="en-US" altLang="zh-CN" kern="0" baseline="-25000" dirty="0">
                <a:solidFill>
                  <a:srgbClr val="FF3300"/>
                </a:solidFill>
                <a:latin typeface="Times New Roman" panose="02020603050405020304" pitchFamily="18" charset="0"/>
              </a:rPr>
              <a:t>3</a:t>
            </a:r>
            <a:r>
              <a:rPr kumimoji="1" lang="en-US" altLang="zh-CN" kern="0" dirty="0">
                <a:solidFill>
                  <a:srgbClr val="FF3300"/>
                </a:solidFill>
                <a:latin typeface="Times New Roman" panose="02020603050405020304" pitchFamily="18" charset="0"/>
              </a:rPr>
              <a:t>) = </a:t>
            </a:r>
            <a:r>
              <a:rPr kumimoji="1" lang="en-US" altLang="zh-CN" i="1" kern="0" dirty="0">
                <a:solidFill>
                  <a:srgbClr val="FF3300"/>
                </a:solidFill>
                <a:latin typeface="Times New Roman" panose="02020603050405020304" pitchFamily="18" charset="0"/>
              </a:rPr>
              <a:t>a</a:t>
            </a:r>
            <a:r>
              <a:rPr kumimoji="1" lang="en-US" altLang="zh-CN" kern="0" dirty="0">
                <a:solidFill>
                  <a:srgbClr val="FF3300"/>
                </a:solidFill>
                <a:latin typeface="Times New Roman" panose="02020603050405020304" pitchFamily="18" charset="0"/>
              </a:rPr>
              <a:t> + (</a:t>
            </a:r>
            <a:r>
              <a:rPr kumimoji="1" lang="en-US" altLang="zh-CN" i="1" kern="0" dirty="0">
                <a:solidFill>
                  <a:srgbClr val="0000FF"/>
                </a:solidFill>
                <a:latin typeface="Times New Roman" panose="02020603050405020304" pitchFamily="18" charset="0"/>
              </a:rPr>
              <a:t>i</a:t>
            </a:r>
            <a:r>
              <a:rPr kumimoji="1" lang="en-US" altLang="zh-CN" kern="0" baseline="-25000" dirty="0">
                <a:solidFill>
                  <a:srgbClr val="0000FF"/>
                </a:solidFill>
                <a:latin typeface="Times New Roman" panose="02020603050405020304" pitchFamily="18" charset="0"/>
              </a:rPr>
              <a:t>1</a:t>
            </a:r>
            <a:r>
              <a:rPr kumimoji="1" lang="en-US" altLang="zh-CN" kern="0" dirty="0">
                <a:solidFill>
                  <a:srgbClr val="FF3300"/>
                </a:solidFill>
                <a:latin typeface="Times New Roman" panose="02020603050405020304" pitchFamily="18" charset="0"/>
              </a:rPr>
              <a:t>*</a:t>
            </a:r>
            <a:r>
              <a:rPr kumimoji="1" lang="en-US" altLang="zh-CN" i="1" kern="0" dirty="0">
                <a:solidFill>
                  <a:srgbClr val="FF3300"/>
                </a:solidFill>
                <a:latin typeface="Times New Roman" panose="02020603050405020304" pitchFamily="18" charset="0"/>
              </a:rPr>
              <a:t>m</a:t>
            </a:r>
            <a:r>
              <a:rPr kumimoji="1" lang="en-US" altLang="zh-CN" kern="0" baseline="-25000" dirty="0">
                <a:solidFill>
                  <a:srgbClr val="FF3300"/>
                </a:solidFill>
                <a:latin typeface="Times New Roman" panose="02020603050405020304" pitchFamily="18" charset="0"/>
              </a:rPr>
              <a:t>2</a:t>
            </a:r>
            <a:r>
              <a:rPr kumimoji="1" lang="en-US" altLang="zh-CN" kern="0" dirty="0">
                <a:solidFill>
                  <a:srgbClr val="FF3300"/>
                </a:solidFill>
                <a:latin typeface="Times New Roman" panose="02020603050405020304" pitchFamily="18" charset="0"/>
              </a:rPr>
              <a:t>*</a:t>
            </a:r>
            <a:r>
              <a:rPr kumimoji="1" lang="en-US" altLang="zh-CN" i="1" kern="0" dirty="0">
                <a:solidFill>
                  <a:srgbClr val="FF3300"/>
                </a:solidFill>
                <a:latin typeface="Times New Roman" panose="02020603050405020304" pitchFamily="18" charset="0"/>
              </a:rPr>
              <a:t>m</a:t>
            </a:r>
            <a:r>
              <a:rPr kumimoji="1" lang="en-US" altLang="zh-CN" kern="0" baseline="-25000" dirty="0">
                <a:solidFill>
                  <a:srgbClr val="FF3300"/>
                </a:solidFill>
                <a:latin typeface="Times New Roman" panose="02020603050405020304" pitchFamily="18" charset="0"/>
              </a:rPr>
              <a:t>3</a:t>
            </a:r>
            <a:r>
              <a:rPr kumimoji="1" lang="en-US" altLang="zh-CN" kern="0" dirty="0">
                <a:solidFill>
                  <a:srgbClr val="FF3300"/>
                </a:solidFill>
                <a:latin typeface="Times New Roman" panose="02020603050405020304" pitchFamily="18" charset="0"/>
              </a:rPr>
              <a:t> </a:t>
            </a:r>
            <a:r>
              <a:rPr kumimoji="1" lang="en-US" altLang="zh-CN" i="1" kern="0" dirty="0">
                <a:solidFill>
                  <a:srgbClr val="FF3300"/>
                </a:solidFill>
                <a:latin typeface="Times New Roman" panose="02020603050405020304" pitchFamily="18" charset="0"/>
              </a:rPr>
              <a:t>+ </a:t>
            </a:r>
            <a:r>
              <a:rPr kumimoji="1" lang="en-US" altLang="zh-CN" i="1" kern="0" dirty="0">
                <a:solidFill>
                  <a:srgbClr val="0000FF"/>
                </a:solidFill>
                <a:latin typeface="Times New Roman" panose="02020603050405020304" pitchFamily="18" charset="0"/>
              </a:rPr>
              <a:t>i</a:t>
            </a:r>
            <a:r>
              <a:rPr kumimoji="1" lang="en-US" altLang="zh-CN" kern="0" baseline="-25000" dirty="0">
                <a:solidFill>
                  <a:srgbClr val="0000FF"/>
                </a:solidFill>
                <a:latin typeface="Times New Roman" panose="02020603050405020304" pitchFamily="18" charset="0"/>
              </a:rPr>
              <a:t>2</a:t>
            </a:r>
            <a:r>
              <a:rPr kumimoji="1" lang="en-US" altLang="zh-CN" i="1" kern="0" dirty="0">
                <a:solidFill>
                  <a:srgbClr val="FF3300"/>
                </a:solidFill>
                <a:latin typeface="Times New Roman" panose="02020603050405020304" pitchFamily="18" charset="0"/>
              </a:rPr>
              <a:t>*m</a:t>
            </a:r>
            <a:r>
              <a:rPr kumimoji="1" lang="en-US" altLang="zh-CN" kern="0" baseline="-25000" dirty="0">
                <a:solidFill>
                  <a:srgbClr val="FF3300"/>
                </a:solidFill>
                <a:latin typeface="Times New Roman" panose="02020603050405020304" pitchFamily="18" charset="0"/>
              </a:rPr>
              <a:t>3</a:t>
            </a:r>
            <a:r>
              <a:rPr kumimoji="1" lang="en-US" altLang="zh-CN" kern="0" dirty="0">
                <a:solidFill>
                  <a:srgbClr val="FF3300"/>
                </a:solidFill>
                <a:latin typeface="Times New Roman" panose="02020603050405020304" pitchFamily="18" charset="0"/>
              </a:rPr>
              <a:t> </a:t>
            </a:r>
            <a:r>
              <a:rPr kumimoji="1" lang="en-US" altLang="zh-CN" i="1" kern="0" dirty="0">
                <a:solidFill>
                  <a:srgbClr val="FF3300"/>
                </a:solidFill>
                <a:latin typeface="Times New Roman" panose="02020603050405020304" pitchFamily="18" charset="0"/>
              </a:rPr>
              <a:t>+ </a:t>
            </a:r>
            <a:r>
              <a:rPr kumimoji="1" lang="en-US" altLang="zh-CN" i="1" kern="0" dirty="0">
                <a:solidFill>
                  <a:srgbClr val="0000FF"/>
                </a:solidFill>
                <a:latin typeface="Times New Roman" panose="02020603050405020304" pitchFamily="18" charset="0"/>
              </a:rPr>
              <a:t>i</a:t>
            </a:r>
            <a:r>
              <a:rPr kumimoji="1" lang="en-US" altLang="zh-CN" kern="0" baseline="-25000" dirty="0">
                <a:solidFill>
                  <a:srgbClr val="0000FF"/>
                </a:solidFill>
                <a:latin typeface="Times New Roman" panose="02020603050405020304" pitchFamily="18" charset="0"/>
              </a:rPr>
              <a:t>3</a:t>
            </a:r>
            <a:r>
              <a:rPr kumimoji="1" lang="en-US" altLang="zh-CN" kern="0" dirty="0">
                <a:solidFill>
                  <a:srgbClr val="FF3300"/>
                </a:solidFill>
                <a:latin typeface="Times New Roman" panose="02020603050405020304" pitchFamily="18" charset="0"/>
              </a:rPr>
              <a:t>) *</a:t>
            </a:r>
            <a:r>
              <a:rPr kumimoji="1" lang="en-US" altLang="zh-CN" i="1" kern="0" dirty="0">
                <a:solidFill>
                  <a:srgbClr val="FF3300"/>
                </a:solidFill>
                <a:latin typeface="Times New Roman" panose="02020603050405020304" pitchFamily="18" charset="0"/>
              </a:rPr>
              <a:t> l</a:t>
            </a:r>
            <a:r>
              <a:rPr lang="en-US" altLang="zh-CN" kern="0" dirty="0">
                <a:effectLst>
                  <a:outerShdw blurRad="38100" dist="38100" dir="2700000" algn="tl">
                    <a:srgbClr val="C0C0C0"/>
                  </a:outerShdw>
                </a:effectLst>
                <a:latin typeface="Times New Roman" panose="02020603050405020304" pitchFamily="18" charset="0"/>
                <a:ea typeface="仿宋_GB2312" pitchFamily="49" charset="-122"/>
              </a:rPr>
              <a:t> </a:t>
            </a:r>
          </a:p>
        </p:txBody>
      </p:sp>
      <p:sp>
        <p:nvSpPr>
          <p:cNvPr id="7" name="AutoShape 5">
            <a:extLst>
              <a:ext uri="{FF2B5EF4-FFF2-40B4-BE49-F238E27FC236}">
                <a16:creationId xmlns:a16="http://schemas.microsoft.com/office/drawing/2014/main" id="{D3994543-5EA9-4CBB-8558-45517FD59816}"/>
              </a:ext>
            </a:extLst>
          </p:cNvPr>
          <p:cNvSpPr>
            <a:spLocks/>
          </p:cNvSpPr>
          <p:nvPr/>
        </p:nvSpPr>
        <p:spPr bwMode="auto">
          <a:xfrm rot="16200000">
            <a:off x="4773590" y="2787987"/>
            <a:ext cx="194648" cy="1332659"/>
          </a:xfrm>
          <a:prstGeom prst="leftBrace">
            <a:avLst>
              <a:gd name="adj1" fmla="val 113988"/>
              <a:gd name="adj2" fmla="val 50000"/>
            </a:avLst>
          </a:prstGeom>
          <a:noFill/>
          <a:ln w="28575">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6">
            <a:extLst>
              <a:ext uri="{FF2B5EF4-FFF2-40B4-BE49-F238E27FC236}">
                <a16:creationId xmlns:a16="http://schemas.microsoft.com/office/drawing/2014/main" id="{802B7599-2306-480C-B850-7690FD534BFB}"/>
              </a:ext>
            </a:extLst>
          </p:cNvPr>
          <p:cNvSpPr txBox="1">
            <a:spLocks noChangeArrowheads="1"/>
          </p:cNvSpPr>
          <p:nvPr/>
        </p:nvSpPr>
        <p:spPr bwMode="auto">
          <a:xfrm>
            <a:off x="4205331" y="3573016"/>
            <a:ext cx="1331913" cy="1955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zh-CN" altLang="en-US" sz="2800" b="0" dirty="0">
                <a:solidFill>
                  <a:srgbClr val="00B050"/>
                </a:solidFill>
                <a:latin typeface="+mn-ea"/>
                <a:ea typeface="+mn-ea"/>
              </a:rPr>
              <a:t>前</a:t>
            </a:r>
            <a:r>
              <a:rPr kumimoji="1" lang="zh-CN" altLang="en-US" sz="2800" b="0" dirty="0">
                <a:solidFill>
                  <a:srgbClr val="00B050"/>
                </a:solidFill>
                <a:latin typeface="+mn-lt"/>
                <a:ea typeface="+mn-ea"/>
              </a:rPr>
              <a:t> </a:t>
            </a:r>
            <a:r>
              <a:rPr kumimoji="1" lang="en-US" altLang="zh-CN" sz="2800" b="0" i="1" dirty="0">
                <a:solidFill>
                  <a:srgbClr val="00B050"/>
                </a:solidFill>
                <a:latin typeface="+mn-lt"/>
                <a:ea typeface="+mn-ea"/>
              </a:rPr>
              <a:t>i</a:t>
            </a:r>
            <a:r>
              <a:rPr kumimoji="1" lang="en-US" altLang="zh-CN" sz="2800" b="0" baseline="-25000" dirty="0">
                <a:solidFill>
                  <a:srgbClr val="00B050"/>
                </a:solidFill>
                <a:latin typeface="+mn-lt"/>
                <a:ea typeface="+mn-ea"/>
              </a:rPr>
              <a:t>1 </a:t>
            </a:r>
            <a:r>
              <a:rPr kumimoji="1" lang="zh-CN" altLang="en-US" sz="2800" b="0" dirty="0">
                <a:solidFill>
                  <a:srgbClr val="00B050"/>
                </a:solidFill>
                <a:latin typeface="+mn-ea"/>
                <a:ea typeface="+mn-ea"/>
              </a:rPr>
              <a:t>页</a:t>
            </a:r>
          </a:p>
          <a:p>
            <a:pPr>
              <a:lnSpc>
                <a:spcPct val="150000"/>
              </a:lnSpc>
            </a:pPr>
            <a:r>
              <a:rPr kumimoji="1" lang="zh-CN" altLang="en-US" sz="2800" b="0" dirty="0">
                <a:solidFill>
                  <a:srgbClr val="00B050"/>
                </a:solidFill>
                <a:latin typeface="+mn-ea"/>
                <a:ea typeface="+mn-ea"/>
              </a:rPr>
              <a:t>总元素</a:t>
            </a:r>
          </a:p>
          <a:p>
            <a:pPr>
              <a:lnSpc>
                <a:spcPct val="150000"/>
              </a:lnSpc>
            </a:pPr>
            <a:r>
              <a:rPr kumimoji="1" lang="zh-CN" altLang="en-US" sz="2800" b="0" dirty="0">
                <a:solidFill>
                  <a:srgbClr val="00B050"/>
                </a:solidFill>
                <a:latin typeface="+mn-ea"/>
                <a:ea typeface="+mn-ea"/>
              </a:rPr>
              <a:t>个数</a:t>
            </a:r>
          </a:p>
        </p:txBody>
      </p:sp>
      <p:sp>
        <p:nvSpPr>
          <p:cNvPr id="9" name="AutoShape 7">
            <a:extLst>
              <a:ext uri="{FF2B5EF4-FFF2-40B4-BE49-F238E27FC236}">
                <a16:creationId xmlns:a16="http://schemas.microsoft.com/office/drawing/2014/main" id="{4D355E48-3DCE-4E83-B046-A127CC83BEEB}"/>
              </a:ext>
            </a:extLst>
          </p:cNvPr>
          <p:cNvSpPr>
            <a:spLocks/>
          </p:cNvSpPr>
          <p:nvPr/>
        </p:nvSpPr>
        <p:spPr bwMode="auto">
          <a:xfrm rot="16200000">
            <a:off x="6250670" y="3046474"/>
            <a:ext cx="216024" cy="837060"/>
          </a:xfrm>
          <a:prstGeom prst="leftBrace">
            <a:avLst>
              <a:gd name="adj1" fmla="val 55645"/>
              <a:gd name="adj2" fmla="val 50000"/>
            </a:avLst>
          </a:prstGeom>
          <a:noFill/>
          <a:ln w="28575">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8">
            <a:extLst>
              <a:ext uri="{FF2B5EF4-FFF2-40B4-BE49-F238E27FC236}">
                <a16:creationId xmlns:a16="http://schemas.microsoft.com/office/drawing/2014/main" id="{C7DABFE6-7255-464E-95CA-CEA9CB433930}"/>
              </a:ext>
            </a:extLst>
          </p:cNvPr>
          <p:cNvSpPr txBox="1">
            <a:spLocks noChangeArrowheads="1"/>
          </p:cNvSpPr>
          <p:nvPr/>
        </p:nvSpPr>
        <p:spPr bwMode="auto">
          <a:xfrm>
            <a:off x="5645193" y="3573016"/>
            <a:ext cx="1301405" cy="2601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2800" b="0" dirty="0">
                <a:solidFill>
                  <a:srgbClr val="00B050"/>
                </a:solidFill>
                <a:latin typeface="+mn-ea"/>
                <a:ea typeface="+mn-ea"/>
              </a:rPr>
              <a:t>第 </a:t>
            </a:r>
            <a:r>
              <a:rPr kumimoji="1" lang="en-US" altLang="zh-CN" sz="2800" b="0" i="1" dirty="0">
                <a:solidFill>
                  <a:srgbClr val="00B050"/>
                </a:solidFill>
                <a:latin typeface="+mn-lt"/>
                <a:ea typeface="+mn-ea"/>
              </a:rPr>
              <a:t>i</a:t>
            </a:r>
            <a:r>
              <a:rPr kumimoji="1" lang="en-US" altLang="zh-CN" sz="2800" b="0" baseline="-25000" dirty="0">
                <a:solidFill>
                  <a:srgbClr val="00B050"/>
                </a:solidFill>
                <a:latin typeface="+mn-lt"/>
                <a:ea typeface="+mn-ea"/>
              </a:rPr>
              <a:t>1 </a:t>
            </a:r>
            <a:r>
              <a:rPr kumimoji="1" lang="zh-CN" altLang="en-US" sz="2800" b="0" dirty="0">
                <a:solidFill>
                  <a:srgbClr val="00B050"/>
                </a:solidFill>
                <a:latin typeface="+mn-ea"/>
                <a:ea typeface="+mn-ea"/>
              </a:rPr>
              <a:t>页</a:t>
            </a:r>
          </a:p>
          <a:p>
            <a:pPr>
              <a:lnSpc>
                <a:spcPct val="150000"/>
              </a:lnSpc>
            </a:pPr>
            <a:r>
              <a:rPr kumimoji="1" lang="zh-CN" altLang="en-US" sz="2800" b="0" dirty="0">
                <a:solidFill>
                  <a:srgbClr val="00B050"/>
                </a:solidFill>
                <a:latin typeface="+mn-ea"/>
                <a:ea typeface="+mn-ea"/>
              </a:rPr>
              <a:t>前 </a:t>
            </a:r>
            <a:r>
              <a:rPr kumimoji="1" lang="en-US" altLang="zh-CN" sz="2800" b="0" i="1" dirty="0">
                <a:solidFill>
                  <a:srgbClr val="00B050"/>
                </a:solidFill>
                <a:latin typeface="+mn-lt"/>
                <a:ea typeface="+mn-ea"/>
              </a:rPr>
              <a:t>i</a:t>
            </a:r>
            <a:r>
              <a:rPr kumimoji="1" lang="en-US" altLang="zh-CN" sz="2800" b="0" baseline="-25000" dirty="0">
                <a:solidFill>
                  <a:srgbClr val="00B050"/>
                </a:solidFill>
                <a:latin typeface="+mn-lt"/>
                <a:ea typeface="+mn-ea"/>
              </a:rPr>
              <a:t>2 </a:t>
            </a:r>
            <a:r>
              <a:rPr kumimoji="1" lang="zh-CN" altLang="en-US" sz="2800" b="0" dirty="0">
                <a:solidFill>
                  <a:srgbClr val="00B050"/>
                </a:solidFill>
                <a:latin typeface="+mn-ea"/>
                <a:ea typeface="+mn-ea"/>
              </a:rPr>
              <a:t>行</a:t>
            </a:r>
          </a:p>
          <a:p>
            <a:pPr>
              <a:lnSpc>
                <a:spcPct val="150000"/>
              </a:lnSpc>
            </a:pPr>
            <a:r>
              <a:rPr kumimoji="1" lang="zh-CN" altLang="en-US" sz="2800" b="0" dirty="0">
                <a:solidFill>
                  <a:srgbClr val="00B050"/>
                </a:solidFill>
                <a:latin typeface="+mn-ea"/>
                <a:ea typeface="+mn-ea"/>
              </a:rPr>
              <a:t>总元素</a:t>
            </a:r>
          </a:p>
          <a:p>
            <a:pPr>
              <a:lnSpc>
                <a:spcPct val="150000"/>
              </a:lnSpc>
            </a:pPr>
            <a:r>
              <a:rPr kumimoji="1" lang="zh-CN" altLang="en-US" sz="2800" b="0" dirty="0">
                <a:solidFill>
                  <a:srgbClr val="00B050"/>
                </a:solidFill>
                <a:latin typeface="+mn-ea"/>
                <a:ea typeface="+mn-ea"/>
              </a:rPr>
              <a:t>个数</a:t>
            </a:r>
          </a:p>
        </p:txBody>
      </p:sp>
      <p:sp>
        <p:nvSpPr>
          <p:cNvPr id="11" name="Text Box 9">
            <a:extLst>
              <a:ext uri="{FF2B5EF4-FFF2-40B4-BE49-F238E27FC236}">
                <a16:creationId xmlns:a16="http://schemas.microsoft.com/office/drawing/2014/main" id="{D4D187C2-2F92-45F4-97ED-FC9936EDCFEC}"/>
              </a:ext>
            </a:extLst>
          </p:cNvPr>
          <p:cNvSpPr txBox="1">
            <a:spLocks noChangeArrowheads="1"/>
          </p:cNvSpPr>
          <p:nvPr/>
        </p:nvSpPr>
        <p:spPr bwMode="auto">
          <a:xfrm>
            <a:off x="7020272" y="3573016"/>
            <a:ext cx="1301405" cy="2601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2800" b="0" dirty="0">
                <a:solidFill>
                  <a:srgbClr val="00B050"/>
                </a:solidFill>
                <a:latin typeface="+mn-ea"/>
                <a:ea typeface="+mn-ea"/>
              </a:rPr>
              <a:t>第 </a:t>
            </a:r>
            <a:r>
              <a:rPr kumimoji="1" lang="en-US" altLang="zh-CN" sz="2800" b="0" i="1" dirty="0">
                <a:solidFill>
                  <a:srgbClr val="00B050"/>
                </a:solidFill>
                <a:latin typeface="+mn-lt"/>
                <a:ea typeface="+mn-ea"/>
              </a:rPr>
              <a:t>i</a:t>
            </a:r>
            <a:r>
              <a:rPr kumimoji="1" lang="en-US" altLang="zh-CN" sz="2800" b="0" baseline="-25000" dirty="0">
                <a:solidFill>
                  <a:srgbClr val="00B050"/>
                </a:solidFill>
                <a:latin typeface="+mn-lt"/>
                <a:ea typeface="+mn-ea"/>
              </a:rPr>
              <a:t>2 </a:t>
            </a:r>
            <a:r>
              <a:rPr kumimoji="1" lang="zh-CN" altLang="en-US" sz="2800" b="0" dirty="0">
                <a:solidFill>
                  <a:srgbClr val="00B050"/>
                </a:solidFill>
                <a:latin typeface="+mn-ea"/>
                <a:ea typeface="+mn-ea"/>
              </a:rPr>
              <a:t>行</a:t>
            </a:r>
          </a:p>
          <a:p>
            <a:pPr>
              <a:lnSpc>
                <a:spcPct val="150000"/>
              </a:lnSpc>
            </a:pPr>
            <a:r>
              <a:rPr kumimoji="1" lang="zh-CN" altLang="en-US" sz="2800" b="0" dirty="0">
                <a:solidFill>
                  <a:srgbClr val="00B050"/>
                </a:solidFill>
                <a:latin typeface="+mn-ea"/>
                <a:ea typeface="+mn-ea"/>
              </a:rPr>
              <a:t>前 </a:t>
            </a:r>
            <a:r>
              <a:rPr kumimoji="1" lang="en-US" altLang="zh-CN" sz="2800" b="0" i="1" dirty="0">
                <a:solidFill>
                  <a:srgbClr val="00B050"/>
                </a:solidFill>
                <a:latin typeface="+mn-lt"/>
                <a:ea typeface="+mn-ea"/>
              </a:rPr>
              <a:t>i</a:t>
            </a:r>
            <a:r>
              <a:rPr kumimoji="1" lang="en-US" altLang="zh-CN" sz="2800" b="0" baseline="-25000" dirty="0">
                <a:solidFill>
                  <a:srgbClr val="00B050"/>
                </a:solidFill>
                <a:latin typeface="+mn-lt"/>
                <a:ea typeface="+mn-ea"/>
              </a:rPr>
              <a:t>3</a:t>
            </a:r>
            <a:r>
              <a:rPr kumimoji="1" lang="en-US" altLang="zh-CN" sz="2800" b="0" baseline="-25000" dirty="0">
                <a:solidFill>
                  <a:srgbClr val="00B050"/>
                </a:solidFill>
                <a:latin typeface="+mn-ea"/>
                <a:ea typeface="+mn-ea"/>
              </a:rPr>
              <a:t> </a:t>
            </a:r>
            <a:r>
              <a:rPr kumimoji="1" lang="zh-CN" altLang="en-US" sz="2800" b="0" dirty="0">
                <a:solidFill>
                  <a:srgbClr val="00B050"/>
                </a:solidFill>
                <a:latin typeface="+mn-ea"/>
                <a:ea typeface="+mn-ea"/>
              </a:rPr>
              <a:t>列</a:t>
            </a:r>
          </a:p>
          <a:p>
            <a:pPr>
              <a:lnSpc>
                <a:spcPct val="150000"/>
              </a:lnSpc>
            </a:pPr>
            <a:r>
              <a:rPr kumimoji="1" lang="zh-CN" altLang="en-US" sz="2800" b="0" dirty="0">
                <a:solidFill>
                  <a:srgbClr val="00B050"/>
                </a:solidFill>
                <a:latin typeface="+mn-ea"/>
                <a:ea typeface="+mn-ea"/>
              </a:rPr>
              <a:t>元素个数</a:t>
            </a:r>
          </a:p>
        </p:txBody>
      </p:sp>
      <p:sp>
        <p:nvSpPr>
          <p:cNvPr id="12" name="AutoShape 10">
            <a:extLst>
              <a:ext uri="{FF2B5EF4-FFF2-40B4-BE49-F238E27FC236}">
                <a16:creationId xmlns:a16="http://schemas.microsoft.com/office/drawing/2014/main" id="{6A5FAA9C-F3CA-4A18-BEC1-881307F7A511}"/>
              </a:ext>
            </a:extLst>
          </p:cNvPr>
          <p:cNvSpPr>
            <a:spLocks/>
          </p:cNvSpPr>
          <p:nvPr/>
        </p:nvSpPr>
        <p:spPr bwMode="auto">
          <a:xfrm rot="16200000">
            <a:off x="7172118" y="3298365"/>
            <a:ext cx="187742" cy="323850"/>
          </a:xfrm>
          <a:prstGeom prst="leftBrace">
            <a:avLst>
              <a:gd name="adj1" fmla="val 20000"/>
              <a:gd name="adj2" fmla="val 50000"/>
            </a:avLst>
          </a:prstGeom>
          <a:noFill/>
          <a:ln w="28575">
            <a:solidFill>
              <a:srgbClr val="00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592400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ChangeArrowheads="1"/>
          </p:cNvSpPr>
          <p:nvPr/>
        </p:nvSpPr>
        <p:spPr bwMode="auto">
          <a:xfrm>
            <a:off x="900113" y="207963"/>
            <a:ext cx="27813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n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维数组</a:t>
            </a:r>
          </a:p>
        </p:txBody>
      </p:sp>
      <p:sp>
        <p:nvSpPr>
          <p:cNvPr id="8" name="Rectangle 3">
            <a:extLst>
              <a:ext uri="{FF2B5EF4-FFF2-40B4-BE49-F238E27FC236}">
                <a16:creationId xmlns:a16="http://schemas.microsoft.com/office/drawing/2014/main" id="{D288777A-B848-4249-9248-83331857E5B9}"/>
              </a:ext>
            </a:extLst>
          </p:cNvPr>
          <p:cNvSpPr txBox="1">
            <a:spLocks noChangeArrowheads="1"/>
          </p:cNvSpPr>
          <p:nvPr/>
        </p:nvSpPr>
        <p:spPr>
          <a:xfrm>
            <a:off x="288354" y="1302387"/>
            <a:ext cx="8532118" cy="2777106"/>
          </a:xfrm>
          <a:prstGeom prst="rect">
            <a:avLst/>
          </a:prstGeom>
        </p:spPr>
        <p:txBody>
          <a:bodyPr/>
          <a:lstStyle>
            <a:lvl1pPr marL="457200" indent="-457200" algn="l" rtl="0" eaLnBrk="0" fontAlgn="base" hangingPunct="0">
              <a:lnSpc>
                <a:spcPct val="150000"/>
              </a:lnSpc>
              <a:spcBef>
                <a:spcPct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buClr>
                <a:srgbClr val="990099"/>
              </a:buClr>
              <a:buSzPct val="50000"/>
              <a:buFont typeface="Wingdings" panose="05000000000000000000" pitchFamily="2" charset="2"/>
              <a:buChar char="l"/>
            </a:pPr>
            <a:r>
              <a:rPr lang="zh-CN" altLang="en-US" b="0" kern="0" dirty="0">
                <a:latin typeface="Times New Roman" panose="02020603050405020304" pitchFamily="18" charset="0"/>
                <a:ea typeface="仿宋_GB2312" pitchFamily="49" charset="-122"/>
              </a:rPr>
              <a:t>若各维的元素个数为  </a:t>
            </a:r>
            <a:r>
              <a:rPr lang="en-US" altLang="zh-CN" b="0" i="1" kern="0" dirty="0">
                <a:latin typeface="Times New Roman" panose="02020603050405020304" pitchFamily="18" charset="0"/>
                <a:ea typeface="仿宋_GB2312" pitchFamily="49" charset="-122"/>
              </a:rPr>
              <a:t>m</a:t>
            </a:r>
            <a:r>
              <a:rPr lang="en-US" altLang="zh-CN" b="0" kern="0" baseline="-25000" dirty="0">
                <a:latin typeface="Times New Roman" panose="02020603050405020304" pitchFamily="18" charset="0"/>
                <a:ea typeface="仿宋_GB2312" pitchFamily="49" charset="-122"/>
              </a:rPr>
              <a:t>1</a:t>
            </a:r>
            <a:r>
              <a:rPr lang="en-US" altLang="zh-CN" b="0" i="1" kern="0" dirty="0">
                <a:latin typeface="Times New Roman" panose="02020603050405020304" pitchFamily="18" charset="0"/>
                <a:ea typeface="仿宋_GB2312" pitchFamily="49" charset="-122"/>
              </a:rPr>
              <a:t>, m</a:t>
            </a:r>
            <a:r>
              <a:rPr lang="en-US" altLang="zh-CN" b="0" kern="0" baseline="-25000" dirty="0">
                <a:latin typeface="Times New Roman" panose="02020603050405020304" pitchFamily="18" charset="0"/>
                <a:ea typeface="仿宋_GB2312" pitchFamily="49" charset="-122"/>
              </a:rPr>
              <a:t>2</a:t>
            </a:r>
            <a:r>
              <a:rPr lang="en-US" altLang="zh-CN" b="0" i="1" kern="0" dirty="0">
                <a:latin typeface="Times New Roman" panose="02020603050405020304" pitchFamily="18" charset="0"/>
                <a:ea typeface="仿宋_GB2312" pitchFamily="49" charset="-122"/>
              </a:rPr>
              <a:t>, m</a:t>
            </a:r>
            <a:r>
              <a:rPr lang="en-US" altLang="zh-CN" b="0" kern="0" baseline="-25000" dirty="0">
                <a:latin typeface="Times New Roman" panose="02020603050405020304" pitchFamily="18" charset="0"/>
                <a:ea typeface="仿宋_GB2312" pitchFamily="49" charset="-122"/>
              </a:rPr>
              <a:t>3</a:t>
            </a:r>
            <a:r>
              <a:rPr lang="en-US" altLang="zh-CN" b="0" i="1" kern="0" dirty="0">
                <a:latin typeface="Times New Roman" panose="02020603050405020304" pitchFamily="18" charset="0"/>
                <a:ea typeface="仿宋_GB2312" pitchFamily="49" charset="-122"/>
              </a:rPr>
              <a:t>, …, </a:t>
            </a:r>
            <a:r>
              <a:rPr lang="en-US" altLang="zh-CN" b="0" i="1" kern="0" dirty="0" err="1">
                <a:latin typeface="Times New Roman" panose="02020603050405020304" pitchFamily="18" charset="0"/>
                <a:ea typeface="仿宋_GB2312" pitchFamily="49" charset="-122"/>
              </a:rPr>
              <a:t>m</a:t>
            </a:r>
            <a:r>
              <a:rPr lang="en-US" altLang="zh-CN" b="0" i="1" kern="0" baseline="-25000" dirty="0" err="1">
                <a:latin typeface="Times New Roman" panose="02020603050405020304" pitchFamily="18" charset="0"/>
                <a:ea typeface="仿宋_GB2312" pitchFamily="49" charset="-122"/>
              </a:rPr>
              <a:t>n</a:t>
            </a:r>
            <a:endParaRPr lang="en-US" altLang="zh-CN" b="0" i="1" kern="0" baseline="-25000" dirty="0">
              <a:latin typeface="Times New Roman" panose="02020603050405020304" pitchFamily="18" charset="0"/>
              <a:ea typeface="仿宋_GB2312" pitchFamily="49" charset="-122"/>
            </a:endParaRPr>
          </a:p>
          <a:p>
            <a:pPr>
              <a:buClr>
                <a:srgbClr val="990099"/>
              </a:buClr>
              <a:buSzPct val="50000"/>
              <a:buFont typeface="Wingdings" panose="05000000000000000000" pitchFamily="2" charset="2"/>
              <a:buChar char="l"/>
            </a:pPr>
            <a:r>
              <a:rPr lang="zh-CN" altLang="en-US" b="0" kern="0" dirty="0">
                <a:latin typeface="Times New Roman" panose="02020603050405020304" pitchFamily="18" charset="0"/>
                <a:ea typeface="仿宋_GB2312" pitchFamily="49" charset="-122"/>
              </a:rPr>
              <a:t>则下标为 </a:t>
            </a:r>
            <a:r>
              <a:rPr lang="en-US" altLang="zh-CN" b="0" i="1" kern="0" dirty="0">
                <a:latin typeface="Times New Roman" panose="02020603050405020304" pitchFamily="18" charset="0"/>
                <a:ea typeface="仿宋_GB2312" pitchFamily="49" charset="-122"/>
              </a:rPr>
              <a:t>i</a:t>
            </a:r>
            <a:r>
              <a:rPr lang="en-US" altLang="zh-CN" b="0" kern="0" baseline="-25000" dirty="0">
                <a:latin typeface="Times New Roman" panose="02020603050405020304" pitchFamily="18" charset="0"/>
                <a:ea typeface="仿宋_GB2312" pitchFamily="49" charset="-122"/>
              </a:rPr>
              <a:t>1</a:t>
            </a:r>
            <a:r>
              <a:rPr lang="en-US" altLang="zh-CN" b="0" i="1" kern="0" dirty="0">
                <a:latin typeface="Times New Roman" panose="02020603050405020304" pitchFamily="18" charset="0"/>
                <a:ea typeface="仿宋_GB2312" pitchFamily="49" charset="-122"/>
              </a:rPr>
              <a:t>, i</a:t>
            </a:r>
            <a:r>
              <a:rPr lang="en-US" altLang="zh-CN" b="0" kern="0" baseline="-25000" dirty="0">
                <a:latin typeface="Times New Roman" panose="02020603050405020304" pitchFamily="18" charset="0"/>
                <a:ea typeface="仿宋_GB2312" pitchFamily="49" charset="-122"/>
              </a:rPr>
              <a:t>2</a:t>
            </a:r>
            <a:r>
              <a:rPr lang="en-US" altLang="zh-CN" b="0" i="1" kern="0" dirty="0">
                <a:latin typeface="Times New Roman" panose="02020603050405020304" pitchFamily="18" charset="0"/>
                <a:ea typeface="仿宋_GB2312" pitchFamily="49" charset="-122"/>
              </a:rPr>
              <a:t>, i</a:t>
            </a:r>
            <a:r>
              <a:rPr lang="en-US" altLang="zh-CN" b="0" kern="0" baseline="-25000" dirty="0">
                <a:latin typeface="Times New Roman" panose="02020603050405020304" pitchFamily="18" charset="0"/>
                <a:ea typeface="仿宋_GB2312" pitchFamily="49" charset="-122"/>
              </a:rPr>
              <a:t>3</a:t>
            </a:r>
            <a:r>
              <a:rPr lang="en-US" altLang="zh-CN" b="0" i="1" kern="0" dirty="0">
                <a:latin typeface="Times New Roman" panose="02020603050405020304" pitchFamily="18" charset="0"/>
                <a:ea typeface="仿宋_GB2312" pitchFamily="49" charset="-122"/>
              </a:rPr>
              <a:t>, …, i</a:t>
            </a:r>
            <a:r>
              <a:rPr lang="en-US" altLang="zh-CN" b="0" i="1" kern="0" baseline="-25000" dirty="0">
                <a:latin typeface="Times New Roman" panose="02020603050405020304" pitchFamily="18" charset="0"/>
                <a:ea typeface="仿宋_GB2312" pitchFamily="49" charset="-122"/>
              </a:rPr>
              <a:t>n</a:t>
            </a:r>
            <a:r>
              <a:rPr lang="en-US" altLang="zh-CN" b="0" kern="0" dirty="0">
                <a:latin typeface="Times New Roman" panose="02020603050405020304" pitchFamily="18" charset="0"/>
                <a:ea typeface="仿宋_GB2312" pitchFamily="49" charset="-122"/>
              </a:rPr>
              <a:t> </a:t>
            </a:r>
            <a:r>
              <a:rPr lang="zh-CN" altLang="en-US" b="0" kern="0" dirty="0">
                <a:latin typeface="Times New Roman" panose="02020603050405020304" pitchFamily="18" charset="0"/>
                <a:ea typeface="仿宋_GB2312" pitchFamily="49" charset="-122"/>
              </a:rPr>
              <a:t>的数组元素的存储地址：</a:t>
            </a:r>
          </a:p>
          <a:p>
            <a:pPr marL="0" indent="0" algn="ctr">
              <a:buNone/>
            </a:pPr>
            <a:r>
              <a:rPr kumimoji="1" lang="en-US" altLang="zh-CN" kern="0" dirty="0">
                <a:solidFill>
                  <a:srgbClr val="FF0000"/>
                </a:solidFill>
                <a:latin typeface="Times New Roman" panose="02020603050405020304" pitchFamily="18" charset="0"/>
              </a:rPr>
              <a:t>LOC ( </a:t>
            </a:r>
            <a:r>
              <a:rPr kumimoji="1" lang="en-US" altLang="zh-CN" i="1" kern="0" dirty="0">
                <a:solidFill>
                  <a:srgbClr val="FF0000"/>
                </a:solidFill>
                <a:latin typeface="Times New Roman" panose="02020603050405020304" pitchFamily="18" charset="0"/>
              </a:rPr>
              <a:t>i</a:t>
            </a:r>
            <a:r>
              <a:rPr kumimoji="1" lang="en-US" altLang="zh-CN" kern="0" baseline="-25000" dirty="0">
                <a:solidFill>
                  <a:srgbClr val="FF0000"/>
                </a:solidFill>
                <a:latin typeface="Times New Roman" panose="02020603050405020304" pitchFamily="18" charset="0"/>
              </a:rPr>
              <a:t>1</a:t>
            </a:r>
            <a:r>
              <a:rPr kumimoji="1" lang="en-US" altLang="zh-CN" i="1" kern="0" dirty="0">
                <a:solidFill>
                  <a:srgbClr val="FF0000"/>
                </a:solidFill>
                <a:latin typeface="Times New Roman" panose="02020603050405020304" pitchFamily="18" charset="0"/>
              </a:rPr>
              <a:t>, i</a:t>
            </a:r>
            <a:r>
              <a:rPr kumimoji="1" lang="en-US" altLang="zh-CN" kern="0" baseline="-25000" dirty="0">
                <a:solidFill>
                  <a:srgbClr val="FF0000"/>
                </a:solidFill>
                <a:latin typeface="Times New Roman" panose="02020603050405020304" pitchFamily="18" charset="0"/>
              </a:rPr>
              <a:t>2</a:t>
            </a:r>
            <a:r>
              <a:rPr kumimoji="1" lang="en-US" altLang="zh-CN" i="1" kern="0" dirty="0">
                <a:solidFill>
                  <a:srgbClr val="FF0000"/>
                </a:solidFill>
                <a:latin typeface="Times New Roman" panose="02020603050405020304" pitchFamily="18" charset="0"/>
              </a:rPr>
              <a:t>, …, i</a:t>
            </a:r>
            <a:r>
              <a:rPr kumimoji="1" lang="en-US" altLang="zh-CN" i="1" kern="0" baseline="-25000" dirty="0">
                <a:solidFill>
                  <a:srgbClr val="FF0000"/>
                </a:solidFill>
                <a:latin typeface="Times New Roman" panose="02020603050405020304" pitchFamily="18" charset="0"/>
              </a:rPr>
              <a:t>n</a:t>
            </a:r>
            <a:r>
              <a:rPr kumimoji="1" lang="en-US" altLang="zh-CN" kern="0" dirty="0">
                <a:solidFill>
                  <a:srgbClr val="FF0000"/>
                </a:solidFill>
                <a:latin typeface="Times New Roman" panose="02020603050405020304" pitchFamily="18" charset="0"/>
              </a:rPr>
              <a:t> ) = </a:t>
            </a:r>
            <a:r>
              <a:rPr kumimoji="1" lang="en-US" altLang="zh-CN" i="1" kern="0" dirty="0">
                <a:solidFill>
                  <a:srgbClr val="FF0000"/>
                </a:solidFill>
                <a:latin typeface="Times New Roman" panose="02020603050405020304" pitchFamily="18" charset="0"/>
              </a:rPr>
              <a:t>a</a:t>
            </a:r>
            <a:r>
              <a:rPr kumimoji="1" lang="en-US" altLang="zh-CN" kern="0" dirty="0">
                <a:solidFill>
                  <a:srgbClr val="FF0000"/>
                </a:solidFill>
                <a:latin typeface="Times New Roman" panose="02020603050405020304" pitchFamily="18" charset="0"/>
              </a:rPr>
              <a:t> + ( </a:t>
            </a:r>
            <a:r>
              <a:rPr kumimoji="1" lang="en-US" altLang="zh-CN" i="1" kern="0" dirty="0">
                <a:solidFill>
                  <a:srgbClr val="FF0000"/>
                </a:solidFill>
                <a:latin typeface="Times New Roman" panose="02020603050405020304" pitchFamily="18" charset="0"/>
              </a:rPr>
              <a:t>i</a:t>
            </a:r>
            <a:r>
              <a:rPr kumimoji="1" lang="en-US" altLang="zh-CN" kern="0" baseline="-25000" dirty="0">
                <a:solidFill>
                  <a:srgbClr val="FF0000"/>
                </a:solidFill>
                <a:latin typeface="Times New Roman" panose="02020603050405020304" pitchFamily="18" charset="0"/>
              </a:rPr>
              <a:t>1</a:t>
            </a:r>
            <a:r>
              <a:rPr kumimoji="1" lang="en-US" altLang="zh-CN" kern="0" dirty="0">
                <a:solidFill>
                  <a:srgbClr val="FF0000"/>
                </a:solidFill>
                <a:latin typeface="Times New Roman" panose="02020603050405020304" pitchFamily="18" charset="0"/>
              </a:rPr>
              <a:t>*</a:t>
            </a:r>
            <a:r>
              <a:rPr kumimoji="1" lang="en-US" altLang="zh-CN" i="1" kern="0" dirty="0">
                <a:solidFill>
                  <a:srgbClr val="FF0000"/>
                </a:solidFill>
                <a:latin typeface="Times New Roman" panose="02020603050405020304" pitchFamily="18" charset="0"/>
              </a:rPr>
              <a:t>m</a:t>
            </a:r>
            <a:r>
              <a:rPr kumimoji="1" lang="en-US" altLang="zh-CN" kern="0" baseline="-25000" dirty="0">
                <a:solidFill>
                  <a:srgbClr val="FF0000"/>
                </a:solidFill>
                <a:latin typeface="Times New Roman" panose="02020603050405020304" pitchFamily="18" charset="0"/>
              </a:rPr>
              <a:t>2</a:t>
            </a:r>
            <a:r>
              <a:rPr kumimoji="1" lang="en-US" altLang="zh-CN" kern="0" dirty="0">
                <a:solidFill>
                  <a:srgbClr val="FF0000"/>
                </a:solidFill>
                <a:latin typeface="Times New Roman" panose="02020603050405020304" pitchFamily="18" charset="0"/>
              </a:rPr>
              <a:t>*</a:t>
            </a:r>
            <a:r>
              <a:rPr kumimoji="1" lang="en-US" altLang="zh-CN" i="1" kern="0" dirty="0">
                <a:solidFill>
                  <a:srgbClr val="FF0000"/>
                </a:solidFill>
                <a:latin typeface="Times New Roman" panose="02020603050405020304" pitchFamily="18" charset="0"/>
              </a:rPr>
              <a:t>m</a:t>
            </a:r>
            <a:r>
              <a:rPr kumimoji="1" lang="en-US" altLang="zh-CN" kern="0" baseline="-25000" dirty="0">
                <a:solidFill>
                  <a:srgbClr val="FF0000"/>
                </a:solidFill>
                <a:latin typeface="Times New Roman" panose="02020603050405020304" pitchFamily="18" charset="0"/>
              </a:rPr>
              <a:t>3</a:t>
            </a:r>
            <a:r>
              <a:rPr kumimoji="1" lang="en-US" altLang="zh-CN" kern="0" dirty="0">
                <a:solidFill>
                  <a:srgbClr val="FF0000"/>
                </a:solidFill>
                <a:latin typeface="Times New Roman" panose="02020603050405020304" pitchFamily="18" charset="0"/>
              </a:rPr>
              <a:t>*</a:t>
            </a:r>
            <a:r>
              <a:rPr kumimoji="1" lang="en-US" altLang="zh-CN" i="1" kern="0" dirty="0">
                <a:solidFill>
                  <a:srgbClr val="FF0000"/>
                </a:solidFill>
                <a:latin typeface="Times New Roman" panose="02020603050405020304" pitchFamily="18" charset="0"/>
              </a:rPr>
              <a:t>…*</a:t>
            </a:r>
            <a:r>
              <a:rPr kumimoji="1" lang="en-US" altLang="zh-CN" i="1" kern="0" dirty="0" err="1">
                <a:solidFill>
                  <a:srgbClr val="FF0000"/>
                </a:solidFill>
                <a:latin typeface="Times New Roman" panose="02020603050405020304" pitchFamily="18" charset="0"/>
              </a:rPr>
              <a:t>m</a:t>
            </a:r>
            <a:r>
              <a:rPr kumimoji="1" lang="en-US" altLang="zh-CN" i="1" kern="0" baseline="-25000" dirty="0" err="1">
                <a:solidFill>
                  <a:srgbClr val="FF0000"/>
                </a:solidFill>
                <a:latin typeface="Times New Roman" panose="02020603050405020304" pitchFamily="18" charset="0"/>
              </a:rPr>
              <a:t>n</a:t>
            </a:r>
            <a:r>
              <a:rPr kumimoji="1" lang="en-US" altLang="zh-CN" i="1" kern="0" dirty="0">
                <a:solidFill>
                  <a:srgbClr val="FF0000"/>
                </a:solidFill>
                <a:latin typeface="Times New Roman" panose="02020603050405020304" pitchFamily="18" charset="0"/>
              </a:rPr>
              <a:t> + i</a:t>
            </a:r>
            <a:r>
              <a:rPr kumimoji="1" lang="en-US" altLang="zh-CN" kern="0" baseline="-25000" dirty="0">
                <a:solidFill>
                  <a:srgbClr val="FF0000"/>
                </a:solidFill>
                <a:latin typeface="Times New Roman" panose="02020603050405020304" pitchFamily="18" charset="0"/>
              </a:rPr>
              <a:t>2</a:t>
            </a:r>
            <a:r>
              <a:rPr kumimoji="1" lang="en-US" altLang="zh-CN" i="1" kern="0" dirty="0">
                <a:solidFill>
                  <a:srgbClr val="FF0000"/>
                </a:solidFill>
                <a:latin typeface="Times New Roman" panose="02020603050405020304" pitchFamily="18" charset="0"/>
              </a:rPr>
              <a:t>*m</a:t>
            </a:r>
            <a:r>
              <a:rPr kumimoji="1" lang="en-US" altLang="zh-CN" kern="0" baseline="-25000" dirty="0">
                <a:solidFill>
                  <a:srgbClr val="FF0000"/>
                </a:solidFill>
                <a:latin typeface="Times New Roman" panose="02020603050405020304" pitchFamily="18" charset="0"/>
              </a:rPr>
              <a:t>3</a:t>
            </a:r>
            <a:r>
              <a:rPr kumimoji="1" lang="en-US" altLang="zh-CN" i="1" kern="0" dirty="0">
                <a:solidFill>
                  <a:srgbClr val="FF0000"/>
                </a:solidFill>
                <a:latin typeface="Times New Roman" panose="02020603050405020304" pitchFamily="18" charset="0"/>
              </a:rPr>
              <a:t>*m</a:t>
            </a:r>
            <a:r>
              <a:rPr kumimoji="1" lang="en-US" altLang="zh-CN" kern="0" baseline="-25000" dirty="0">
                <a:solidFill>
                  <a:srgbClr val="FF0000"/>
                </a:solidFill>
                <a:latin typeface="Times New Roman" panose="02020603050405020304" pitchFamily="18" charset="0"/>
              </a:rPr>
              <a:t>4</a:t>
            </a:r>
            <a:r>
              <a:rPr kumimoji="1" lang="en-US" altLang="zh-CN" kern="0" dirty="0">
                <a:solidFill>
                  <a:srgbClr val="FF0000"/>
                </a:solidFill>
                <a:latin typeface="Times New Roman" panose="02020603050405020304" pitchFamily="18" charset="0"/>
              </a:rPr>
              <a:t>*</a:t>
            </a:r>
            <a:r>
              <a:rPr kumimoji="1" lang="en-US" altLang="zh-CN" i="1" kern="0" dirty="0">
                <a:solidFill>
                  <a:srgbClr val="FF0000"/>
                </a:solidFill>
                <a:latin typeface="Times New Roman" panose="02020603050405020304" pitchFamily="18" charset="0"/>
              </a:rPr>
              <a:t>…*</a:t>
            </a:r>
            <a:r>
              <a:rPr kumimoji="1" lang="en-US" altLang="zh-CN" i="1" kern="0" dirty="0" err="1">
                <a:solidFill>
                  <a:srgbClr val="FF0000"/>
                </a:solidFill>
                <a:latin typeface="Times New Roman" panose="02020603050405020304" pitchFamily="18" charset="0"/>
              </a:rPr>
              <a:t>m</a:t>
            </a:r>
            <a:r>
              <a:rPr kumimoji="1" lang="en-US" altLang="zh-CN" i="1" kern="0" baseline="-25000" dirty="0" err="1">
                <a:solidFill>
                  <a:srgbClr val="FF0000"/>
                </a:solidFill>
                <a:latin typeface="Times New Roman" panose="02020603050405020304" pitchFamily="18" charset="0"/>
              </a:rPr>
              <a:t>n</a:t>
            </a:r>
            <a:r>
              <a:rPr kumimoji="1" lang="en-US" altLang="zh-CN" i="1" kern="0" dirty="0">
                <a:solidFill>
                  <a:srgbClr val="FF0000"/>
                </a:solidFill>
                <a:latin typeface="Times New Roman" panose="02020603050405020304" pitchFamily="18" charset="0"/>
              </a:rPr>
              <a:t>+ ……+ i</a:t>
            </a:r>
            <a:r>
              <a:rPr kumimoji="1" lang="en-US" altLang="zh-CN" i="1" kern="0" baseline="-25000" dirty="0">
                <a:solidFill>
                  <a:srgbClr val="FF0000"/>
                </a:solidFill>
                <a:latin typeface="Times New Roman" panose="02020603050405020304" pitchFamily="18" charset="0"/>
              </a:rPr>
              <a:t>n</a:t>
            </a:r>
            <a:r>
              <a:rPr kumimoji="1" lang="en-US" altLang="zh-CN" kern="0" baseline="-25000" dirty="0">
                <a:solidFill>
                  <a:srgbClr val="FF0000"/>
                </a:solidFill>
                <a:latin typeface="Courier New" panose="02070309020205020404" pitchFamily="49" charset="0"/>
              </a:rPr>
              <a:t>-</a:t>
            </a:r>
            <a:r>
              <a:rPr kumimoji="1" lang="en-US" altLang="zh-CN" kern="0" baseline="-25000" dirty="0">
                <a:solidFill>
                  <a:srgbClr val="FF0000"/>
                </a:solidFill>
                <a:latin typeface="Times New Roman" panose="02020603050405020304" pitchFamily="18" charset="0"/>
              </a:rPr>
              <a:t>1</a:t>
            </a:r>
            <a:r>
              <a:rPr kumimoji="1" lang="en-US" altLang="zh-CN" i="1" kern="0" dirty="0">
                <a:solidFill>
                  <a:srgbClr val="FF0000"/>
                </a:solidFill>
                <a:latin typeface="Times New Roman" panose="02020603050405020304" pitchFamily="18" charset="0"/>
              </a:rPr>
              <a:t>*</a:t>
            </a:r>
            <a:r>
              <a:rPr kumimoji="1" lang="en-US" altLang="zh-CN" i="1" kern="0" dirty="0" err="1">
                <a:solidFill>
                  <a:srgbClr val="FF0000"/>
                </a:solidFill>
                <a:latin typeface="Times New Roman" panose="02020603050405020304" pitchFamily="18" charset="0"/>
              </a:rPr>
              <a:t>m</a:t>
            </a:r>
            <a:r>
              <a:rPr kumimoji="1" lang="en-US" altLang="zh-CN" i="1" kern="0" baseline="-25000" dirty="0" err="1">
                <a:solidFill>
                  <a:srgbClr val="FF0000"/>
                </a:solidFill>
                <a:latin typeface="Times New Roman" panose="02020603050405020304" pitchFamily="18" charset="0"/>
              </a:rPr>
              <a:t>n</a:t>
            </a:r>
            <a:r>
              <a:rPr kumimoji="1" lang="en-US" altLang="zh-CN" i="1" kern="0" dirty="0">
                <a:solidFill>
                  <a:srgbClr val="FF0000"/>
                </a:solidFill>
                <a:latin typeface="Times New Roman" panose="02020603050405020304" pitchFamily="18" charset="0"/>
              </a:rPr>
              <a:t> + i</a:t>
            </a:r>
            <a:r>
              <a:rPr kumimoji="1" lang="en-US" altLang="zh-CN" i="1" kern="0" baseline="-25000" dirty="0">
                <a:solidFill>
                  <a:srgbClr val="FF0000"/>
                </a:solidFill>
                <a:latin typeface="Times New Roman" panose="02020603050405020304" pitchFamily="18" charset="0"/>
              </a:rPr>
              <a:t>n</a:t>
            </a:r>
            <a:r>
              <a:rPr kumimoji="1" lang="en-US" altLang="zh-CN" i="1" kern="0" dirty="0">
                <a:solidFill>
                  <a:srgbClr val="FF0000"/>
                </a:solidFill>
                <a:latin typeface="Times New Roman" panose="02020603050405020304" pitchFamily="18" charset="0"/>
              </a:rPr>
              <a:t> </a:t>
            </a:r>
            <a:r>
              <a:rPr kumimoji="1" lang="en-US" altLang="zh-CN" kern="0" dirty="0">
                <a:solidFill>
                  <a:srgbClr val="FF0000"/>
                </a:solidFill>
                <a:latin typeface="Times New Roman" panose="02020603050405020304" pitchFamily="18" charset="0"/>
              </a:rPr>
              <a:t>) *</a:t>
            </a:r>
            <a:r>
              <a:rPr kumimoji="1" lang="en-US" altLang="zh-CN" i="1" kern="0" dirty="0">
                <a:solidFill>
                  <a:srgbClr val="FF0000"/>
                </a:solidFill>
                <a:latin typeface="Times New Roman" panose="02020603050405020304" pitchFamily="18" charset="0"/>
              </a:rPr>
              <a:t> l</a:t>
            </a:r>
            <a:r>
              <a:rPr lang="en-US" altLang="zh-CN" kern="0" dirty="0">
                <a:solidFill>
                  <a:srgbClr val="FF0000"/>
                </a:solidFill>
                <a:effectLst>
                  <a:outerShdw blurRad="38100" dist="38100" dir="2700000" algn="tl">
                    <a:srgbClr val="C0C0C0"/>
                  </a:outerShdw>
                </a:effectLst>
                <a:latin typeface="Times New Roman" panose="02020603050405020304" pitchFamily="18" charset="0"/>
                <a:ea typeface="仿宋_GB2312" pitchFamily="49" charset="-122"/>
              </a:rPr>
              <a:t> </a:t>
            </a:r>
          </a:p>
        </p:txBody>
      </p:sp>
      <p:graphicFrame>
        <p:nvGraphicFramePr>
          <p:cNvPr id="9" name="Object 4">
            <a:extLst>
              <a:ext uri="{FF2B5EF4-FFF2-40B4-BE49-F238E27FC236}">
                <a16:creationId xmlns:a16="http://schemas.microsoft.com/office/drawing/2014/main" id="{FE05245D-BA31-4226-84E3-E8A1C55E1C0F}"/>
              </a:ext>
            </a:extLst>
          </p:cNvPr>
          <p:cNvGraphicFramePr>
            <a:graphicFrameLocks noChangeAspect="1"/>
          </p:cNvGraphicFramePr>
          <p:nvPr>
            <p:extLst>
              <p:ext uri="{D42A27DB-BD31-4B8C-83A1-F6EECF244321}">
                <p14:modId xmlns:p14="http://schemas.microsoft.com/office/powerpoint/2010/main" val="726494875"/>
              </p:ext>
            </p:extLst>
          </p:nvPr>
        </p:nvGraphicFramePr>
        <p:xfrm>
          <a:off x="4067944" y="3996730"/>
          <a:ext cx="4471497" cy="1160462"/>
        </p:xfrm>
        <a:graphic>
          <a:graphicData uri="http://schemas.openxmlformats.org/presentationml/2006/ole">
            <mc:AlternateContent xmlns:mc="http://schemas.openxmlformats.org/markup-compatibility/2006">
              <mc:Choice xmlns:v="urn:schemas-microsoft-com:vml" Requires="v">
                <p:oleObj spid="_x0000_s11363" name="公式" r:id="rId3" imgW="1777680" imgH="507960" progId="Equation.3">
                  <p:embed/>
                </p:oleObj>
              </mc:Choice>
              <mc:Fallback>
                <p:oleObj name="公式" r:id="rId3" imgW="1777680" imgH="507960" progId="Equation.3">
                  <p:embed/>
                  <p:pic>
                    <p:nvPicPr>
                      <p:cNvPr id="447492" name="Object 4">
                        <a:extLst>
                          <a:ext uri="{FF2B5EF4-FFF2-40B4-BE49-F238E27FC236}">
                            <a16:creationId xmlns:a16="http://schemas.microsoft.com/office/drawing/2014/main" id="{AB0C95D2-8054-40B0-8F91-17792822FA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3996730"/>
                        <a:ext cx="4471497" cy="1160462"/>
                      </a:xfrm>
                      <a:prstGeom prst="rect">
                        <a:avLst/>
                      </a:prstGeom>
                      <a:noFill/>
                      <a:ln>
                        <a:noFill/>
                      </a:ln>
                      <a:effec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293577" y="1124744"/>
            <a:ext cx="8591550" cy="2601290"/>
          </a:xfrm>
          <a:prstGeom prst="rect">
            <a:avLst/>
          </a:prstGeom>
          <a:noFill/>
          <a:ln w="57150">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设有一个二维数组 </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m</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n</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按行优先</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顺序存储，假设 </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[0][0]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存放位置在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644</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(10)</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[2][2]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存放位置在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676</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(10)</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，每个元素占一个空间，问 </a:t>
            </a:r>
            <a:r>
              <a:rPr kumimoji="0" lang="en-US" altLang="zh-CN" sz="2800" b="0" i="1"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[3][3]</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(10)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存放在什么位置？脚注 </a:t>
            </a:r>
            <a:r>
              <a:rPr kumimoji="0" lang="en-US" altLang="zh-CN" sz="2800" b="0" i="0" u="none" strike="noStrike" kern="1200" cap="none" spc="0" normalizeH="0" baseline="-30000" noProof="0" dirty="0">
                <a:ln>
                  <a:noFill/>
                </a:ln>
                <a:solidFill>
                  <a:schemeClr val="tx1"/>
                </a:solidFill>
                <a:effectLst/>
                <a:uLnTx/>
                <a:uFillTx/>
                <a:latin typeface="+mn-lt"/>
                <a:ea typeface="+mn-ea"/>
                <a:cs typeface="+mn-ea"/>
                <a:sym typeface="+mn-lt"/>
              </a:rPr>
              <a:t>(10)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表示用</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10</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进制表示。</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7348" name="Rectangle 4"/>
          <p:cNvSpPr>
            <a:spLocks noChangeArrowheads="1"/>
          </p:cNvSpPr>
          <p:nvPr/>
        </p:nvSpPr>
        <p:spPr bwMode="auto">
          <a:xfrm>
            <a:off x="900113" y="158750"/>
            <a:ext cx="2339975" cy="60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课堂练习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1</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23528" y="980728"/>
            <a:ext cx="8496944" cy="2601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设有二维数组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A[10][20]</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，其每个元素占两个字节， </a:t>
            </a:r>
            <a:r>
              <a:rPr kumimoji="0" lang="en-US" altLang="zh-CN" sz="2800" b="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[0][0]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存储地址为</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100</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，若</a:t>
            </a:r>
            <a:r>
              <a:rPr kumimoji="0" lang="zh-CN" altLang="en-US" sz="2800" b="0" i="0" u="none" strike="noStrike" kern="1200" cap="none" spc="0" normalizeH="0" baseline="0" noProof="0" dirty="0">
                <a:ln>
                  <a:noFill/>
                </a:ln>
                <a:solidFill>
                  <a:srgbClr val="FF0000"/>
                </a:solidFill>
                <a:effectLst/>
                <a:uLnTx/>
                <a:uFillTx/>
                <a:latin typeface="+mn-ea"/>
                <a:ea typeface="+mn-ea"/>
                <a:cs typeface="+mn-ea"/>
                <a:sym typeface="+mn-lt"/>
              </a:rPr>
              <a:t>按行优先</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顺序存储，元素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A[6][6]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的存储地址为</a:t>
            </a:r>
            <a:r>
              <a:rPr kumimoji="0" lang="zh-CN" altLang="en-US" sz="2800" b="0" i="0" u="sng" strike="noStrike" kern="1200" cap="none" spc="0" normalizeH="0" baseline="0" noProof="0" dirty="0">
                <a:ln>
                  <a:noFill/>
                </a:ln>
                <a:solidFill>
                  <a:schemeClr val="tx1"/>
                </a:solidFill>
                <a:effectLst/>
                <a:uLnTx/>
                <a:uFillTx/>
                <a:latin typeface="+mn-ea"/>
                <a:ea typeface="+mn-ea"/>
                <a:cs typeface="+mn-ea"/>
                <a:sym typeface="+mn-lt"/>
              </a:rPr>
              <a:t>         </a:t>
            </a:r>
            <a:r>
              <a:rPr lang="zh-CN" altLang="en-US" sz="2800" b="0" dirty="0">
                <a:latin typeface="+mn-ea"/>
                <a:ea typeface="+mn-ea"/>
                <a:cs typeface="+mn-ea"/>
                <a:sym typeface="+mn-lt"/>
              </a:rPr>
              <a:t>；若</a:t>
            </a:r>
            <a:r>
              <a:rPr kumimoji="0" lang="zh-CN" altLang="en-US" sz="2800" b="0" i="0" u="none" strike="noStrike" kern="1200" cap="none" spc="0" normalizeH="0" baseline="0" noProof="0" dirty="0">
                <a:ln>
                  <a:noFill/>
                </a:ln>
                <a:solidFill>
                  <a:srgbClr val="FF0000"/>
                </a:solidFill>
                <a:effectLst/>
                <a:uLnTx/>
                <a:uFillTx/>
                <a:latin typeface="+mn-ea"/>
                <a:ea typeface="+mn-ea"/>
                <a:cs typeface="+mn-ea"/>
                <a:sym typeface="+mn-lt"/>
              </a:rPr>
              <a:t>按列优先</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顺序存储，元素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A[6][6]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的存储地址为</a:t>
            </a:r>
            <a:r>
              <a:rPr kumimoji="0" lang="zh-CN" altLang="en-US" sz="2800" b="0" i="0" u="sng" strike="noStrike" kern="1200" cap="none" spc="0" normalizeH="0" baseline="0" noProof="0" dirty="0">
                <a:ln>
                  <a:noFill/>
                </a:ln>
                <a:solidFill>
                  <a:schemeClr val="tx1"/>
                </a:solidFill>
                <a:effectLst/>
                <a:uLnTx/>
                <a:uFillTx/>
                <a:latin typeface="+mn-ea"/>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ea"/>
                <a:ea typeface="+mn-ea"/>
                <a:cs typeface="+mn-ea"/>
                <a:sym typeface="+mn-lt"/>
              </a:rPr>
              <a:t>。 </a:t>
            </a:r>
          </a:p>
        </p:txBody>
      </p:sp>
      <p:sp>
        <p:nvSpPr>
          <p:cNvPr id="58371" name="Rectangle 3"/>
          <p:cNvSpPr>
            <a:spLocks noChangeArrowheads="1"/>
          </p:cNvSpPr>
          <p:nvPr/>
        </p:nvSpPr>
        <p:spPr bwMode="auto">
          <a:xfrm>
            <a:off x="827088" y="152498"/>
            <a:ext cx="2339975" cy="612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课堂练习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49DC0-57BC-4754-987B-3EB8B4A9692F}"/>
              </a:ext>
            </a:extLst>
          </p:cNvPr>
          <p:cNvSpPr>
            <a:spLocks noGrp="1"/>
          </p:cNvSpPr>
          <p:nvPr>
            <p:ph type="title"/>
          </p:nvPr>
        </p:nvSpPr>
        <p:spPr/>
        <p:txBody>
          <a:bodyPr/>
          <a:lstStyle/>
          <a:p>
            <a:r>
              <a:rPr lang="zh-CN" altLang="en-US" dirty="0"/>
              <a:t>课堂练习 </a:t>
            </a:r>
            <a:r>
              <a:rPr lang="en-US" altLang="zh-CN" dirty="0"/>
              <a:t>3</a:t>
            </a:r>
            <a:endParaRPr lang="zh-CN" altLang="en-US" dirty="0"/>
          </a:p>
        </p:txBody>
      </p:sp>
      <p:sp>
        <p:nvSpPr>
          <p:cNvPr id="3" name="内容占位符 2">
            <a:extLst>
              <a:ext uri="{FF2B5EF4-FFF2-40B4-BE49-F238E27FC236}">
                <a16:creationId xmlns:a16="http://schemas.microsoft.com/office/drawing/2014/main" id="{2A35006C-4794-4FB6-9C93-462975E437E4}"/>
              </a:ext>
            </a:extLst>
          </p:cNvPr>
          <p:cNvSpPr>
            <a:spLocks noGrp="1"/>
          </p:cNvSpPr>
          <p:nvPr>
            <p:ph idx="1"/>
          </p:nvPr>
        </p:nvSpPr>
        <p:spPr>
          <a:xfrm>
            <a:off x="249822" y="1340767"/>
            <a:ext cx="8642658" cy="2592289"/>
          </a:xfrm>
        </p:spPr>
        <p:txBody>
          <a:bodyPr/>
          <a:lstStyle/>
          <a:p>
            <a:pPr marL="0" indent="0">
              <a:buNone/>
            </a:pPr>
            <a:r>
              <a:rPr lang="zh-CN" altLang="en-US" dirty="0">
                <a:latin typeface="+mn-ea"/>
                <a:ea typeface="+mn-ea"/>
              </a:rPr>
              <a:t>三维数组 </a:t>
            </a:r>
            <a:r>
              <a:rPr lang="en-US" altLang="zh-CN" dirty="0">
                <a:ea typeface="+mn-ea"/>
              </a:rPr>
              <a:t>a[4][5][6]</a:t>
            </a:r>
            <a:r>
              <a:rPr lang="zh-CN" altLang="en-US" dirty="0">
                <a:latin typeface="+mn-ea"/>
                <a:ea typeface="+mn-ea"/>
              </a:rPr>
              <a:t>，每个元素的长度是</a:t>
            </a:r>
            <a:r>
              <a:rPr lang="en-US" altLang="zh-CN" dirty="0">
                <a:ea typeface="+mn-ea"/>
              </a:rPr>
              <a:t>2</a:t>
            </a:r>
            <a:r>
              <a:rPr lang="zh-CN" altLang="en-US" dirty="0">
                <a:latin typeface="+mn-ea"/>
                <a:ea typeface="+mn-ea"/>
              </a:rPr>
              <a:t>，则 </a:t>
            </a:r>
            <a:r>
              <a:rPr lang="en-US" altLang="zh-CN" dirty="0">
                <a:ea typeface="+mn-ea"/>
              </a:rPr>
              <a:t>a[2][3][4] </a:t>
            </a:r>
            <a:r>
              <a:rPr lang="zh-CN" altLang="en-US" dirty="0">
                <a:latin typeface="+mn-ea"/>
                <a:ea typeface="+mn-ea"/>
              </a:rPr>
              <a:t>的地址是</a:t>
            </a:r>
            <a:r>
              <a:rPr lang="en-US" altLang="zh-CN" dirty="0">
                <a:latin typeface="+mn-ea"/>
                <a:ea typeface="+mn-ea"/>
              </a:rPr>
              <a:t>____________</a:t>
            </a:r>
            <a:r>
              <a:rPr lang="zh-CN" altLang="en-US" dirty="0">
                <a:latin typeface="+mn-ea"/>
                <a:ea typeface="+mn-ea"/>
              </a:rPr>
              <a:t>。</a:t>
            </a:r>
            <a:r>
              <a:rPr lang="en-US" altLang="zh-CN" dirty="0">
                <a:latin typeface="+mn-ea"/>
                <a:ea typeface="+mn-ea"/>
              </a:rPr>
              <a:t>(</a:t>
            </a:r>
            <a:r>
              <a:rPr lang="zh-CN" altLang="en-US" dirty="0">
                <a:latin typeface="+mn-ea"/>
                <a:ea typeface="+mn-ea"/>
              </a:rPr>
              <a:t>设 </a:t>
            </a:r>
            <a:r>
              <a:rPr lang="en-US" altLang="zh-CN" dirty="0">
                <a:ea typeface="+mn-ea"/>
              </a:rPr>
              <a:t>a[0][0][0]</a:t>
            </a:r>
            <a:r>
              <a:rPr lang="zh-CN" altLang="en-US" dirty="0">
                <a:latin typeface="+mn-ea"/>
                <a:ea typeface="+mn-ea"/>
              </a:rPr>
              <a:t>的地址是</a:t>
            </a:r>
            <a:r>
              <a:rPr lang="en-US" altLang="zh-CN" dirty="0">
                <a:ea typeface="+mn-ea"/>
              </a:rPr>
              <a:t>1000</a:t>
            </a:r>
            <a:r>
              <a:rPr lang="en-US" altLang="zh-CN" dirty="0">
                <a:latin typeface="+mn-ea"/>
                <a:ea typeface="+mn-ea"/>
              </a:rPr>
              <a:t>)</a:t>
            </a:r>
            <a:endParaRPr lang="zh-CN" altLang="en-US" dirty="0">
              <a:latin typeface="+mn-ea"/>
              <a:ea typeface="+mn-ea"/>
            </a:endParaRPr>
          </a:p>
        </p:txBody>
      </p:sp>
    </p:spTree>
    <p:extLst>
      <p:ext uri="{BB962C8B-B14F-4D97-AF65-F5344CB8AC3E}">
        <p14:creationId xmlns:p14="http://schemas.microsoft.com/office/powerpoint/2010/main" val="296836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AB9D78-274D-4975-B8C7-5D0BF899AA9D}"/>
              </a:ext>
            </a:extLst>
          </p:cNvPr>
          <p:cNvSpPr>
            <a:spLocks noGrp="1"/>
          </p:cNvSpPr>
          <p:nvPr>
            <p:ph type="title"/>
          </p:nvPr>
        </p:nvSpPr>
        <p:spPr/>
        <p:txBody>
          <a:bodyPr/>
          <a:lstStyle/>
          <a:p>
            <a:r>
              <a:rPr lang="zh-CN" altLang="en-US" dirty="0"/>
              <a:t>课堂练习 </a:t>
            </a:r>
            <a:r>
              <a:rPr lang="en-US" altLang="zh-CN" dirty="0"/>
              <a:t>4</a:t>
            </a:r>
            <a:endParaRPr lang="zh-CN" altLang="en-US" dirty="0"/>
          </a:p>
        </p:txBody>
      </p:sp>
      <p:sp>
        <p:nvSpPr>
          <p:cNvPr id="3" name="内容占位符 2">
            <a:extLst>
              <a:ext uri="{FF2B5EF4-FFF2-40B4-BE49-F238E27FC236}">
                <a16:creationId xmlns:a16="http://schemas.microsoft.com/office/drawing/2014/main" id="{2ABA1AE8-D19C-403F-8648-DBBD0E56BD33}"/>
              </a:ext>
            </a:extLst>
          </p:cNvPr>
          <p:cNvSpPr>
            <a:spLocks noGrp="1"/>
          </p:cNvSpPr>
          <p:nvPr>
            <p:ph idx="1"/>
          </p:nvPr>
        </p:nvSpPr>
        <p:spPr>
          <a:xfrm>
            <a:off x="249822" y="836712"/>
            <a:ext cx="8642658" cy="2773933"/>
          </a:xfrm>
        </p:spPr>
        <p:txBody>
          <a:bodyPr/>
          <a:lstStyle/>
          <a:p>
            <a:pPr marL="0" indent="0">
              <a:buNone/>
            </a:pPr>
            <a:r>
              <a:rPr lang="zh-CN" altLang="en-US" dirty="0"/>
              <a:t>二维数组 </a:t>
            </a:r>
            <a:r>
              <a:rPr lang="en-US" altLang="zh-CN" dirty="0" err="1"/>
              <a:t>A</a:t>
            </a:r>
            <a:r>
              <a:rPr lang="en-US" altLang="zh-CN" baseline="-25000" dirty="0" err="1"/>
              <a:t>i,j</a:t>
            </a:r>
            <a:r>
              <a:rPr lang="en-US" altLang="zh-CN" baseline="-25000" dirty="0"/>
              <a:t> </a:t>
            </a:r>
            <a:r>
              <a:rPr lang="zh-CN" altLang="en-US" dirty="0"/>
              <a:t>的每个元素是由</a:t>
            </a:r>
            <a:r>
              <a:rPr lang="en-US" altLang="zh-CN" dirty="0"/>
              <a:t>6</a:t>
            </a:r>
            <a:r>
              <a:rPr lang="zh-CN" altLang="en-US" dirty="0"/>
              <a:t>个字符组成的串，其行下标 </a:t>
            </a:r>
            <a:r>
              <a:rPr lang="en-US" altLang="zh-CN" dirty="0" err="1"/>
              <a:t>i</a:t>
            </a:r>
            <a:r>
              <a:rPr lang="en-US" altLang="zh-CN" dirty="0"/>
              <a:t>=0, 1, …, 8</a:t>
            </a:r>
            <a:r>
              <a:rPr lang="zh-CN" altLang="en-US" dirty="0"/>
              <a:t>，列下标 </a:t>
            </a:r>
            <a:r>
              <a:rPr lang="en-US" altLang="zh-CN" dirty="0"/>
              <a:t>j=1, 2, …, 10</a:t>
            </a:r>
            <a:r>
              <a:rPr lang="zh-CN" altLang="en-US" dirty="0"/>
              <a:t>。</a:t>
            </a:r>
            <a:r>
              <a:rPr lang="en-US" altLang="zh-CN" dirty="0"/>
              <a:t>A </a:t>
            </a:r>
            <a:r>
              <a:rPr lang="zh-CN" altLang="en-US" dirty="0"/>
              <a:t>按行优先存储时元素 </a:t>
            </a:r>
            <a:r>
              <a:rPr lang="en-US" altLang="zh-CN" dirty="0"/>
              <a:t>A[8][5] </a:t>
            </a:r>
            <a:r>
              <a:rPr lang="zh-CN" altLang="en-US" dirty="0"/>
              <a:t>的起始地址，与 </a:t>
            </a:r>
            <a:r>
              <a:rPr lang="en-US" altLang="zh-CN" dirty="0"/>
              <a:t>A </a:t>
            </a:r>
            <a:r>
              <a:rPr lang="zh-CN" altLang="en-US" dirty="0"/>
              <a:t>按列优先存储时的哪个元素的起始地址相同（每个字符占一个字节）？</a:t>
            </a:r>
          </a:p>
        </p:txBody>
      </p:sp>
    </p:spTree>
    <p:extLst>
      <p:ext uri="{BB962C8B-B14F-4D97-AF65-F5344CB8AC3E}">
        <p14:creationId xmlns:p14="http://schemas.microsoft.com/office/powerpoint/2010/main" val="503155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52F29-A1AF-4EB1-BFD6-65967B4EFDCF}"/>
              </a:ext>
            </a:extLst>
          </p:cNvPr>
          <p:cNvSpPr>
            <a:spLocks noGrp="1"/>
          </p:cNvSpPr>
          <p:nvPr>
            <p:ph type="title"/>
          </p:nvPr>
        </p:nvSpPr>
        <p:spPr/>
        <p:txBody>
          <a:bodyPr/>
          <a:lstStyle/>
          <a:p>
            <a:r>
              <a:rPr lang="zh-CN" altLang="en-US" dirty="0"/>
              <a:t>二维数组的动态定义与创建（</a:t>
            </a:r>
            <a:r>
              <a:rPr lang="en-US" altLang="zh-CN" dirty="0"/>
              <a:t>C++</a:t>
            </a:r>
            <a:r>
              <a:rPr lang="zh-CN" altLang="en-US" dirty="0"/>
              <a:t>）</a:t>
            </a:r>
          </a:p>
        </p:txBody>
      </p:sp>
      <p:sp>
        <p:nvSpPr>
          <p:cNvPr id="3" name="内容占位符 2">
            <a:extLst>
              <a:ext uri="{FF2B5EF4-FFF2-40B4-BE49-F238E27FC236}">
                <a16:creationId xmlns:a16="http://schemas.microsoft.com/office/drawing/2014/main" id="{053374A0-881C-4FD3-9601-61651770888F}"/>
              </a:ext>
            </a:extLst>
          </p:cNvPr>
          <p:cNvSpPr>
            <a:spLocks noGrp="1"/>
          </p:cNvSpPr>
          <p:nvPr>
            <p:ph idx="1"/>
          </p:nvPr>
        </p:nvSpPr>
        <p:spPr>
          <a:xfrm>
            <a:off x="249822" y="727074"/>
            <a:ext cx="8642658" cy="6130925"/>
          </a:xfrm>
        </p:spPr>
        <p:txBody>
          <a:bodyPr/>
          <a:lstStyle/>
          <a:p>
            <a:pPr marL="0" indent="0">
              <a:buNone/>
            </a:pPr>
            <a:r>
              <a:rPr lang="zh-CN" altLang="en-US" dirty="0"/>
              <a:t>用动态存储分配创建一个</a:t>
            </a:r>
            <a:r>
              <a:rPr lang="en-US" altLang="zh-CN" dirty="0"/>
              <a:t> </a:t>
            </a:r>
            <a:r>
              <a:rPr lang="en-US" altLang="zh-CN" dirty="0">
                <a:solidFill>
                  <a:srgbClr val="0000FF"/>
                </a:solidFill>
              </a:rPr>
              <a:t>m</a:t>
            </a:r>
            <a:r>
              <a:rPr lang="en-US" altLang="zh-CN" dirty="0"/>
              <a:t> </a:t>
            </a:r>
            <a:r>
              <a:rPr lang="zh-CN" altLang="en-US" dirty="0"/>
              <a:t>行 </a:t>
            </a:r>
            <a:r>
              <a:rPr lang="en-US" altLang="zh-CN" dirty="0">
                <a:solidFill>
                  <a:srgbClr val="0000FF"/>
                </a:solidFill>
              </a:rPr>
              <a:t>n</a:t>
            </a:r>
            <a:r>
              <a:rPr lang="en-US" altLang="zh-CN" dirty="0"/>
              <a:t> </a:t>
            </a:r>
            <a:r>
              <a:rPr lang="zh-CN" altLang="en-US" dirty="0"/>
              <a:t>列的二维数组 </a:t>
            </a:r>
            <a:r>
              <a:rPr lang="en-US" altLang="zh-CN" dirty="0"/>
              <a:t>A</a:t>
            </a:r>
            <a:r>
              <a:rPr lang="zh-CN" altLang="en-US" dirty="0"/>
              <a:t>：</a:t>
            </a:r>
          </a:p>
          <a:p>
            <a:pPr marL="0" indent="0">
              <a:buNone/>
            </a:pPr>
            <a:r>
              <a:rPr lang="zh-CN" altLang="en-US" sz="2400" dirty="0"/>
              <a:t>方案一：</a:t>
            </a:r>
            <a:endParaRPr lang="en-US" altLang="zh-CN" sz="2400" dirty="0"/>
          </a:p>
          <a:p>
            <a:pPr marL="0" indent="0">
              <a:buNone/>
            </a:pPr>
            <a:r>
              <a:rPr lang="en-US" altLang="zh-CN" sz="2400" dirty="0"/>
              <a:t>    </a:t>
            </a:r>
            <a:r>
              <a:rPr lang="en-US" altLang="zh-CN" sz="2400" dirty="0" err="1"/>
              <a:t>ElemType</a:t>
            </a:r>
            <a:r>
              <a:rPr lang="en-US" altLang="zh-CN" sz="2400" dirty="0"/>
              <a:t> (*A) [n];</a:t>
            </a:r>
          </a:p>
          <a:p>
            <a:pPr marL="0" indent="0">
              <a:buNone/>
            </a:pPr>
            <a:r>
              <a:rPr lang="en-US" altLang="zh-CN" sz="2400" dirty="0"/>
              <a:t>    A = new </a:t>
            </a:r>
            <a:r>
              <a:rPr lang="en-US" altLang="zh-CN" sz="2400" dirty="0" err="1"/>
              <a:t>ElemType</a:t>
            </a:r>
            <a:r>
              <a:rPr lang="en-US" altLang="zh-CN" sz="2400" dirty="0"/>
              <a:t> [m][n];</a:t>
            </a:r>
            <a:endParaRPr lang="zh-CN" altLang="en-US" sz="2400" dirty="0"/>
          </a:p>
          <a:p>
            <a:pPr marL="0" indent="0">
              <a:buNone/>
            </a:pPr>
            <a:r>
              <a:rPr lang="zh-CN" altLang="en-US" sz="2400" dirty="0"/>
              <a:t>方案二：</a:t>
            </a:r>
          </a:p>
          <a:p>
            <a:pPr marL="0" indent="0">
              <a:buNone/>
            </a:pPr>
            <a:r>
              <a:rPr lang="de-DE" altLang="zh-CN" sz="2400" dirty="0"/>
              <a:t>    ElemType **A;</a:t>
            </a:r>
          </a:p>
          <a:p>
            <a:pPr marL="0" indent="0">
              <a:buNone/>
            </a:pPr>
            <a:r>
              <a:rPr lang="de-DE" altLang="zh-CN" sz="2400" dirty="0"/>
              <a:t>    A = new ElemType* [m];</a:t>
            </a:r>
          </a:p>
          <a:p>
            <a:pPr marL="0" indent="0">
              <a:buNone/>
            </a:pPr>
            <a:r>
              <a:rPr lang="de-DE" altLang="zh-CN" sz="2400" dirty="0"/>
              <a:t>    for (int i=0; i &lt;m; i++)  A[i] = new ElemType [n];</a:t>
            </a:r>
          </a:p>
          <a:p>
            <a:pPr marL="0" indent="0">
              <a:buNone/>
            </a:pPr>
            <a:r>
              <a:rPr lang="zh-CN" altLang="en-US" sz="2400" dirty="0"/>
              <a:t>方案三：</a:t>
            </a:r>
          </a:p>
          <a:p>
            <a:pPr marL="0" indent="0">
              <a:buNone/>
            </a:pPr>
            <a:r>
              <a:rPr lang="zh-CN" altLang="en-US" sz="2400" dirty="0"/>
              <a:t>    </a:t>
            </a:r>
            <a:r>
              <a:rPr lang="en-US" altLang="zh-CN" sz="2400" dirty="0" err="1"/>
              <a:t>ElemType</a:t>
            </a:r>
            <a:r>
              <a:rPr lang="en-US" altLang="zh-CN" sz="2400" dirty="0"/>
              <a:t> *A;</a:t>
            </a:r>
          </a:p>
          <a:p>
            <a:pPr marL="0" indent="0">
              <a:buNone/>
            </a:pPr>
            <a:r>
              <a:rPr lang="en-US" altLang="zh-CN" sz="2400" dirty="0"/>
              <a:t>    A = new </a:t>
            </a:r>
            <a:r>
              <a:rPr lang="en-US" altLang="zh-CN" sz="2400" dirty="0" err="1"/>
              <a:t>ElemType</a:t>
            </a:r>
            <a:r>
              <a:rPr lang="en-US" altLang="zh-CN" sz="2400" dirty="0"/>
              <a:t> [m*n];</a:t>
            </a:r>
            <a:endParaRPr lang="zh-CN" altLang="en-US" sz="2400" dirty="0"/>
          </a:p>
        </p:txBody>
      </p:sp>
    </p:spTree>
    <p:extLst>
      <p:ext uri="{BB962C8B-B14F-4D97-AF65-F5344CB8AC3E}">
        <p14:creationId xmlns:p14="http://schemas.microsoft.com/office/powerpoint/2010/main" val="3772117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数组的顺序表示和实现</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latin typeface="黑体" panose="02010609060101010101" pitchFamily="49" charset="-122"/>
                <a:ea typeface="黑体" panose="02010609060101010101" pitchFamily="49" charset="-122"/>
              </a:rPr>
              <a:t>矩阵的压缩存储</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400" dirty="0">
                <a:latin typeface="黑体" panose="02010609060101010101" pitchFamily="49" charset="-122"/>
                <a:ea typeface="黑体" panose="02010609060101010101" pitchFamily="49" charset="-122"/>
              </a:rPr>
              <a:t>特殊矩阵</a:t>
            </a:r>
            <a:endParaRPr lang="en-US" altLang="zh-CN" sz="2400" dirty="0">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稀疏矩阵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广义表的存储结构</a:t>
            </a:r>
          </a:p>
        </p:txBody>
      </p:sp>
    </p:spTree>
    <p:extLst>
      <p:ext uri="{BB962C8B-B14F-4D97-AF65-F5344CB8AC3E}">
        <p14:creationId xmlns:p14="http://schemas.microsoft.com/office/powerpoint/2010/main" val="1385288230"/>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6"/>
          <p:cNvSpPr>
            <a:spLocks noChangeArrowheads="1"/>
          </p:cNvSpPr>
          <p:nvPr/>
        </p:nvSpPr>
        <p:spPr bwMode="auto">
          <a:xfrm>
            <a:off x="946150" y="239713"/>
            <a:ext cx="53244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特殊矩阵的压缩存储</a:t>
            </a:r>
          </a:p>
        </p:txBody>
      </p:sp>
      <p:sp>
        <p:nvSpPr>
          <p:cNvPr id="18" name="Rectangle 3">
            <a:extLst>
              <a:ext uri="{FF2B5EF4-FFF2-40B4-BE49-F238E27FC236}">
                <a16:creationId xmlns:a16="http://schemas.microsoft.com/office/drawing/2014/main" id="{30947893-E27E-4E0B-AA2F-243489318C23}"/>
              </a:ext>
            </a:extLst>
          </p:cNvPr>
          <p:cNvSpPr txBox="1">
            <a:spLocks noChangeArrowheads="1"/>
          </p:cNvSpPr>
          <p:nvPr/>
        </p:nvSpPr>
        <p:spPr>
          <a:xfrm>
            <a:off x="323528" y="755652"/>
            <a:ext cx="8496944" cy="5769692"/>
          </a:xfrm>
          <a:prstGeom prst="rect">
            <a:avLst/>
          </a:prstGeom>
        </p:spPr>
        <p:txBody>
          <a:bodyPr/>
          <a:lstStyle>
            <a:lvl1pPr marL="457200" indent="-457200" algn="l" rtl="0" eaLnBrk="0" fontAlgn="base" hangingPunct="0">
              <a:lnSpc>
                <a:spcPct val="150000"/>
              </a:lnSpc>
              <a:spcBef>
                <a:spcPct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spcBef>
                <a:spcPts val="0"/>
              </a:spcBef>
              <a:buClr>
                <a:srgbClr val="800080"/>
              </a:buClr>
              <a:buSzPct val="50000"/>
              <a:buFont typeface="Wingdings" panose="05000000000000000000" pitchFamily="2" charset="2"/>
              <a:buChar char="l"/>
            </a:pPr>
            <a:r>
              <a:rPr lang="zh-CN" altLang="en-US" b="0" kern="0" dirty="0">
                <a:solidFill>
                  <a:srgbClr val="FF0000"/>
                </a:solidFill>
                <a:latin typeface="+mn-ea"/>
                <a:ea typeface="+mn-ea"/>
              </a:rPr>
              <a:t>特殊矩阵</a:t>
            </a:r>
            <a:r>
              <a:rPr lang="zh-CN" altLang="en-US" b="0" kern="0" dirty="0">
                <a:latin typeface="+mn-ea"/>
                <a:ea typeface="+mn-ea"/>
              </a:rPr>
              <a:t>是指</a:t>
            </a:r>
            <a:r>
              <a:rPr lang="zh-CN" altLang="en-US" b="0" kern="0" dirty="0">
                <a:solidFill>
                  <a:srgbClr val="0000FF"/>
                </a:solidFill>
                <a:latin typeface="+mn-ea"/>
                <a:ea typeface="+mn-ea"/>
              </a:rPr>
              <a:t>非零元素或零元素的分布有一定规律</a:t>
            </a:r>
            <a:r>
              <a:rPr lang="zh-CN" altLang="en-US" b="0" kern="0" dirty="0">
                <a:latin typeface="+mn-ea"/>
                <a:ea typeface="+mn-ea"/>
              </a:rPr>
              <a:t>的矩阵。</a:t>
            </a:r>
          </a:p>
          <a:p>
            <a:pPr>
              <a:spcBef>
                <a:spcPts val="0"/>
              </a:spcBef>
              <a:buClr>
                <a:srgbClr val="800080"/>
              </a:buClr>
              <a:buSzPct val="50000"/>
              <a:buFont typeface="Wingdings" panose="05000000000000000000" pitchFamily="2" charset="2"/>
              <a:buChar char="l"/>
            </a:pPr>
            <a:r>
              <a:rPr lang="zh-CN" altLang="en-US" b="0" kern="0" dirty="0">
                <a:latin typeface="+mn-ea"/>
                <a:ea typeface="+mn-ea"/>
              </a:rPr>
              <a:t>特殊矩阵的压缩存储主要是针对阶数很高的特殊矩阵。为节省存储空间，对可以不存储的元素，如零元素或对称元素，不再存储。</a:t>
            </a:r>
          </a:p>
          <a:p>
            <a:pPr lvl="1">
              <a:lnSpc>
                <a:spcPct val="150000"/>
              </a:lnSpc>
              <a:spcBef>
                <a:spcPts val="0"/>
              </a:spcBef>
              <a:buClr>
                <a:srgbClr val="006600"/>
              </a:buClr>
              <a:buSzPct val="50000"/>
            </a:pPr>
            <a:r>
              <a:rPr lang="zh-CN" altLang="en-US" b="0" kern="0" dirty="0">
                <a:solidFill>
                  <a:srgbClr val="0000FF"/>
                </a:solidFill>
                <a:latin typeface="+mn-ea"/>
                <a:ea typeface="+mn-ea"/>
              </a:rPr>
              <a:t>对称矩阵</a:t>
            </a:r>
            <a:endParaRPr lang="en-US" altLang="zh-CN" b="0" kern="0" dirty="0">
              <a:solidFill>
                <a:srgbClr val="0000FF"/>
              </a:solidFill>
              <a:latin typeface="+mn-ea"/>
              <a:ea typeface="+mn-ea"/>
            </a:endParaRPr>
          </a:p>
          <a:p>
            <a:pPr lvl="1">
              <a:lnSpc>
                <a:spcPct val="150000"/>
              </a:lnSpc>
              <a:spcBef>
                <a:spcPts val="0"/>
              </a:spcBef>
              <a:buClr>
                <a:srgbClr val="006600"/>
              </a:buClr>
              <a:buSzPct val="50000"/>
            </a:pPr>
            <a:r>
              <a:rPr lang="zh-CN" altLang="en-US" b="0" kern="0" dirty="0">
                <a:solidFill>
                  <a:srgbClr val="0000FF"/>
                </a:solidFill>
                <a:latin typeface="+mn-ea"/>
                <a:ea typeface="+mn-ea"/>
              </a:rPr>
              <a:t>上三角矩阵／下三角矩阵</a:t>
            </a:r>
          </a:p>
          <a:p>
            <a:pPr lvl="1">
              <a:lnSpc>
                <a:spcPct val="150000"/>
              </a:lnSpc>
              <a:spcBef>
                <a:spcPts val="0"/>
              </a:spcBef>
              <a:buClr>
                <a:srgbClr val="006600"/>
              </a:buClr>
              <a:buSzPct val="50000"/>
            </a:pPr>
            <a:r>
              <a:rPr lang="zh-CN" altLang="en-US" b="0" kern="0" dirty="0">
                <a:solidFill>
                  <a:srgbClr val="0000FF"/>
                </a:solidFill>
                <a:latin typeface="+mn-ea"/>
                <a:ea typeface="+mn-ea"/>
              </a:rPr>
              <a:t>对角矩阵</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9" name="Rectangle 6"/>
          <p:cNvSpPr>
            <a:spLocks noChangeArrowheads="1"/>
          </p:cNvSpPr>
          <p:nvPr/>
        </p:nvSpPr>
        <p:spPr bwMode="auto">
          <a:xfrm>
            <a:off x="808038" y="239713"/>
            <a:ext cx="53244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对称矩阵</a:t>
            </a:r>
          </a:p>
        </p:txBody>
      </p:sp>
      <p:sp>
        <p:nvSpPr>
          <p:cNvPr id="32" name="Rectangle 3">
            <a:extLst>
              <a:ext uri="{FF2B5EF4-FFF2-40B4-BE49-F238E27FC236}">
                <a16:creationId xmlns:a16="http://schemas.microsoft.com/office/drawing/2014/main" id="{1BF4E87A-99AB-4026-98B2-7E1CE7B8C784}"/>
              </a:ext>
            </a:extLst>
          </p:cNvPr>
          <p:cNvSpPr txBox="1">
            <a:spLocks noChangeArrowheads="1"/>
          </p:cNvSpPr>
          <p:nvPr/>
        </p:nvSpPr>
        <p:spPr>
          <a:xfrm>
            <a:off x="323528" y="815239"/>
            <a:ext cx="8001000" cy="685800"/>
          </a:xfrm>
          <a:prstGeom prst="rect">
            <a:avLst/>
          </a:prstGeom>
          <a:noFill/>
          <a:ln w="9525">
            <a:noFill/>
          </a:ln>
        </p:spPr>
        <p:txBody>
          <a:bodyPr/>
          <a:lstStyle>
            <a:lvl1pPr marL="457200" indent="-457200" algn="l" rtl="0" eaLnBrk="0" fontAlgn="base" hangingPunct="0">
              <a:lnSpc>
                <a:spcPct val="150000"/>
              </a:lnSpc>
              <a:spcBef>
                <a:spcPts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lnSpc>
                <a:spcPct val="150000"/>
              </a:lnSpc>
              <a:spcBef>
                <a:spcPts val="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buClr>
                <a:srgbClr val="800080"/>
              </a:buClr>
              <a:buSzPct val="50000"/>
              <a:buFont typeface="Wingdings" panose="05000000000000000000" pitchFamily="2" charset="2"/>
              <a:buChar char="l"/>
            </a:pPr>
            <a:r>
              <a:rPr lang="zh-CN" altLang="en-US" b="0" kern="0" dirty="0">
                <a:latin typeface="+mn-ea"/>
                <a:ea typeface="+mn-ea"/>
              </a:rPr>
              <a:t>设有一个 </a:t>
            </a:r>
            <a:r>
              <a:rPr lang="en-US" altLang="zh-CN" b="0" kern="0" dirty="0" err="1">
                <a:latin typeface="+mn-ea"/>
                <a:ea typeface="+mn-ea"/>
              </a:rPr>
              <a:t>n</a:t>
            </a:r>
            <a:r>
              <a:rPr lang="en-US" altLang="zh-CN" b="0" kern="0" dirty="0" err="1">
                <a:latin typeface="+mn-ea"/>
                <a:ea typeface="+mn-ea"/>
                <a:sym typeface="Symbol" panose="05050102010706020507" pitchFamily="18" charset="2"/>
              </a:rPr>
              <a:t></a:t>
            </a:r>
            <a:r>
              <a:rPr lang="en-US" altLang="zh-CN" b="0" kern="0" dirty="0" err="1">
                <a:latin typeface="+mn-ea"/>
                <a:ea typeface="+mn-ea"/>
              </a:rPr>
              <a:t>n</a:t>
            </a:r>
            <a:r>
              <a:rPr lang="en-US" altLang="zh-CN" b="0" kern="0" dirty="0">
                <a:latin typeface="+mn-ea"/>
                <a:ea typeface="+mn-ea"/>
              </a:rPr>
              <a:t> </a:t>
            </a:r>
            <a:r>
              <a:rPr lang="zh-CN" altLang="en-US" b="0" kern="0" dirty="0">
                <a:latin typeface="+mn-ea"/>
                <a:ea typeface="+mn-ea"/>
              </a:rPr>
              <a:t>的对称矩阵 </a:t>
            </a:r>
            <a:r>
              <a:rPr lang="en-US" altLang="zh-CN" b="0" kern="0" dirty="0">
                <a:latin typeface="+mn-ea"/>
                <a:ea typeface="+mn-ea"/>
              </a:rPr>
              <a:t>A</a:t>
            </a:r>
            <a:endParaRPr lang="zh-CN" altLang="en-US" b="0" kern="0" dirty="0">
              <a:latin typeface="+mn-ea"/>
              <a:ea typeface="+mn-ea"/>
            </a:endParaRPr>
          </a:p>
        </p:txBody>
      </p:sp>
      <p:graphicFrame>
        <p:nvGraphicFramePr>
          <p:cNvPr id="33" name="Object 4">
            <a:extLst>
              <a:ext uri="{FF2B5EF4-FFF2-40B4-BE49-F238E27FC236}">
                <a16:creationId xmlns:a16="http://schemas.microsoft.com/office/drawing/2014/main" id="{3F5BC9DA-A890-415A-B3A1-5A9B66A6D565}"/>
              </a:ext>
            </a:extLst>
          </p:cNvPr>
          <p:cNvGraphicFramePr>
            <a:graphicFrameLocks noChangeAspect="1"/>
          </p:cNvGraphicFramePr>
          <p:nvPr>
            <p:extLst>
              <p:ext uri="{D42A27DB-BD31-4B8C-83A1-F6EECF244321}">
                <p14:modId xmlns:p14="http://schemas.microsoft.com/office/powerpoint/2010/main" val="21402934"/>
              </p:ext>
            </p:extLst>
          </p:nvPr>
        </p:nvGraphicFramePr>
        <p:xfrm>
          <a:off x="611560" y="1581559"/>
          <a:ext cx="7612651" cy="3278038"/>
        </p:xfrm>
        <a:graphic>
          <a:graphicData uri="http://schemas.openxmlformats.org/presentationml/2006/ole">
            <mc:AlternateContent xmlns:mc="http://schemas.openxmlformats.org/markup-compatibility/2006">
              <mc:Choice xmlns:v="urn:schemas-microsoft-com:vml" Requires="v">
                <p:oleObj spid="_x0000_s15452" name="公式" r:id="rId3" imgW="2158920" imgH="914400" progId="Equation.3">
                  <p:embed/>
                </p:oleObj>
              </mc:Choice>
              <mc:Fallback>
                <p:oleObj name="公式" r:id="rId3" imgW="2158920" imgH="914400" progId="Equation.3">
                  <p:embed/>
                  <p:pic>
                    <p:nvPicPr>
                      <p:cNvPr id="449540" name="Object 4">
                        <a:extLst>
                          <a:ext uri="{FF2B5EF4-FFF2-40B4-BE49-F238E27FC236}">
                            <a16:creationId xmlns:a16="http://schemas.microsoft.com/office/drawing/2014/main" id="{16CE8585-F29B-4798-9ABA-00F5C414FF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581559"/>
                        <a:ext cx="7612651" cy="3278038"/>
                      </a:xfrm>
                      <a:prstGeom prst="rect">
                        <a:avLst/>
                      </a:prstGeom>
                      <a:noFill/>
                      <a:ln>
                        <a:noFill/>
                      </a:ln>
                      <a:effectLst/>
                    </p:spPr>
                  </p:pic>
                </p:oleObj>
              </mc:Fallback>
            </mc:AlternateContent>
          </a:graphicData>
        </a:graphic>
      </p:graphicFrame>
      <p:sp>
        <p:nvSpPr>
          <p:cNvPr id="34" name="Text Box 6">
            <a:extLst>
              <a:ext uri="{FF2B5EF4-FFF2-40B4-BE49-F238E27FC236}">
                <a16:creationId xmlns:a16="http://schemas.microsoft.com/office/drawing/2014/main" id="{1421CB8C-08C6-4477-A136-DA410DC718C8}"/>
              </a:ext>
            </a:extLst>
          </p:cNvPr>
          <p:cNvSpPr txBox="1">
            <a:spLocks noChangeArrowheads="1"/>
          </p:cNvSpPr>
          <p:nvPr/>
        </p:nvSpPr>
        <p:spPr bwMode="auto">
          <a:xfrm>
            <a:off x="323528" y="5180012"/>
            <a:ext cx="8424936" cy="1308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nSpc>
                <a:spcPct val="150000"/>
              </a:lnSpc>
              <a:buClr>
                <a:srgbClr val="990099"/>
              </a:buClr>
              <a:buSzPct val="50000"/>
              <a:buFont typeface="Wingdings" panose="05000000000000000000" pitchFamily="2" charset="2"/>
              <a:buChar char="l"/>
            </a:pPr>
            <a:r>
              <a:rPr kumimoji="1" lang="zh-CN" altLang="en-US" sz="2800" b="0" dirty="0">
                <a:latin typeface="+mn-ea"/>
                <a:ea typeface="+mn-ea"/>
              </a:rPr>
              <a:t>对称矩阵中的元素关于主对角线对称，</a:t>
            </a:r>
            <a:r>
              <a:rPr kumimoji="1" lang="en-US" altLang="zh-CN" sz="2800" i="1" dirty="0" err="1">
                <a:solidFill>
                  <a:srgbClr val="FF0000"/>
                </a:solidFill>
                <a:latin typeface="+mn-ea"/>
                <a:ea typeface="+mn-ea"/>
              </a:rPr>
              <a:t>a</a:t>
            </a:r>
            <a:r>
              <a:rPr kumimoji="1" lang="en-US" altLang="zh-CN" sz="2800" i="1" baseline="-25000" dirty="0" err="1">
                <a:solidFill>
                  <a:srgbClr val="FF0000"/>
                </a:solidFill>
                <a:latin typeface="+mn-ea"/>
                <a:ea typeface="+mn-ea"/>
              </a:rPr>
              <a:t>ij</a:t>
            </a:r>
            <a:r>
              <a:rPr kumimoji="1" lang="en-US" altLang="zh-CN" sz="2800" i="1" dirty="0">
                <a:solidFill>
                  <a:srgbClr val="FF0000"/>
                </a:solidFill>
                <a:latin typeface="+mn-ea"/>
                <a:ea typeface="+mn-ea"/>
              </a:rPr>
              <a:t> </a:t>
            </a:r>
            <a:r>
              <a:rPr kumimoji="1" lang="en-US" altLang="zh-CN" sz="2800" dirty="0">
                <a:solidFill>
                  <a:srgbClr val="FF0000"/>
                </a:solidFill>
                <a:latin typeface="+mn-ea"/>
                <a:ea typeface="+mn-ea"/>
              </a:rPr>
              <a:t>= </a:t>
            </a:r>
            <a:r>
              <a:rPr kumimoji="1" lang="en-US" altLang="zh-CN" sz="2800" i="1" dirty="0">
                <a:solidFill>
                  <a:srgbClr val="FF0000"/>
                </a:solidFill>
                <a:latin typeface="+mn-ea"/>
                <a:ea typeface="+mn-ea"/>
              </a:rPr>
              <a:t>a</a:t>
            </a:r>
            <a:r>
              <a:rPr kumimoji="1" lang="en-US" altLang="zh-CN" sz="2800" i="1" baseline="-25000" dirty="0">
                <a:solidFill>
                  <a:srgbClr val="FF0000"/>
                </a:solidFill>
                <a:latin typeface="+mn-ea"/>
                <a:ea typeface="+mn-ea"/>
              </a:rPr>
              <a:t>ji</a:t>
            </a:r>
            <a:r>
              <a:rPr kumimoji="1" lang="zh-CN" altLang="en-US" sz="2800" b="0" baseline="-25000" dirty="0">
                <a:latin typeface="+mn-ea"/>
                <a:ea typeface="+mn-ea"/>
              </a:rPr>
              <a:t>，</a:t>
            </a:r>
            <a:r>
              <a:rPr kumimoji="1" lang="zh-CN" altLang="en-US" sz="2800" b="0" i="1" baseline="-25000" dirty="0">
                <a:latin typeface="+mn-ea"/>
                <a:ea typeface="+mn-ea"/>
              </a:rPr>
              <a:t> </a:t>
            </a:r>
            <a:r>
              <a:rPr kumimoji="1" lang="en-US" altLang="zh-CN" sz="2800" b="0" dirty="0">
                <a:latin typeface="+mn-ea"/>
                <a:ea typeface="+mn-ea"/>
              </a:rPr>
              <a:t>0≤</a:t>
            </a:r>
            <a:r>
              <a:rPr kumimoji="1" lang="en-US" altLang="zh-CN" sz="2800" b="0" i="1" dirty="0">
                <a:latin typeface="+mn-ea"/>
                <a:ea typeface="+mn-ea"/>
              </a:rPr>
              <a:t>i</a:t>
            </a:r>
            <a:r>
              <a:rPr kumimoji="1" lang="en-US" altLang="zh-CN" sz="2800" b="0" dirty="0">
                <a:latin typeface="+mn-ea"/>
                <a:ea typeface="+mn-ea"/>
              </a:rPr>
              <a:t>, </a:t>
            </a:r>
            <a:r>
              <a:rPr kumimoji="1" lang="en-US" altLang="zh-CN" sz="2800" b="0" i="1" dirty="0">
                <a:latin typeface="+mn-ea"/>
                <a:ea typeface="+mn-ea"/>
              </a:rPr>
              <a:t>j</a:t>
            </a:r>
            <a:r>
              <a:rPr kumimoji="1" lang="en-US" altLang="zh-CN" sz="2800" b="0" dirty="0">
                <a:latin typeface="+mn-ea"/>
                <a:ea typeface="+mn-ea"/>
              </a:rPr>
              <a:t>≤</a:t>
            </a:r>
            <a:r>
              <a:rPr kumimoji="1" lang="en-US" altLang="zh-CN" sz="2800" b="0" i="1" dirty="0">
                <a:latin typeface="+mn-ea"/>
                <a:ea typeface="+mn-ea"/>
              </a:rPr>
              <a:t>n</a:t>
            </a:r>
            <a:r>
              <a:rPr kumimoji="1" lang="en-US" altLang="zh-CN" sz="2800" b="0" dirty="0">
                <a:latin typeface="+mn-ea"/>
                <a:ea typeface="+mn-ea"/>
              </a:rPr>
              <a:t>-1</a:t>
            </a:r>
            <a:endParaRPr kumimoji="1" lang="en-US" altLang="zh-CN" sz="2800" b="0" i="1" dirty="0">
              <a:latin typeface="+mn-ea"/>
              <a:ea typeface="+mn-ea"/>
            </a:endParaRPr>
          </a:p>
        </p:txBody>
      </p:sp>
      <p:sp>
        <p:nvSpPr>
          <p:cNvPr id="35" name="AutoShape 9">
            <a:extLst>
              <a:ext uri="{FF2B5EF4-FFF2-40B4-BE49-F238E27FC236}">
                <a16:creationId xmlns:a16="http://schemas.microsoft.com/office/drawing/2014/main" id="{93363F06-BDDC-4703-9DD5-C706AFC7624C}"/>
              </a:ext>
            </a:extLst>
          </p:cNvPr>
          <p:cNvSpPr>
            <a:spLocks noChangeArrowheads="1"/>
          </p:cNvSpPr>
          <p:nvPr/>
        </p:nvSpPr>
        <p:spPr bwMode="auto">
          <a:xfrm rot="1524529">
            <a:off x="1571297" y="3003664"/>
            <a:ext cx="6567560" cy="705488"/>
          </a:xfrm>
          <a:prstGeom prst="roundRect">
            <a:avLst>
              <a:gd name="adj" fmla="val 50000"/>
            </a:avLst>
          </a:prstGeom>
          <a:solidFill>
            <a:schemeClr val="accent2">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89A13A-617D-4A4D-A9DD-3FEC3A3F7577}"/>
              </a:ext>
            </a:extLst>
          </p:cNvPr>
          <p:cNvSpPr>
            <a:spLocks noGrp="1"/>
          </p:cNvSpPr>
          <p:nvPr>
            <p:ph type="title"/>
          </p:nvPr>
        </p:nvSpPr>
        <p:spPr/>
        <p:txBody>
          <a:bodyPr/>
          <a:lstStyle/>
          <a:p>
            <a:r>
              <a:rPr lang="zh-CN" altLang="en-US" dirty="0"/>
              <a:t>对称矩阵的压缩存储</a:t>
            </a:r>
          </a:p>
        </p:txBody>
      </p:sp>
      <p:grpSp>
        <p:nvGrpSpPr>
          <p:cNvPr id="12" name="组合 11">
            <a:extLst>
              <a:ext uri="{FF2B5EF4-FFF2-40B4-BE49-F238E27FC236}">
                <a16:creationId xmlns:a16="http://schemas.microsoft.com/office/drawing/2014/main" id="{936E9AD8-66DB-4CA2-B0F3-421EEB220F1E}"/>
              </a:ext>
            </a:extLst>
          </p:cNvPr>
          <p:cNvGrpSpPr/>
          <p:nvPr/>
        </p:nvGrpSpPr>
        <p:grpSpPr>
          <a:xfrm>
            <a:off x="1043608" y="2944574"/>
            <a:ext cx="6624736" cy="3528392"/>
            <a:chOff x="1365250" y="3035300"/>
            <a:chExt cx="5486400" cy="2971800"/>
          </a:xfrm>
        </p:grpSpPr>
        <p:graphicFrame>
          <p:nvGraphicFramePr>
            <p:cNvPr id="4" name="Object 8">
              <a:extLst>
                <a:ext uri="{FF2B5EF4-FFF2-40B4-BE49-F238E27FC236}">
                  <a16:creationId xmlns:a16="http://schemas.microsoft.com/office/drawing/2014/main" id="{F4050FC4-AF43-43DE-ACFE-51CFDFEF8C6D}"/>
                </a:ext>
              </a:extLst>
            </p:cNvPr>
            <p:cNvGraphicFramePr>
              <a:graphicFrameLocks noChangeAspect="1"/>
            </p:cNvGraphicFramePr>
            <p:nvPr>
              <p:extLst>
                <p:ext uri="{D42A27DB-BD31-4B8C-83A1-F6EECF244321}">
                  <p14:modId xmlns:p14="http://schemas.microsoft.com/office/powerpoint/2010/main" val="518890684"/>
                </p:ext>
              </p:extLst>
            </p:nvPr>
          </p:nvGraphicFramePr>
          <p:xfrm>
            <a:off x="1365250" y="3035300"/>
            <a:ext cx="5486400" cy="2971800"/>
          </p:xfrm>
          <a:graphic>
            <a:graphicData uri="http://schemas.openxmlformats.org/presentationml/2006/ole">
              <mc:AlternateContent xmlns:mc="http://schemas.openxmlformats.org/markup-compatibility/2006">
                <mc:Choice xmlns:v="urn:schemas-microsoft-com:vml" Requires="v">
                  <p:oleObj spid="_x0000_s16474" name="Equation" r:id="rId3" imgW="1892160" imgH="914400" progId="Equation.3">
                    <p:embed/>
                  </p:oleObj>
                </mc:Choice>
                <mc:Fallback>
                  <p:oleObj name="Equation" r:id="rId3" imgW="1892160" imgH="914400" progId="Equation.3">
                    <p:embed/>
                    <p:pic>
                      <p:nvPicPr>
                        <p:cNvPr id="450568" name="Object 8">
                          <a:extLst>
                            <a:ext uri="{FF2B5EF4-FFF2-40B4-BE49-F238E27FC236}">
                              <a16:creationId xmlns:a16="http://schemas.microsoft.com/office/drawing/2014/main" id="{8BC63677-2C7C-4121-89E5-7374D1A999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5250" y="3035300"/>
                          <a:ext cx="5486400" cy="2971800"/>
                        </a:xfrm>
                        <a:prstGeom prst="rect">
                          <a:avLst/>
                        </a:prstGeom>
                        <a:noFill/>
                        <a:ln>
                          <a:noFill/>
                        </a:ln>
                        <a:effectLst/>
                      </p:spPr>
                    </p:pic>
                  </p:oleObj>
                </mc:Fallback>
              </mc:AlternateContent>
            </a:graphicData>
          </a:graphic>
        </p:graphicFrame>
        <p:sp>
          <p:nvSpPr>
            <p:cNvPr id="5" name="Rectangle 2">
              <a:extLst>
                <a:ext uri="{FF2B5EF4-FFF2-40B4-BE49-F238E27FC236}">
                  <a16:creationId xmlns:a16="http://schemas.microsoft.com/office/drawing/2014/main" id="{096728F4-A8CA-426D-97F3-B80C12331396}"/>
                </a:ext>
              </a:extLst>
            </p:cNvPr>
            <p:cNvSpPr>
              <a:spLocks noChangeArrowheads="1"/>
            </p:cNvSpPr>
            <p:nvPr/>
          </p:nvSpPr>
          <p:spPr bwMode="auto">
            <a:xfrm>
              <a:off x="5537200" y="5373688"/>
              <a:ext cx="1219200" cy="569912"/>
            </a:xfrm>
            <a:prstGeom prst="rect">
              <a:avLst/>
            </a:prstGeom>
            <a:solidFill>
              <a:srgbClr val="66FF66">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3">
              <a:extLst>
                <a:ext uri="{FF2B5EF4-FFF2-40B4-BE49-F238E27FC236}">
                  <a16:creationId xmlns:a16="http://schemas.microsoft.com/office/drawing/2014/main" id="{D7E38770-CCF1-4842-AA0B-21B21F53A6FD}"/>
                </a:ext>
              </a:extLst>
            </p:cNvPr>
            <p:cNvSpPr>
              <a:spLocks noChangeArrowheads="1"/>
            </p:cNvSpPr>
            <p:nvPr/>
          </p:nvSpPr>
          <p:spPr bwMode="auto">
            <a:xfrm>
              <a:off x="4724400" y="4930775"/>
              <a:ext cx="838200" cy="1012825"/>
            </a:xfrm>
            <a:prstGeom prst="rect">
              <a:avLst/>
            </a:prstGeom>
            <a:solidFill>
              <a:srgbClr val="66FF66">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4">
              <a:extLst>
                <a:ext uri="{FF2B5EF4-FFF2-40B4-BE49-F238E27FC236}">
                  <a16:creationId xmlns:a16="http://schemas.microsoft.com/office/drawing/2014/main" id="{45FFEA93-74B5-4AAC-A94B-8559C83CA960}"/>
                </a:ext>
              </a:extLst>
            </p:cNvPr>
            <p:cNvSpPr>
              <a:spLocks noChangeArrowheads="1"/>
            </p:cNvSpPr>
            <p:nvPr/>
          </p:nvSpPr>
          <p:spPr bwMode="auto">
            <a:xfrm>
              <a:off x="3581400" y="4400550"/>
              <a:ext cx="1143000" cy="1543050"/>
            </a:xfrm>
            <a:prstGeom prst="rect">
              <a:avLst/>
            </a:prstGeom>
            <a:solidFill>
              <a:srgbClr val="66FF66">
                <a:alpha val="35001"/>
              </a:srgbClr>
            </a:solidFill>
            <a:ln>
              <a:noFill/>
            </a:ln>
            <a:effectLst/>
            <a:extLst>
              <a:ext uri="{91240B29-F687-4F45-9708-019B960494DF}">
                <a14:hiddenLine xmlns:a14="http://schemas.microsoft.com/office/drawing/2010/main" w="9525">
                  <a:solidFill>
                    <a:srgbClr val="66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5">
              <a:extLst>
                <a:ext uri="{FF2B5EF4-FFF2-40B4-BE49-F238E27FC236}">
                  <a16:creationId xmlns:a16="http://schemas.microsoft.com/office/drawing/2014/main" id="{E37312C8-5138-45AD-A145-96797DE9B735}"/>
                </a:ext>
              </a:extLst>
            </p:cNvPr>
            <p:cNvSpPr>
              <a:spLocks noChangeArrowheads="1"/>
            </p:cNvSpPr>
            <p:nvPr/>
          </p:nvSpPr>
          <p:spPr bwMode="auto">
            <a:xfrm>
              <a:off x="2438400" y="3775075"/>
              <a:ext cx="1143000" cy="2168525"/>
            </a:xfrm>
            <a:prstGeom prst="rect">
              <a:avLst/>
            </a:prstGeom>
            <a:solidFill>
              <a:srgbClr val="66FF66">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990BD9DC-779F-4772-96D4-6932F968CEAF}"/>
                </a:ext>
              </a:extLst>
            </p:cNvPr>
            <p:cNvSpPr>
              <a:spLocks noChangeArrowheads="1"/>
            </p:cNvSpPr>
            <p:nvPr/>
          </p:nvSpPr>
          <p:spPr bwMode="auto">
            <a:xfrm>
              <a:off x="1447800" y="3146425"/>
              <a:ext cx="990600" cy="2797175"/>
            </a:xfrm>
            <a:prstGeom prst="rect">
              <a:avLst/>
            </a:prstGeom>
            <a:solidFill>
              <a:srgbClr val="66FF66">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grpSp>
      <p:sp>
        <p:nvSpPr>
          <p:cNvPr id="10" name="Rectangle 7">
            <a:extLst>
              <a:ext uri="{FF2B5EF4-FFF2-40B4-BE49-F238E27FC236}">
                <a16:creationId xmlns:a16="http://schemas.microsoft.com/office/drawing/2014/main" id="{97230119-075C-4307-96AD-A61A581604C5}"/>
              </a:ext>
            </a:extLst>
          </p:cNvPr>
          <p:cNvSpPr txBox="1">
            <a:spLocks noChangeArrowheads="1"/>
          </p:cNvSpPr>
          <p:nvPr/>
        </p:nvSpPr>
        <p:spPr>
          <a:xfrm>
            <a:off x="237380" y="741060"/>
            <a:ext cx="8583092" cy="2362200"/>
          </a:xfrm>
          <a:prstGeom prst="rect">
            <a:avLst/>
          </a:prstGeom>
          <a:noFill/>
          <a:ln w="9525">
            <a:noFill/>
          </a:ln>
        </p:spPr>
        <p:txBody>
          <a:bodyPr/>
          <a:lstStyle>
            <a:lvl1pPr marL="457200" indent="-457200" algn="l" rtl="0" eaLnBrk="0" fontAlgn="base" hangingPunct="0">
              <a:lnSpc>
                <a:spcPct val="150000"/>
              </a:lnSpc>
              <a:spcBef>
                <a:spcPts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lnSpc>
                <a:spcPct val="150000"/>
              </a:lnSpc>
              <a:spcBef>
                <a:spcPts val="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buSzPct val="50000"/>
              <a:buFont typeface="Wingdings" panose="05000000000000000000" pitchFamily="2" charset="2"/>
              <a:buChar char="l"/>
            </a:pPr>
            <a:r>
              <a:rPr lang="zh-CN" altLang="en-US" b="0" kern="0" dirty="0">
                <a:latin typeface="+mn-ea"/>
                <a:ea typeface="+mn-ea"/>
              </a:rPr>
              <a:t>为节约存储，对称矩阵可以只存</a:t>
            </a:r>
            <a:r>
              <a:rPr lang="zh-CN" altLang="en-US" b="0" kern="0" dirty="0">
                <a:solidFill>
                  <a:srgbClr val="0000FF"/>
                </a:solidFill>
                <a:latin typeface="+mn-ea"/>
                <a:ea typeface="+mn-ea"/>
              </a:rPr>
              <a:t>对角线及对角线以上</a:t>
            </a:r>
            <a:r>
              <a:rPr lang="zh-CN" altLang="en-US" b="0" kern="0" dirty="0">
                <a:latin typeface="+mn-ea"/>
                <a:ea typeface="+mn-ea"/>
              </a:rPr>
              <a:t>的元素，或者只存</a:t>
            </a:r>
            <a:r>
              <a:rPr lang="zh-CN" altLang="en-US" b="0" kern="0" dirty="0">
                <a:solidFill>
                  <a:srgbClr val="0000FF"/>
                </a:solidFill>
                <a:latin typeface="+mn-ea"/>
                <a:ea typeface="+mn-ea"/>
              </a:rPr>
              <a:t>对角线及对角线以下</a:t>
            </a:r>
            <a:r>
              <a:rPr lang="zh-CN" altLang="en-US" b="0" kern="0" dirty="0">
                <a:latin typeface="+mn-ea"/>
                <a:ea typeface="+mn-ea"/>
              </a:rPr>
              <a:t>的元素。前者称为</a:t>
            </a:r>
            <a:r>
              <a:rPr lang="zh-CN" altLang="en-US" b="0" kern="0" dirty="0">
                <a:solidFill>
                  <a:srgbClr val="FF0000"/>
                </a:solidFill>
                <a:latin typeface="+mn-ea"/>
                <a:ea typeface="+mn-ea"/>
              </a:rPr>
              <a:t>上三角矩阵</a:t>
            </a:r>
            <a:r>
              <a:rPr lang="zh-CN" altLang="en-US" b="0" kern="0" dirty="0">
                <a:latin typeface="+mn-ea"/>
                <a:ea typeface="+mn-ea"/>
              </a:rPr>
              <a:t>，后者称为</a:t>
            </a:r>
            <a:r>
              <a:rPr lang="zh-CN" altLang="en-US" b="0" kern="0" dirty="0">
                <a:solidFill>
                  <a:srgbClr val="FF0000"/>
                </a:solidFill>
                <a:latin typeface="+mn-ea"/>
                <a:ea typeface="+mn-ea"/>
              </a:rPr>
              <a:t>下三角矩阵</a:t>
            </a:r>
            <a:r>
              <a:rPr lang="zh-CN" altLang="en-US" b="0" kern="0" dirty="0">
                <a:latin typeface="+mn-ea"/>
                <a:ea typeface="+mn-ea"/>
              </a:rPr>
              <a:t>。</a:t>
            </a:r>
          </a:p>
        </p:txBody>
      </p:sp>
      <p:sp>
        <p:nvSpPr>
          <p:cNvPr id="11" name="Text Box 9">
            <a:extLst>
              <a:ext uri="{FF2B5EF4-FFF2-40B4-BE49-F238E27FC236}">
                <a16:creationId xmlns:a16="http://schemas.microsoft.com/office/drawing/2014/main" id="{F46BFD3A-C509-4076-BE3B-19268E09B197}"/>
              </a:ext>
            </a:extLst>
          </p:cNvPr>
          <p:cNvSpPr txBox="1">
            <a:spLocks noChangeArrowheads="1"/>
          </p:cNvSpPr>
          <p:nvPr/>
        </p:nvSpPr>
        <p:spPr bwMode="auto">
          <a:xfrm>
            <a:off x="8015434" y="3728066"/>
            <a:ext cx="701675" cy="204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pPr>
            <a:r>
              <a:rPr kumimoji="1" lang="zh-CN" altLang="en-US" sz="3200" dirty="0">
                <a:latin typeface="Times New Roman" panose="02020603050405020304" pitchFamily="18" charset="0"/>
                <a:ea typeface="隶书" panose="02010509060101010101" pitchFamily="49" charset="-122"/>
              </a:rPr>
              <a:t>下三角矩阵</a:t>
            </a:r>
            <a:endParaRPr kumimoji="1" lang="zh-CN" altLang="en-US" sz="3200" dirty="0">
              <a:latin typeface="Times New Roman" panose="02020603050405020304" pitchFamily="18" charset="0"/>
            </a:endParaRPr>
          </a:p>
        </p:txBody>
      </p:sp>
    </p:spTree>
    <p:extLst>
      <p:ext uri="{BB962C8B-B14F-4D97-AF65-F5344CB8AC3E}">
        <p14:creationId xmlns:p14="http://schemas.microsoft.com/office/powerpoint/2010/main" val="2012934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DE56D2-4D57-4536-A39F-7D5BC6C4AD14}"/>
              </a:ext>
            </a:extLst>
          </p:cNvPr>
          <p:cNvSpPr>
            <a:spLocks noGrp="1"/>
          </p:cNvSpPr>
          <p:nvPr>
            <p:ph type="title"/>
          </p:nvPr>
        </p:nvSpPr>
        <p:spPr/>
        <p:txBody>
          <a:bodyPr/>
          <a:lstStyle/>
          <a:p>
            <a:r>
              <a:rPr lang="zh-CN" altLang="en-US" dirty="0"/>
              <a:t>对称矩阵的压缩存储</a:t>
            </a:r>
          </a:p>
        </p:txBody>
      </p:sp>
      <p:grpSp>
        <p:nvGrpSpPr>
          <p:cNvPr id="3" name="Group 10">
            <a:extLst>
              <a:ext uri="{FF2B5EF4-FFF2-40B4-BE49-F238E27FC236}">
                <a16:creationId xmlns:a16="http://schemas.microsoft.com/office/drawing/2014/main" id="{EB9B2E36-63B4-4795-887A-8CFBFCE5B2F1}"/>
              </a:ext>
            </a:extLst>
          </p:cNvPr>
          <p:cNvGrpSpPr>
            <a:grpSpLocks/>
          </p:cNvGrpSpPr>
          <p:nvPr/>
        </p:nvGrpSpPr>
        <p:grpSpPr bwMode="auto">
          <a:xfrm>
            <a:off x="899592" y="875754"/>
            <a:ext cx="6840760" cy="3705374"/>
            <a:chOff x="1088" y="364"/>
            <a:chExt cx="3363" cy="1745"/>
          </a:xfrm>
        </p:grpSpPr>
        <p:graphicFrame>
          <p:nvGraphicFramePr>
            <p:cNvPr id="4" name="Object 7">
              <a:extLst>
                <a:ext uri="{FF2B5EF4-FFF2-40B4-BE49-F238E27FC236}">
                  <a16:creationId xmlns:a16="http://schemas.microsoft.com/office/drawing/2014/main" id="{8DCFF8FB-7804-4AD1-A44B-BD0454AE4AF3}"/>
                </a:ext>
              </a:extLst>
            </p:cNvPr>
            <p:cNvGraphicFramePr>
              <a:graphicFrameLocks noChangeAspect="1"/>
            </p:cNvGraphicFramePr>
            <p:nvPr/>
          </p:nvGraphicFramePr>
          <p:xfrm>
            <a:off x="1088" y="364"/>
            <a:ext cx="3363" cy="1745"/>
          </p:xfrm>
          <a:graphic>
            <a:graphicData uri="http://schemas.openxmlformats.org/presentationml/2006/ole">
              <mc:AlternateContent xmlns:mc="http://schemas.openxmlformats.org/markup-compatibility/2006">
                <mc:Choice xmlns:v="urn:schemas-microsoft-com:vml" Requires="v">
                  <p:oleObj spid="_x0000_s17500" name="公式" r:id="rId3" imgW="1892160" imgH="914400" progId="Equation.3">
                    <p:embed/>
                  </p:oleObj>
                </mc:Choice>
                <mc:Fallback>
                  <p:oleObj name="公式" r:id="rId3" imgW="1892160" imgH="914400" progId="Equation.3">
                    <p:embed/>
                    <p:pic>
                      <p:nvPicPr>
                        <p:cNvPr id="451591" name="Object 7">
                          <a:extLst>
                            <a:ext uri="{FF2B5EF4-FFF2-40B4-BE49-F238E27FC236}">
                              <a16:creationId xmlns:a16="http://schemas.microsoft.com/office/drawing/2014/main" id="{69E0C766-748C-487D-8B8E-12FF1A6C8D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 y="364"/>
                          <a:ext cx="3363" cy="17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2">
              <a:extLst>
                <a:ext uri="{FF2B5EF4-FFF2-40B4-BE49-F238E27FC236}">
                  <a16:creationId xmlns:a16="http://schemas.microsoft.com/office/drawing/2014/main" id="{A149EC52-7E63-45B0-8C6B-06405B61BA52}"/>
                </a:ext>
              </a:extLst>
            </p:cNvPr>
            <p:cNvSpPr>
              <a:spLocks noChangeArrowheads="1"/>
            </p:cNvSpPr>
            <p:nvPr/>
          </p:nvSpPr>
          <p:spPr bwMode="auto">
            <a:xfrm>
              <a:off x="1125" y="432"/>
              <a:ext cx="666" cy="384"/>
            </a:xfrm>
            <a:prstGeom prst="rect">
              <a:avLst/>
            </a:prstGeom>
            <a:solidFill>
              <a:srgbClr val="FF66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3">
              <a:extLst>
                <a:ext uri="{FF2B5EF4-FFF2-40B4-BE49-F238E27FC236}">
                  <a16:creationId xmlns:a16="http://schemas.microsoft.com/office/drawing/2014/main" id="{C13B8132-B08C-4FF0-9B8E-32597B4B7D6D}"/>
                </a:ext>
              </a:extLst>
            </p:cNvPr>
            <p:cNvSpPr>
              <a:spLocks noChangeArrowheads="1"/>
            </p:cNvSpPr>
            <p:nvPr/>
          </p:nvSpPr>
          <p:spPr bwMode="auto">
            <a:xfrm>
              <a:off x="1788" y="432"/>
              <a:ext cx="657" cy="722"/>
            </a:xfrm>
            <a:prstGeom prst="rect">
              <a:avLst/>
            </a:prstGeom>
            <a:solidFill>
              <a:srgbClr val="FF66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4">
              <a:extLst>
                <a:ext uri="{FF2B5EF4-FFF2-40B4-BE49-F238E27FC236}">
                  <a16:creationId xmlns:a16="http://schemas.microsoft.com/office/drawing/2014/main" id="{45C57BB1-20C2-483C-B176-F2B96CF5478C}"/>
                </a:ext>
              </a:extLst>
            </p:cNvPr>
            <p:cNvSpPr>
              <a:spLocks noChangeArrowheads="1"/>
            </p:cNvSpPr>
            <p:nvPr/>
          </p:nvSpPr>
          <p:spPr bwMode="auto">
            <a:xfrm>
              <a:off x="2446" y="432"/>
              <a:ext cx="626" cy="1065"/>
            </a:xfrm>
            <a:prstGeom prst="rect">
              <a:avLst/>
            </a:prstGeom>
            <a:solidFill>
              <a:srgbClr val="FF66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5">
              <a:extLst>
                <a:ext uri="{FF2B5EF4-FFF2-40B4-BE49-F238E27FC236}">
                  <a16:creationId xmlns:a16="http://schemas.microsoft.com/office/drawing/2014/main" id="{70897E74-AAA2-4CBE-A52D-5FAF98625256}"/>
                </a:ext>
              </a:extLst>
            </p:cNvPr>
            <p:cNvSpPr>
              <a:spLocks noChangeArrowheads="1"/>
            </p:cNvSpPr>
            <p:nvPr/>
          </p:nvSpPr>
          <p:spPr bwMode="auto">
            <a:xfrm>
              <a:off x="3073" y="432"/>
              <a:ext cx="534" cy="1313"/>
            </a:xfrm>
            <a:prstGeom prst="rect">
              <a:avLst/>
            </a:prstGeom>
            <a:solidFill>
              <a:srgbClr val="FF66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44ADF010-4F39-4A61-93DB-8FB3B77D941F}"/>
                </a:ext>
              </a:extLst>
            </p:cNvPr>
            <p:cNvSpPr>
              <a:spLocks noChangeArrowheads="1"/>
            </p:cNvSpPr>
            <p:nvPr/>
          </p:nvSpPr>
          <p:spPr bwMode="auto">
            <a:xfrm>
              <a:off x="3606" y="432"/>
              <a:ext cx="762" cy="1644"/>
            </a:xfrm>
            <a:prstGeom prst="rect">
              <a:avLst/>
            </a:prstGeom>
            <a:solidFill>
              <a:srgbClr val="FF66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 name="Text Box 8">
            <a:extLst>
              <a:ext uri="{FF2B5EF4-FFF2-40B4-BE49-F238E27FC236}">
                <a16:creationId xmlns:a16="http://schemas.microsoft.com/office/drawing/2014/main" id="{E1412BC6-915A-40B5-952B-0DEC0DC986D8}"/>
              </a:ext>
            </a:extLst>
          </p:cNvPr>
          <p:cNvSpPr txBox="1">
            <a:spLocks noChangeArrowheads="1"/>
          </p:cNvSpPr>
          <p:nvPr/>
        </p:nvSpPr>
        <p:spPr bwMode="auto">
          <a:xfrm>
            <a:off x="7893570" y="1594888"/>
            <a:ext cx="701675" cy="204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pPr>
            <a:r>
              <a:rPr kumimoji="1" lang="zh-CN" altLang="en-US" sz="3200" dirty="0">
                <a:latin typeface="Times New Roman" panose="02020603050405020304" pitchFamily="18" charset="0"/>
                <a:ea typeface="隶书" panose="02010509060101010101" pitchFamily="49" charset="-122"/>
              </a:rPr>
              <a:t>上三角矩阵</a:t>
            </a:r>
            <a:endParaRPr kumimoji="1" lang="zh-CN" altLang="en-US" sz="3200" dirty="0">
              <a:latin typeface="Times New Roman" panose="02020603050405020304" pitchFamily="18" charset="0"/>
            </a:endParaRPr>
          </a:p>
        </p:txBody>
      </p:sp>
      <p:sp>
        <p:nvSpPr>
          <p:cNvPr id="11" name="Rectangle 9">
            <a:extLst>
              <a:ext uri="{FF2B5EF4-FFF2-40B4-BE49-F238E27FC236}">
                <a16:creationId xmlns:a16="http://schemas.microsoft.com/office/drawing/2014/main" id="{26F23143-7CA8-48F6-84BE-7D7B7D76C371}"/>
              </a:ext>
            </a:extLst>
          </p:cNvPr>
          <p:cNvSpPr txBox="1">
            <a:spLocks noChangeArrowheads="1"/>
          </p:cNvSpPr>
          <p:nvPr/>
        </p:nvSpPr>
        <p:spPr>
          <a:xfrm>
            <a:off x="323528" y="4701195"/>
            <a:ext cx="8496944" cy="1993776"/>
          </a:xfrm>
          <a:prstGeom prst="rect">
            <a:avLst/>
          </a:prstGeom>
        </p:spPr>
        <p:txBody>
          <a:bodyPr/>
          <a:lstStyle>
            <a:lvl1pPr marL="457200" indent="-457200" algn="l" rtl="0" eaLnBrk="0" fontAlgn="base" hangingPunct="0">
              <a:lnSpc>
                <a:spcPct val="150000"/>
              </a:lnSpc>
              <a:spcBef>
                <a:spcPct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buClr>
                <a:srgbClr val="990099"/>
              </a:buClr>
              <a:buSzPct val="50000"/>
              <a:buFont typeface="Wingdings" panose="05000000000000000000" pitchFamily="2" charset="2"/>
              <a:buChar char="l"/>
            </a:pPr>
            <a:r>
              <a:rPr lang="zh-CN" altLang="en-US" b="0" kern="0" dirty="0">
                <a:latin typeface="+mn-ea"/>
                <a:ea typeface="+mn-ea"/>
              </a:rPr>
              <a:t>把它们</a:t>
            </a:r>
            <a:r>
              <a:rPr lang="zh-CN" altLang="en-US" b="0" kern="0" dirty="0">
                <a:solidFill>
                  <a:srgbClr val="0000FF"/>
                </a:solidFill>
                <a:latin typeface="+mn-ea"/>
                <a:ea typeface="+mn-ea"/>
              </a:rPr>
              <a:t>按行存放</a:t>
            </a:r>
            <a:r>
              <a:rPr lang="zh-CN" altLang="en-US" b="0" kern="0" dirty="0">
                <a:latin typeface="+mn-ea"/>
                <a:ea typeface="+mn-ea"/>
              </a:rPr>
              <a:t>于一个一维数组 </a:t>
            </a:r>
            <a:r>
              <a:rPr lang="en-US" altLang="zh-CN" b="0" kern="0" dirty="0">
                <a:solidFill>
                  <a:srgbClr val="FF0000"/>
                </a:solidFill>
                <a:latin typeface="+mn-ea"/>
                <a:ea typeface="+mn-ea"/>
              </a:rPr>
              <a:t>B</a:t>
            </a:r>
            <a:r>
              <a:rPr lang="en-US" altLang="zh-CN" b="0" kern="0" dirty="0">
                <a:latin typeface="+mn-ea"/>
                <a:ea typeface="+mn-ea"/>
              </a:rPr>
              <a:t> </a:t>
            </a:r>
            <a:r>
              <a:rPr lang="zh-CN" altLang="en-US" b="0" kern="0" dirty="0">
                <a:latin typeface="+mn-ea"/>
                <a:ea typeface="+mn-ea"/>
              </a:rPr>
              <a:t>中，该数组称为对称矩阵 </a:t>
            </a:r>
            <a:r>
              <a:rPr lang="en-US" altLang="zh-CN" b="0" kern="0" dirty="0">
                <a:solidFill>
                  <a:srgbClr val="0000FF"/>
                </a:solidFill>
                <a:latin typeface="+mn-ea"/>
                <a:ea typeface="+mn-ea"/>
              </a:rPr>
              <a:t>A</a:t>
            </a:r>
            <a:r>
              <a:rPr lang="en-US" altLang="zh-CN" b="0" kern="0" dirty="0">
                <a:latin typeface="+mn-ea"/>
                <a:ea typeface="+mn-ea"/>
              </a:rPr>
              <a:t> </a:t>
            </a:r>
            <a:r>
              <a:rPr lang="zh-CN" altLang="en-US" b="0" kern="0" dirty="0">
                <a:latin typeface="+mn-ea"/>
                <a:ea typeface="+mn-ea"/>
              </a:rPr>
              <a:t>的压缩存储方式。</a:t>
            </a:r>
          </a:p>
          <a:p>
            <a:pPr>
              <a:buClr>
                <a:srgbClr val="990099"/>
              </a:buClr>
              <a:buSzPct val="50000"/>
              <a:buFont typeface="Wingdings" panose="05000000000000000000" pitchFamily="2" charset="2"/>
              <a:buChar char="l"/>
            </a:pPr>
            <a:r>
              <a:rPr lang="zh-CN" altLang="en-US" b="0" kern="0" dirty="0">
                <a:latin typeface="+mn-ea"/>
                <a:ea typeface="+mn-ea"/>
              </a:rPr>
              <a:t>数组 </a:t>
            </a:r>
            <a:r>
              <a:rPr lang="en-US" altLang="zh-CN" b="0" kern="0" dirty="0">
                <a:latin typeface="+mn-ea"/>
                <a:ea typeface="+mn-ea"/>
              </a:rPr>
              <a:t>B </a:t>
            </a:r>
            <a:r>
              <a:rPr lang="zh-CN" altLang="en-US" b="0" kern="0" dirty="0">
                <a:latin typeface="+mn-ea"/>
                <a:ea typeface="+mn-ea"/>
              </a:rPr>
              <a:t>共有 </a:t>
            </a:r>
            <a:r>
              <a:rPr lang="en-US" altLang="zh-CN" b="0" kern="0" dirty="0">
                <a:latin typeface="+mn-ea"/>
                <a:ea typeface="+mn-ea"/>
              </a:rPr>
              <a:t>n+(n-1)+</a:t>
            </a:r>
            <a:r>
              <a:rPr lang="en-US" altLang="zh-CN" b="0" kern="0" dirty="0">
                <a:latin typeface="+mn-ea"/>
                <a:ea typeface="+mn-ea"/>
                <a:sym typeface="Wingdings" panose="05000000000000000000" pitchFamily="2" charset="2"/>
              </a:rPr>
              <a:t></a:t>
            </a:r>
            <a:r>
              <a:rPr lang="en-US" altLang="zh-CN" b="0" kern="0" dirty="0">
                <a:latin typeface="+mn-ea"/>
                <a:ea typeface="+mn-ea"/>
              </a:rPr>
              <a:t>+1 = </a:t>
            </a:r>
            <a:r>
              <a:rPr lang="en-US" altLang="zh-CN" b="0" kern="0" dirty="0">
                <a:solidFill>
                  <a:srgbClr val="FF0000"/>
                </a:solidFill>
                <a:latin typeface="+mn-ea"/>
                <a:ea typeface="+mn-ea"/>
              </a:rPr>
              <a:t>n*(n+1)</a:t>
            </a:r>
            <a:r>
              <a:rPr lang="zh-CN" altLang="en-US" b="0" kern="0" dirty="0">
                <a:solidFill>
                  <a:srgbClr val="FF0000"/>
                </a:solidFill>
                <a:latin typeface="+mn-ea"/>
                <a:ea typeface="+mn-ea"/>
              </a:rPr>
              <a:t>／</a:t>
            </a:r>
            <a:r>
              <a:rPr lang="en-US" altLang="zh-CN" b="0" kern="0" dirty="0">
                <a:solidFill>
                  <a:srgbClr val="FF0000"/>
                </a:solidFill>
                <a:latin typeface="+mn-ea"/>
                <a:ea typeface="+mn-ea"/>
              </a:rPr>
              <a:t>2 </a:t>
            </a:r>
            <a:r>
              <a:rPr lang="zh-CN" altLang="en-US" b="0" kern="0" dirty="0">
                <a:latin typeface="+mn-ea"/>
                <a:ea typeface="+mn-ea"/>
              </a:rPr>
              <a:t>个元素</a:t>
            </a:r>
          </a:p>
        </p:txBody>
      </p:sp>
    </p:spTree>
    <p:extLst>
      <p:ext uri="{BB962C8B-B14F-4D97-AF65-F5344CB8AC3E}">
        <p14:creationId xmlns:p14="http://schemas.microsoft.com/office/powerpoint/2010/main" val="2066084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5A1D58-ED29-48FC-9EEC-56CE672A53F7}"/>
              </a:ext>
            </a:extLst>
          </p:cNvPr>
          <p:cNvSpPr>
            <a:spLocks noGrp="1"/>
          </p:cNvSpPr>
          <p:nvPr>
            <p:ph type="title"/>
          </p:nvPr>
        </p:nvSpPr>
        <p:spPr/>
        <p:txBody>
          <a:bodyPr/>
          <a:lstStyle/>
          <a:p>
            <a:r>
              <a:rPr lang="zh-CN" altLang="en-US" dirty="0"/>
              <a:t>下三角矩阵的压缩存储</a:t>
            </a:r>
          </a:p>
        </p:txBody>
      </p:sp>
      <p:grpSp>
        <p:nvGrpSpPr>
          <p:cNvPr id="17" name="组合 16">
            <a:extLst>
              <a:ext uri="{FF2B5EF4-FFF2-40B4-BE49-F238E27FC236}">
                <a16:creationId xmlns:a16="http://schemas.microsoft.com/office/drawing/2014/main" id="{AB906553-CED4-4CBD-9FA9-8068D3A4FBAB}"/>
              </a:ext>
            </a:extLst>
          </p:cNvPr>
          <p:cNvGrpSpPr/>
          <p:nvPr/>
        </p:nvGrpSpPr>
        <p:grpSpPr>
          <a:xfrm>
            <a:off x="1835696" y="746430"/>
            <a:ext cx="5616624" cy="2964110"/>
            <a:chOff x="2615946" y="894456"/>
            <a:chExt cx="5192712" cy="2833688"/>
          </a:xfrm>
        </p:grpSpPr>
        <p:graphicFrame>
          <p:nvGraphicFramePr>
            <p:cNvPr id="4" name="Object 7">
              <a:extLst>
                <a:ext uri="{FF2B5EF4-FFF2-40B4-BE49-F238E27FC236}">
                  <a16:creationId xmlns:a16="http://schemas.microsoft.com/office/drawing/2014/main" id="{ACE59E95-55C7-4A68-AE1E-94D402669F57}"/>
                </a:ext>
              </a:extLst>
            </p:cNvPr>
            <p:cNvGraphicFramePr>
              <a:graphicFrameLocks noChangeAspect="1"/>
            </p:cNvGraphicFramePr>
            <p:nvPr>
              <p:extLst>
                <p:ext uri="{D42A27DB-BD31-4B8C-83A1-F6EECF244321}">
                  <p14:modId xmlns:p14="http://schemas.microsoft.com/office/powerpoint/2010/main" val="498507029"/>
                </p:ext>
              </p:extLst>
            </p:nvPr>
          </p:nvGraphicFramePr>
          <p:xfrm>
            <a:off x="2615946" y="894456"/>
            <a:ext cx="5192712" cy="2833688"/>
          </p:xfrm>
          <a:graphic>
            <a:graphicData uri="http://schemas.openxmlformats.org/presentationml/2006/ole">
              <mc:AlternateContent xmlns:mc="http://schemas.openxmlformats.org/markup-compatibility/2006">
                <mc:Choice xmlns:v="urn:schemas-microsoft-com:vml" Requires="v">
                  <p:oleObj spid="_x0000_s18527" name="公式" r:id="rId3" imgW="1892160" imgH="914400" progId="Equation.3">
                    <p:embed/>
                  </p:oleObj>
                </mc:Choice>
                <mc:Fallback>
                  <p:oleObj name="公式" r:id="rId3" imgW="1892160" imgH="914400" progId="Equation.3">
                    <p:embed/>
                    <p:pic>
                      <p:nvPicPr>
                        <p:cNvPr id="452615" name="Object 7">
                          <a:extLst>
                            <a:ext uri="{FF2B5EF4-FFF2-40B4-BE49-F238E27FC236}">
                              <a16:creationId xmlns:a16="http://schemas.microsoft.com/office/drawing/2014/main" id="{1DF6CB33-AD64-491A-8418-57899F9525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5946" y="894456"/>
                          <a:ext cx="5192712" cy="283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2">
              <a:extLst>
                <a:ext uri="{FF2B5EF4-FFF2-40B4-BE49-F238E27FC236}">
                  <a16:creationId xmlns:a16="http://schemas.microsoft.com/office/drawing/2014/main" id="{EB8B710F-C755-4F86-8FDE-84EE56A2BB0C}"/>
                </a:ext>
              </a:extLst>
            </p:cNvPr>
            <p:cNvSpPr>
              <a:spLocks noChangeArrowheads="1"/>
            </p:cNvSpPr>
            <p:nvPr/>
          </p:nvSpPr>
          <p:spPr bwMode="auto">
            <a:xfrm>
              <a:off x="6494208" y="3158232"/>
              <a:ext cx="1193800" cy="457200"/>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3">
              <a:extLst>
                <a:ext uri="{FF2B5EF4-FFF2-40B4-BE49-F238E27FC236}">
                  <a16:creationId xmlns:a16="http://schemas.microsoft.com/office/drawing/2014/main" id="{F6CDDE7C-F7FC-40B9-AC5A-5E85DC195712}"/>
                </a:ext>
              </a:extLst>
            </p:cNvPr>
            <p:cNvSpPr>
              <a:spLocks noChangeArrowheads="1"/>
            </p:cNvSpPr>
            <p:nvPr/>
          </p:nvSpPr>
          <p:spPr bwMode="auto">
            <a:xfrm>
              <a:off x="5719508" y="2726432"/>
              <a:ext cx="771525" cy="914400"/>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4">
              <a:extLst>
                <a:ext uri="{FF2B5EF4-FFF2-40B4-BE49-F238E27FC236}">
                  <a16:creationId xmlns:a16="http://schemas.microsoft.com/office/drawing/2014/main" id="{0F84931B-69DB-4538-8AB6-80772006C142}"/>
                </a:ext>
              </a:extLst>
            </p:cNvPr>
            <p:cNvSpPr>
              <a:spLocks noChangeArrowheads="1"/>
            </p:cNvSpPr>
            <p:nvPr/>
          </p:nvSpPr>
          <p:spPr bwMode="auto">
            <a:xfrm>
              <a:off x="4751133" y="2116832"/>
              <a:ext cx="968375" cy="1524001"/>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5">
              <a:extLst>
                <a:ext uri="{FF2B5EF4-FFF2-40B4-BE49-F238E27FC236}">
                  <a16:creationId xmlns:a16="http://schemas.microsoft.com/office/drawing/2014/main" id="{07E9AB73-D0A5-4D12-A449-3DB775E9FF22}"/>
                </a:ext>
              </a:extLst>
            </p:cNvPr>
            <p:cNvSpPr>
              <a:spLocks noChangeArrowheads="1"/>
            </p:cNvSpPr>
            <p:nvPr/>
          </p:nvSpPr>
          <p:spPr bwMode="auto">
            <a:xfrm>
              <a:off x="3687508" y="1575494"/>
              <a:ext cx="1062038" cy="2039938"/>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a:extLst>
                <a:ext uri="{FF2B5EF4-FFF2-40B4-BE49-F238E27FC236}">
                  <a16:creationId xmlns:a16="http://schemas.microsoft.com/office/drawing/2014/main" id="{1B767C09-42A3-43F5-A057-5926DBD6C445}"/>
                </a:ext>
              </a:extLst>
            </p:cNvPr>
            <p:cNvSpPr>
              <a:spLocks noChangeArrowheads="1"/>
            </p:cNvSpPr>
            <p:nvPr/>
          </p:nvSpPr>
          <p:spPr bwMode="auto">
            <a:xfrm>
              <a:off x="2712783" y="1008757"/>
              <a:ext cx="976313" cy="2605086"/>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 name="Text Box 22">
            <a:extLst>
              <a:ext uri="{FF2B5EF4-FFF2-40B4-BE49-F238E27FC236}">
                <a16:creationId xmlns:a16="http://schemas.microsoft.com/office/drawing/2014/main" id="{E0C69EF3-1EF8-4FAA-967D-8937A3FE68B3}"/>
              </a:ext>
            </a:extLst>
          </p:cNvPr>
          <p:cNvSpPr txBox="1">
            <a:spLocks noChangeArrowheads="1"/>
          </p:cNvSpPr>
          <p:nvPr/>
        </p:nvSpPr>
        <p:spPr bwMode="auto">
          <a:xfrm>
            <a:off x="1279525" y="529299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kumimoji="1" lang="zh-CN" altLang="zh-CN" sz="2400" b="0">
              <a:latin typeface="Times New Roman" panose="02020603050405020304" pitchFamily="18" charset="0"/>
            </a:endParaRPr>
          </a:p>
        </p:txBody>
      </p:sp>
      <p:sp>
        <p:nvSpPr>
          <p:cNvPr id="11" name="Text Box 23">
            <a:extLst>
              <a:ext uri="{FF2B5EF4-FFF2-40B4-BE49-F238E27FC236}">
                <a16:creationId xmlns:a16="http://schemas.microsoft.com/office/drawing/2014/main" id="{19ED0309-A9E9-4258-A23D-DD29393D1F4D}"/>
              </a:ext>
            </a:extLst>
          </p:cNvPr>
          <p:cNvSpPr txBox="1">
            <a:spLocks noChangeArrowheads="1"/>
          </p:cNvSpPr>
          <p:nvPr/>
        </p:nvSpPr>
        <p:spPr bwMode="auto">
          <a:xfrm>
            <a:off x="395536" y="5014850"/>
            <a:ext cx="8324602" cy="1308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2800" b="0" dirty="0">
                <a:latin typeface="+mn-ea"/>
                <a:ea typeface="+mn-ea"/>
              </a:rPr>
              <a:t>若</a:t>
            </a:r>
            <a:r>
              <a:rPr kumimoji="1" lang="zh-CN" altLang="en-US" sz="2800" b="0" i="1" dirty="0">
                <a:ea typeface="仿宋_GB2312" pitchFamily="49" charset="-122"/>
              </a:rPr>
              <a:t> </a:t>
            </a:r>
            <a:r>
              <a:rPr kumimoji="1" lang="en-US" altLang="zh-CN" sz="2800" i="1" dirty="0" err="1">
                <a:solidFill>
                  <a:srgbClr val="0000FF"/>
                </a:solidFill>
                <a:ea typeface="仿宋_GB2312" pitchFamily="49" charset="-122"/>
              </a:rPr>
              <a:t>i</a:t>
            </a:r>
            <a:r>
              <a:rPr kumimoji="1" lang="en-US" altLang="zh-CN" sz="2800" i="1" dirty="0">
                <a:solidFill>
                  <a:srgbClr val="0000FF"/>
                </a:solidFill>
                <a:ea typeface="仿宋_GB2312" pitchFamily="49" charset="-122"/>
              </a:rPr>
              <a:t> </a:t>
            </a:r>
            <a:r>
              <a:rPr kumimoji="1" lang="en-US" altLang="zh-CN" sz="2800" dirty="0">
                <a:solidFill>
                  <a:srgbClr val="0000FF"/>
                </a:solidFill>
                <a:ea typeface="仿宋_GB2312" pitchFamily="49" charset="-122"/>
                <a:sym typeface="Symbol" panose="05050102010706020507" pitchFamily="18" charset="2"/>
              </a:rPr>
              <a:t></a:t>
            </a:r>
            <a:r>
              <a:rPr kumimoji="1" lang="en-US" altLang="zh-CN" sz="2800" dirty="0">
                <a:solidFill>
                  <a:srgbClr val="0000FF"/>
                </a:solidFill>
                <a:ea typeface="仿宋_GB2312" pitchFamily="49" charset="-122"/>
              </a:rPr>
              <a:t> </a:t>
            </a:r>
            <a:r>
              <a:rPr kumimoji="1" lang="en-US" altLang="zh-CN" sz="2800" i="1" dirty="0">
                <a:solidFill>
                  <a:srgbClr val="0000FF"/>
                </a:solidFill>
                <a:ea typeface="仿宋_GB2312" pitchFamily="49" charset="-122"/>
              </a:rPr>
              <a:t>j</a:t>
            </a:r>
            <a:r>
              <a:rPr kumimoji="1" lang="en-US" altLang="zh-CN" sz="2800" b="0" dirty="0">
                <a:latin typeface="+mn-ea"/>
                <a:ea typeface="+mn-ea"/>
              </a:rPr>
              <a:t>, </a:t>
            </a:r>
            <a:r>
              <a:rPr kumimoji="1" lang="zh-CN" altLang="en-US" sz="2800" b="0" dirty="0">
                <a:latin typeface="+mn-ea"/>
                <a:ea typeface="+mn-ea"/>
              </a:rPr>
              <a:t>数组元素 </a:t>
            </a:r>
            <a:r>
              <a:rPr kumimoji="1" lang="en-US" altLang="zh-CN" sz="2800" b="0" dirty="0">
                <a:ea typeface="仿宋_GB2312" pitchFamily="49" charset="-122"/>
              </a:rPr>
              <a:t>A[</a:t>
            </a:r>
            <a:r>
              <a:rPr kumimoji="1" lang="en-US" altLang="zh-CN" sz="2800" b="0" i="1" dirty="0" err="1">
                <a:ea typeface="仿宋_GB2312" pitchFamily="49" charset="-122"/>
              </a:rPr>
              <a:t>i</a:t>
            </a:r>
            <a:r>
              <a:rPr kumimoji="1" lang="en-US" altLang="zh-CN" sz="2800" b="0" dirty="0">
                <a:ea typeface="仿宋_GB2312" pitchFamily="49" charset="-122"/>
              </a:rPr>
              <a:t>][</a:t>
            </a:r>
            <a:r>
              <a:rPr kumimoji="1" lang="en-US" altLang="zh-CN" sz="2800" b="0" i="1" dirty="0">
                <a:ea typeface="仿宋_GB2312" pitchFamily="49" charset="-122"/>
              </a:rPr>
              <a:t>j</a:t>
            </a:r>
            <a:r>
              <a:rPr kumimoji="1" lang="en-US" altLang="zh-CN" sz="2800" b="0" dirty="0">
                <a:ea typeface="仿宋_GB2312" pitchFamily="49" charset="-122"/>
              </a:rPr>
              <a:t>] </a:t>
            </a:r>
            <a:r>
              <a:rPr kumimoji="1" lang="zh-CN" altLang="en-US" sz="2800" b="0" dirty="0">
                <a:ea typeface="仿宋_GB2312" pitchFamily="49" charset="-122"/>
              </a:rPr>
              <a:t>在数组 </a:t>
            </a:r>
            <a:r>
              <a:rPr kumimoji="1" lang="en-US" altLang="zh-CN" sz="2800" b="0" dirty="0">
                <a:ea typeface="仿宋_GB2312" pitchFamily="49" charset="-122"/>
              </a:rPr>
              <a:t>B </a:t>
            </a:r>
            <a:r>
              <a:rPr kumimoji="1" lang="zh-CN" altLang="en-US" sz="2800" b="0" dirty="0">
                <a:ea typeface="仿宋_GB2312" pitchFamily="49" charset="-122"/>
              </a:rPr>
              <a:t>中的存放位置 </a:t>
            </a:r>
            <a:r>
              <a:rPr kumimoji="1" lang="en-US" altLang="zh-CN" sz="2800" b="0" i="1" dirty="0">
                <a:solidFill>
                  <a:srgbClr val="0000FF"/>
                </a:solidFill>
                <a:ea typeface="仿宋_GB2312" pitchFamily="49" charset="-122"/>
              </a:rPr>
              <a:t>k</a:t>
            </a:r>
            <a:r>
              <a:rPr kumimoji="1" lang="en-US" altLang="zh-CN" sz="2800" b="0" dirty="0">
                <a:ea typeface="仿宋_GB2312" pitchFamily="49" charset="-122"/>
              </a:rPr>
              <a:t> </a:t>
            </a:r>
            <a:r>
              <a:rPr kumimoji="1" lang="zh-CN" altLang="en-US" sz="2800" b="0" dirty="0">
                <a:ea typeface="仿宋_GB2312" pitchFamily="49" charset="-122"/>
              </a:rPr>
              <a:t>为</a:t>
            </a:r>
          </a:p>
          <a:p>
            <a:pPr>
              <a:lnSpc>
                <a:spcPct val="150000"/>
              </a:lnSpc>
            </a:pPr>
            <a:r>
              <a:rPr kumimoji="1" lang="zh-CN" altLang="en-US" sz="2800" b="0" dirty="0">
                <a:ea typeface="仿宋_GB2312" pitchFamily="49" charset="-122"/>
              </a:rPr>
              <a:t>       </a:t>
            </a:r>
            <a:r>
              <a:rPr kumimoji="1" lang="en-US" altLang="zh-CN" sz="2800" b="0" dirty="0">
                <a:solidFill>
                  <a:srgbClr val="FF0000"/>
                </a:solidFill>
                <a:ea typeface="仿宋_GB2312" pitchFamily="49" charset="-122"/>
              </a:rPr>
              <a:t>1 + 2 + </a:t>
            </a:r>
            <a:r>
              <a:rPr kumimoji="1" lang="en-US" altLang="zh-CN" sz="2800" b="0" dirty="0">
                <a:solidFill>
                  <a:srgbClr val="FF0000"/>
                </a:solidFill>
                <a:ea typeface="仿宋_GB2312" pitchFamily="49" charset="-122"/>
                <a:sym typeface="Wingdings" panose="05000000000000000000" pitchFamily="2" charset="2"/>
              </a:rPr>
              <a:t></a:t>
            </a:r>
            <a:r>
              <a:rPr kumimoji="1" lang="en-US" altLang="zh-CN" sz="2800" b="0" dirty="0">
                <a:solidFill>
                  <a:srgbClr val="FF0000"/>
                </a:solidFill>
                <a:ea typeface="仿宋_GB2312" pitchFamily="49" charset="-122"/>
              </a:rPr>
              <a:t> + </a:t>
            </a:r>
            <a:r>
              <a:rPr kumimoji="1" lang="en-US" altLang="zh-CN" sz="2800" b="0" i="1" dirty="0" err="1">
                <a:solidFill>
                  <a:srgbClr val="FF0000"/>
                </a:solidFill>
                <a:ea typeface="仿宋_GB2312" pitchFamily="49" charset="-122"/>
              </a:rPr>
              <a:t>i</a:t>
            </a:r>
            <a:r>
              <a:rPr kumimoji="1" lang="en-US" altLang="zh-CN" sz="2800" b="0" i="1" dirty="0">
                <a:solidFill>
                  <a:srgbClr val="FF0000"/>
                </a:solidFill>
                <a:ea typeface="仿宋_GB2312" pitchFamily="49" charset="-122"/>
              </a:rPr>
              <a:t> </a:t>
            </a:r>
            <a:r>
              <a:rPr kumimoji="1" lang="en-US" altLang="zh-CN" sz="2800" b="0" dirty="0">
                <a:solidFill>
                  <a:srgbClr val="FF0000"/>
                </a:solidFill>
                <a:ea typeface="仿宋_GB2312" pitchFamily="49" charset="-122"/>
              </a:rPr>
              <a:t>+ </a:t>
            </a:r>
            <a:r>
              <a:rPr kumimoji="1" lang="en-US" altLang="zh-CN" sz="2800" b="0" i="1" dirty="0">
                <a:solidFill>
                  <a:srgbClr val="FF0000"/>
                </a:solidFill>
                <a:ea typeface="仿宋_GB2312" pitchFamily="49" charset="-122"/>
              </a:rPr>
              <a:t>j</a:t>
            </a:r>
            <a:r>
              <a:rPr kumimoji="1" lang="en-US" altLang="zh-CN" sz="2800" b="0" dirty="0">
                <a:solidFill>
                  <a:srgbClr val="FF0000"/>
                </a:solidFill>
                <a:ea typeface="仿宋_GB2312" pitchFamily="49" charset="-122"/>
              </a:rPr>
              <a:t> = </a:t>
            </a:r>
            <a:r>
              <a:rPr kumimoji="1" lang="en-US" altLang="zh-CN" sz="2800" dirty="0">
                <a:solidFill>
                  <a:srgbClr val="FF0000"/>
                </a:solidFill>
                <a:ea typeface="仿宋_GB2312" pitchFamily="49" charset="-122"/>
              </a:rPr>
              <a:t>(</a:t>
            </a:r>
            <a:r>
              <a:rPr kumimoji="1" lang="en-US" altLang="zh-CN" sz="2800" i="1" dirty="0" err="1">
                <a:solidFill>
                  <a:srgbClr val="FF0000"/>
                </a:solidFill>
                <a:ea typeface="仿宋_GB2312" pitchFamily="49" charset="-122"/>
              </a:rPr>
              <a:t>i</a:t>
            </a:r>
            <a:r>
              <a:rPr kumimoji="1" lang="en-US" altLang="zh-CN" sz="2800" i="1" dirty="0">
                <a:solidFill>
                  <a:srgbClr val="FF0000"/>
                </a:solidFill>
                <a:ea typeface="仿宋_GB2312" pitchFamily="49" charset="-122"/>
              </a:rPr>
              <a:t> </a:t>
            </a:r>
            <a:r>
              <a:rPr kumimoji="1" lang="en-US" altLang="zh-CN" sz="2800" dirty="0">
                <a:solidFill>
                  <a:srgbClr val="FF0000"/>
                </a:solidFill>
              </a:rPr>
              <a:t>+ </a:t>
            </a:r>
            <a:r>
              <a:rPr kumimoji="1" lang="en-US" altLang="zh-CN" sz="2800" dirty="0">
                <a:solidFill>
                  <a:srgbClr val="FF0000"/>
                </a:solidFill>
                <a:ea typeface="仿宋_GB2312" pitchFamily="49" charset="-122"/>
              </a:rPr>
              <a:t>1)* </a:t>
            </a:r>
            <a:r>
              <a:rPr kumimoji="1" lang="en-US" altLang="zh-CN" sz="2800" i="1" dirty="0" err="1">
                <a:solidFill>
                  <a:srgbClr val="FF0000"/>
                </a:solidFill>
                <a:ea typeface="仿宋_GB2312" pitchFamily="49" charset="-122"/>
              </a:rPr>
              <a:t>i</a:t>
            </a:r>
            <a:r>
              <a:rPr kumimoji="1" lang="en-US" altLang="zh-CN" sz="2800" i="1" dirty="0">
                <a:solidFill>
                  <a:srgbClr val="FF0000"/>
                </a:solidFill>
                <a:ea typeface="仿宋_GB2312" pitchFamily="49" charset="-122"/>
              </a:rPr>
              <a:t> </a:t>
            </a:r>
            <a:r>
              <a:rPr kumimoji="1" lang="en-US" altLang="zh-CN" sz="2800" dirty="0">
                <a:solidFill>
                  <a:srgbClr val="FF0000"/>
                </a:solidFill>
                <a:ea typeface="仿宋_GB2312" pitchFamily="49" charset="-122"/>
              </a:rPr>
              <a:t>/ 2 + </a:t>
            </a:r>
            <a:r>
              <a:rPr kumimoji="1" lang="en-US" altLang="zh-CN" sz="2800" i="1" dirty="0">
                <a:solidFill>
                  <a:srgbClr val="FF0000"/>
                </a:solidFill>
                <a:ea typeface="仿宋_GB2312" pitchFamily="49" charset="-122"/>
              </a:rPr>
              <a:t>j</a:t>
            </a:r>
            <a:endParaRPr kumimoji="1" lang="en-US" altLang="zh-CN" sz="2800" dirty="0">
              <a:solidFill>
                <a:srgbClr val="FF0000"/>
              </a:solidFill>
              <a:latin typeface="楷体_GB2312" pitchFamily="49" charset="-122"/>
            </a:endParaRPr>
          </a:p>
        </p:txBody>
      </p:sp>
      <p:sp>
        <p:nvSpPr>
          <p:cNvPr id="12" name="AutoShape 24">
            <a:extLst>
              <a:ext uri="{FF2B5EF4-FFF2-40B4-BE49-F238E27FC236}">
                <a16:creationId xmlns:a16="http://schemas.microsoft.com/office/drawing/2014/main" id="{FCC7A485-3421-456F-81E3-741D9C025A50}"/>
              </a:ext>
            </a:extLst>
          </p:cNvPr>
          <p:cNvSpPr>
            <a:spLocks/>
          </p:cNvSpPr>
          <p:nvPr/>
        </p:nvSpPr>
        <p:spPr bwMode="auto">
          <a:xfrm rot="16200000">
            <a:off x="2048273" y="5333115"/>
            <a:ext cx="88900" cy="1954213"/>
          </a:xfrm>
          <a:prstGeom prst="leftBrace">
            <a:avLst>
              <a:gd name="adj1" fmla="val 183185"/>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zh-CN" altLang="zh-CN" sz="2400" b="0">
              <a:solidFill>
                <a:srgbClr val="000099"/>
              </a:solidFill>
              <a:latin typeface="Times New Roman" panose="02020603050405020304" pitchFamily="18" charset="0"/>
            </a:endParaRPr>
          </a:p>
        </p:txBody>
      </p:sp>
      <p:sp>
        <p:nvSpPr>
          <p:cNvPr id="13" name="Text Box 26">
            <a:extLst>
              <a:ext uri="{FF2B5EF4-FFF2-40B4-BE49-F238E27FC236}">
                <a16:creationId xmlns:a16="http://schemas.microsoft.com/office/drawing/2014/main" id="{1F5DF11A-A382-458C-815F-F182B94ABCF6}"/>
              </a:ext>
            </a:extLst>
          </p:cNvPr>
          <p:cNvSpPr txBox="1">
            <a:spLocks noChangeArrowheads="1"/>
          </p:cNvSpPr>
          <p:nvPr/>
        </p:nvSpPr>
        <p:spPr bwMode="auto">
          <a:xfrm>
            <a:off x="706203" y="6370881"/>
            <a:ext cx="6418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0" dirty="0">
                <a:solidFill>
                  <a:srgbClr val="0000FF"/>
                </a:solidFill>
                <a:ea typeface="仿宋_GB2312" pitchFamily="49" charset="-122"/>
              </a:rPr>
              <a:t>前 </a:t>
            </a:r>
            <a:r>
              <a:rPr kumimoji="1" lang="en-US" altLang="zh-CN" b="0" i="1" dirty="0" err="1">
                <a:solidFill>
                  <a:srgbClr val="0000FF"/>
                </a:solidFill>
                <a:ea typeface="仿宋_GB2312" pitchFamily="49" charset="-122"/>
              </a:rPr>
              <a:t>i</a:t>
            </a:r>
            <a:r>
              <a:rPr kumimoji="1" lang="en-US" altLang="zh-CN" b="0" i="1" dirty="0">
                <a:solidFill>
                  <a:srgbClr val="0000FF"/>
                </a:solidFill>
                <a:ea typeface="仿宋_GB2312" pitchFamily="49" charset="-122"/>
              </a:rPr>
              <a:t> </a:t>
            </a:r>
            <a:r>
              <a:rPr kumimoji="1" lang="zh-CN" altLang="en-US" b="0" dirty="0">
                <a:solidFill>
                  <a:srgbClr val="0000FF"/>
                </a:solidFill>
                <a:ea typeface="仿宋_GB2312" pitchFamily="49" charset="-122"/>
              </a:rPr>
              <a:t>行</a:t>
            </a:r>
            <a:r>
              <a:rPr kumimoji="1" lang="zh-CN" altLang="en-US" b="0" dirty="0">
                <a:ea typeface="仿宋_GB2312" pitchFamily="49" charset="-122"/>
              </a:rPr>
              <a:t>元素总数   </a:t>
            </a:r>
            <a:r>
              <a:rPr kumimoji="1" lang="zh-CN" altLang="en-US" b="0" dirty="0">
                <a:solidFill>
                  <a:srgbClr val="0000FF"/>
                </a:solidFill>
                <a:ea typeface="仿宋_GB2312" pitchFamily="49" charset="-122"/>
              </a:rPr>
              <a:t>第</a:t>
            </a:r>
            <a:r>
              <a:rPr kumimoji="1" lang="en-US" altLang="zh-CN" b="0" i="1" dirty="0">
                <a:solidFill>
                  <a:srgbClr val="0000FF"/>
                </a:solidFill>
                <a:ea typeface="仿宋_GB2312" pitchFamily="49" charset="-122"/>
              </a:rPr>
              <a:t>i+1</a:t>
            </a:r>
            <a:r>
              <a:rPr kumimoji="1" lang="zh-CN" altLang="en-US" b="0" dirty="0">
                <a:solidFill>
                  <a:srgbClr val="0000FF"/>
                </a:solidFill>
                <a:ea typeface="仿宋_GB2312" pitchFamily="49" charset="-122"/>
              </a:rPr>
              <a:t>行第</a:t>
            </a:r>
            <a:r>
              <a:rPr kumimoji="1" lang="en-US" altLang="zh-CN" b="0" i="1" dirty="0">
                <a:solidFill>
                  <a:srgbClr val="0000FF"/>
                </a:solidFill>
                <a:ea typeface="仿宋_GB2312" pitchFamily="49" charset="-122"/>
              </a:rPr>
              <a:t>j</a:t>
            </a:r>
            <a:r>
              <a:rPr kumimoji="1" lang="zh-CN" altLang="en-US" b="0" dirty="0">
                <a:solidFill>
                  <a:srgbClr val="0000FF"/>
                </a:solidFill>
                <a:ea typeface="仿宋_GB2312" pitchFamily="49" charset="-122"/>
              </a:rPr>
              <a:t>个元素</a:t>
            </a:r>
            <a:r>
              <a:rPr kumimoji="1" lang="zh-CN" altLang="en-US" b="0" dirty="0">
                <a:ea typeface="仿宋_GB2312" pitchFamily="49" charset="-122"/>
              </a:rPr>
              <a:t>前元素个数</a:t>
            </a:r>
          </a:p>
        </p:txBody>
      </p:sp>
      <p:sp>
        <p:nvSpPr>
          <p:cNvPr id="14" name="AutoShape 27">
            <a:extLst>
              <a:ext uri="{FF2B5EF4-FFF2-40B4-BE49-F238E27FC236}">
                <a16:creationId xmlns:a16="http://schemas.microsoft.com/office/drawing/2014/main" id="{1FC8C374-04DE-4254-B61D-2E2EF6040138}"/>
              </a:ext>
            </a:extLst>
          </p:cNvPr>
          <p:cNvSpPr>
            <a:spLocks/>
          </p:cNvSpPr>
          <p:nvPr/>
        </p:nvSpPr>
        <p:spPr bwMode="auto">
          <a:xfrm rot="16200000">
            <a:off x="3415388" y="6153712"/>
            <a:ext cx="88900" cy="352116"/>
          </a:xfrm>
          <a:prstGeom prst="leftBrace">
            <a:avLst>
              <a:gd name="adj1" fmla="val 50000"/>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zh-CN" altLang="zh-CN" sz="2400" b="0">
              <a:solidFill>
                <a:srgbClr val="000099"/>
              </a:solidFill>
              <a:latin typeface="Times New Roman" panose="02020603050405020304" pitchFamily="18" charset="0"/>
            </a:endParaRPr>
          </a:p>
        </p:txBody>
      </p:sp>
      <p:grpSp>
        <p:nvGrpSpPr>
          <p:cNvPr id="33" name="Group 29">
            <a:extLst>
              <a:ext uri="{FF2B5EF4-FFF2-40B4-BE49-F238E27FC236}">
                <a16:creationId xmlns:a16="http://schemas.microsoft.com/office/drawing/2014/main" id="{69866785-B16A-4C53-B5EC-D4778659B4F4}"/>
              </a:ext>
            </a:extLst>
          </p:cNvPr>
          <p:cNvGrpSpPr>
            <a:grpSpLocks/>
          </p:cNvGrpSpPr>
          <p:nvPr/>
        </p:nvGrpSpPr>
        <p:grpSpPr bwMode="auto">
          <a:xfrm>
            <a:off x="260598" y="3726749"/>
            <a:ext cx="8343900" cy="3149601"/>
            <a:chOff x="332" y="2109"/>
            <a:chExt cx="5256" cy="1984"/>
          </a:xfrm>
        </p:grpSpPr>
        <p:sp>
          <p:nvSpPr>
            <p:cNvPr id="34" name="Rectangle 9">
              <a:extLst>
                <a:ext uri="{FF2B5EF4-FFF2-40B4-BE49-F238E27FC236}">
                  <a16:creationId xmlns:a16="http://schemas.microsoft.com/office/drawing/2014/main" id="{896E076D-1346-48FA-BC2A-D0E704132D63}"/>
                </a:ext>
              </a:extLst>
            </p:cNvPr>
            <p:cNvSpPr>
              <a:spLocks noChangeArrowheads="1"/>
            </p:cNvSpPr>
            <p:nvPr/>
          </p:nvSpPr>
          <p:spPr bwMode="auto">
            <a:xfrm>
              <a:off x="720" y="2448"/>
              <a:ext cx="4656" cy="384"/>
            </a:xfrm>
            <a:prstGeom prst="rect">
              <a:avLst/>
            </a:prstGeom>
            <a:solidFill>
              <a:srgbClr val="CCFFCC"/>
            </a:solidFill>
            <a:ln w="9525">
              <a:solidFill>
                <a:srgbClr val="000099"/>
              </a:solidFill>
              <a:miter lim="800000"/>
              <a:headEnd/>
              <a:tailEnd/>
            </a:ln>
            <a:effectLst>
              <a:outerShdw dist="107763"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5" name="Text Box 10">
              <a:extLst>
                <a:ext uri="{FF2B5EF4-FFF2-40B4-BE49-F238E27FC236}">
                  <a16:creationId xmlns:a16="http://schemas.microsoft.com/office/drawing/2014/main" id="{D0839B80-7A66-4999-946C-63A45A88AAF2}"/>
                </a:ext>
              </a:extLst>
            </p:cNvPr>
            <p:cNvSpPr txBox="1">
              <a:spLocks noChangeArrowheads="1"/>
            </p:cNvSpPr>
            <p:nvPr/>
          </p:nvSpPr>
          <p:spPr bwMode="auto">
            <a:xfrm>
              <a:off x="332" y="2401"/>
              <a:ext cx="5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dirty="0">
                  <a:ln>
                    <a:noFill/>
                  </a:ln>
                  <a:solidFill>
                    <a:srgbClr val="000099"/>
                  </a:solidFill>
                  <a:effectLst/>
                  <a:uLnTx/>
                  <a:uFillTx/>
                  <a:ea typeface="宋体" panose="02010600030101010101" pitchFamily="2" charset="-122"/>
                </a:rPr>
                <a:t>B</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   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00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10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11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20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21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22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30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31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32   ……</a:t>
              </a:r>
              <a:r>
                <a:rPr kumimoji="1" lang="en-US" altLang="zh-CN" sz="3200" b="0" i="0" u="none" strike="noStrike" kern="0" cap="none" spc="0" normalizeH="0" baseline="-25000" noProof="0" dirty="0">
                  <a:ln>
                    <a:noFill/>
                  </a:ln>
                  <a:solidFill>
                    <a:srgbClr val="000099"/>
                  </a:solidFill>
                  <a:effectLst/>
                  <a:uLnTx/>
                  <a:uFillTx/>
                  <a:latin typeface="宋体" panose="02010600030101010101" pitchFamily="2" charset="-122"/>
                  <a:ea typeface="宋体" panose="02010600030101010101" pitchFamily="2" charset="-122"/>
                </a:rPr>
                <a:t>  </a:t>
              </a:r>
              <a:r>
                <a:rPr kumimoji="1" lang="en-US" altLang="zh-CN" sz="3200" b="0" i="1" u="none" strike="noStrike" kern="0" cap="none" spc="0" normalizeH="0" baseline="0" noProof="0" dirty="0">
                  <a:ln>
                    <a:noFill/>
                  </a:ln>
                  <a:solidFill>
                    <a:srgbClr val="000099"/>
                  </a:solidFill>
                  <a:effectLst/>
                  <a:uLnTx/>
                  <a:uFillTx/>
                  <a:ea typeface="宋体" panose="02010600030101010101" pitchFamily="2" charset="-122"/>
                </a:rPr>
                <a:t>a</a:t>
              </a:r>
              <a:r>
                <a:rPr kumimoji="1" lang="en-US" altLang="zh-CN" sz="3200" b="0" i="0" u="none" strike="noStrike" kern="0" cap="none" spc="0" normalizeH="0" baseline="-25000" noProof="0" dirty="0">
                  <a:ln>
                    <a:noFill/>
                  </a:ln>
                  <a:solidFill>
                    <a:srgbClr val="000099"/>
                  </a:solidFill>
                  <a:effectLst/>
                  <a:uLnTx/>
                  <a:uFillTx/>
                  <a:ea typeface="宋体" panose="02010600030101010101" pitchFamily="2" charset="-122"/>
                </a:rPr>
                <a:t>n-1n-1</a:t>
              </a:r>
              <a:r>
                <a:rPr kumimoji="1" lang="en-US" altLang="zh-CN" sz="3200" b="0" i="0" u="none" strike="noStrike" kern="0" cap="none" spc="0" normalizeH="0" baseline="-25000" noProof="0" dirty="0">
                  <a:ln>
                    <a:noFill/>
                  </a:ln>
                  <a:solidFill>
                    <a:srgbClr val="000099"/>
                  </a:solidFill>
                  <a:effectLst/>
                  <a:uLnTx/>
                  <a:uFillTx/>
                  <a:latin typeface="宋体" panose="02010600030101010101" pitchFamily="2" charset="-122"/>
                  <a:ea typeface="宋体" panose="02010600030101010101" pitchFamily="2" charset="-122"/>
                </a:rPr>
                <a:t> </a:t>
              </a:r>
            </a:p>
          </p:txBody>
        </p:sp>
        <p:sp>
          <p:nvSpPr>
            <p:cNvPr id="36" name="Line 11">
              <a:extLst>
                <a:ext uri="{FF2B5EF4-FFF2-40B4-BE49-F238E27FC236}">
                  <a16:creationId xmlns:a16="http://schemas.microsoft.com/office/drawing/2014/main" id="{E08D5ED3-93B3-4558-809D-25C3F6552F4F}"/>
                </a:ext>
              </a:extLst>
            </p:cNvPr>
            <p:cNvSpPr>
              <a:spLocks noChangeShapeType="1"/>
            </p:cNvSpPr>
            <p:nvPr/>
          </p:nvSpPr>
          <p:spPr bwMode="auto">
            <a:xfrm>
              <a:off x="1104"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7" name="Line 12">
              <a:extLst>
                <a:ext uri="{FF2B5EF4-FFF2-40B4-BE49-F238E27FC236}">
                  <a16:creationId xmlns:a16="http://schemas.microsoft.com/office/drawing/2014/main" id="{5BBE4763-0F30-485A-B395-8DD75F2CD037}"/>
                </a:ext>
              </a:extLst>
            </p:cNvPr>
            <p:cNvSpPr>
              <a:spLocks noChangeShapeType="1"/>
            </p:cNvSpPr>
            <p:nvPr/>
          </p:nvSpPr>
          <p:spPr bwMode="auto">
            <a:xfrm>
              <a:off x="1488"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8" name="Line 13">
              <a:extLst>
                <a:ext uri="{FF2B5EF4-FFF2-40B4-BE49-F238E27FC236}">
                  <a16:creationId xmlns:a16="http://schemas.microsoft.com/office/drawing/2014/main" id="{A98397AB-B18B-447D-BF08-AE3141902D21}"/>
                </a:ext>
              </a:extLst>
            </p:cNvPr>
            <p:cNvSpPr>
              <a:spLocks noChangeShapeType="1"/>
            </p:cNvSpPr>
            <p:nvPr/>
          </p:nvSpPr>
          <p:spPr bwMode="auto">
            <a:xfrm>
              <a:off x="1872"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9" name="Line 14">
              <a:extLst>
                <a:ext uri="{FF2B5EF4-FFF2-40B4-BE49-F238E27FC236}">
                  <a16:creationId xmlns:a16="http://schemas.microsoft.com/office/drawing/2014/main" id="{AB29700C-BAD9-4F0D-BA39-57803FC88703}"/>
                </a:ext>
              </a:extLst>
            </p:cNvPr>
            <p:cNvSpPr>
              <a:spLocks noChangeShapeType="1"/>
            </p:cNvSpPr>
            <p:nvPr/>
          </p:nvSpPr>
          <p:spPr bwMode="auto">
            <a:xfrm>
              <a:off x="2256"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0" name="Line 15">
              <a:extLst>
                <a:ext uri="{FF2B5EF4-FFF2-40B4-BE49-F238E27FC236}">
                  <a16:creationId xmlns:a16="http://schemas.microsoft.com/office/drawing/2014/main" id="{5CDB218D-B347-424D-BDA4-052DF88617FB}"/>
                </a:ext>
              </a:extLst>
            </p:cNvPr>
            <p:cNvSpPr>
              <a:spLocks noChangeShapeType="1"/>
            </p:cNvSpPr>
            <p:nvPr/>
          </p:nvSpPr>
          <p:spPr bwMode="auto">
            <a:xfrm>
              <a:off x="2640"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1" name="Line 16">
              <a:extLst>
                <a:ext uri="{FF2B5EF4-FFF2-40B4-BE49-F238E27FC236}">
                  <a16:creationId xmlns:a16="http://schemas.microsoft.com/office/drawing/2014/main" id="{548C80BA-C6FD-4085-9140-D42C7555E444}"/>
                </a:ext>
              </a:extLst>
            </p:cNvPr>
            <p:cNvSpPr>
              <a:spLocks noChangeShapeType="1"/>
            </p:cNvSpPr>
            <p:nvPr/>
          </p:nvSpPr>
          <p:spPr bwMode="auto">
            <a:xfrm>
              <a:off x="3024"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2" name="Line 17">
              <a:extLst>
                <a:ext uri="{FF2B5EF4-FFF2-40B4-BE49-F238E27FC236}">
                  <a16:creationId xmlns:a16="http://schemas.microsoft.com/office/drawing/2014/main" id="{4DCB9870-1FED-46F8-B42F-51E4A37847A0}"/>
                </a:ext>
              </a:extLst>
            </p:cNvPr>
            <p:cNvSpPr>
              <a:spLocks noChangeShapeType="1"/>
            </p:cNvSpPr>
            <p:nvPr/>
          </p:nvSpPr>
          <p:spPr bwMode="auto">
            <a:xfrm>
              <a:off x="3408"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3" name="Line 18">
              <a:extLst>
                <a:ext uri="{FF2B5EF4-FFF2-40B4-BE49-F238E27FC236}">
                  <a16:creationId xmlns:a16="http://schemas.microsoft.com/office/drawing/2014/main" id="{31372DDF-6656-4A74-AFF6-4DECA470B988}"/>
                </a:ext>
              </a:extLst>
            </p:cNvPr>
            <p:cNvSpPr>
              <a:spLocks noChangeShapeType="1"/>
            </p:cNvSpPr>
            <p:nvPr/>
          </p:nvSpPr>
          <p:spPr bwMode="auto">
            <a:xfrm>
              <a:off x="3792"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4" name="Line 19">
              <a:extLst>
                <a:ext uri="{FF2B5EF4-FFF2-40B4-BE49-F238E27FC236}">
                  <a16:creationId xmlns:a16="http://schemas.microsoft.com/office/drawing/2014/main" id="{0D2112AE-C1CB-4DA9-8920-134BA3143360}"/>
                </a:ext>
              </a:extLst>
            </p:cNvPr>
            <p:cNvSpPr>
              <a:spLocks noChangeShapeType="1"/>
            </p:cNvSpPr>
            <p:nvPr/>
          </p:nvSpPr>
          <p:spPr bwMode="auto">
            <a:xfrm>
              <a:off x="4176"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5" name="Line 20">
              <a:extLst>
                <a:ext uri="{FF2B5EF4-FFF2-40B4-BE49-F238E27FC236}">
                  <a16:creationId xmlns:a16="http://schemas.microsoft.com/office/drawing/2014/main" id="{800F98F0-ED43-4498-BA95-03EDF8D3EFD1}"/>
                </a:ext>
              </a:extLst>
            </p:cNvPr>
            <p:cNvSpPr>
              <a:spLocks noChangeShapeType="1"/>
            </p:cNvSpPr>
            <p:nvPr/>
          </p:nvSpPr>
          <p:spPr bwMode="auto">
            <a:xfrm>
              <a:off x="4656" y="2448"/>
              <a:ext cx="0" cy="384"/>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6" name="Text Box 21">
              <a:extLst>
                <a:ext uri="{FF2B5EF4-FFF2-40B4-BE49-F238E27FC236}">
                  <a16:creationId xmlns:a16="http://schemas.microsoft.com/office/drawing/2014/main" id="{758443B5-DFA1-48E1-AE13-7480C6131201}"/>
                </a:ext>
              </a:extLst>
            </p:cNvPr>
            <p:cNvSpPr txBox="1">
              <a:spLocks noChangeArrowheads="1"/>
            </p:cNvSpPr>
            <p:nvPr/>
          </p:nvSpPr>
          <p:spPr bwMode="auto">
            <a:xfrm>
              <a:off x="843" y="2109"/>
              <a:ext cx="47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b="0" i="0" u="none" strike="noStrike" kern="0" cap="none" spc="0" normalizeH="0" baseline="0" noProof="0" dirty="0">
                  <a:ln>
                    <a:noFill/>
                  </a:ln>
                  <a:solidFill>
                    <a:srgbClr val="000099"/>
                  </a:solidFill>
                  <a:effectLst/>
                  <a:uLnTx/>
                  <a:uFillTx/>
                  <a:ea typeface="宋体" panose="02010600030101010101" pitchFamily="2" charset="-122"/>
                </a:rPr>
                <a:t>0     1      2      3      4      5      6      7      8              n(n+1)/2-1</a:t>
              </a:r>
            </a:p>
          </p:txBody>
        </p:sp>
        <p:sp>
          <p:nvSpPr>
            <p:cNvPr id="47" name="Text Box 25">
              <a:extLst>
                <a:ext uri="{FF2B5EF4-FFF2-40B4-BE49-F238E27FC236}">
                  <a16:creationId xmlns:a16="http://schemas.microsoft.com/office/drawing/2014/main" id="{A4A4E452-F02E-4630-BD6F-69F6A0F840A1}"/>
                </a:ext>
              </a:extLst>
            </p:cNvPr>
            <p:cNvSpPr txBox="1">
              <a:spLocks noChangeArrowheads="1"/>
            </p:cNvSpPr>
            <p:nvPr/>
          </p:nvSpPr>
          <p:spPr bwMode="auto">
            <a:xfrm>
              <a:off x="902" y="3805"/>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sp>
        <p:nvSpPr>
          <p:cNvPr id="15" name="AutoShape 28">
            <a:extLst>
              <a:ext uri="{FF2B5EF4-FFF2-40B4-BE49-F238E27FC236}">
                <a16:creationId xmlns:a16="http://schemas.microsoft.com/office/drawing/2014/main" id="{A9E91EE2-E347-4442-B81C-70C2623AB25F}"/>
              </a:ext>
            </a:extLst>
          </p:cNvPr>
          <p:cNvSpPr>
            <a:spLocks noChangeArrowheads="1"/>
          </p:cNvSpPr>
          <p:nvPr/>
        </p:nvSpPr>
        <p:spPr bwMode="auto">
          <a:xfrm>
            <a:off x="5865093" y="4724850"/>
            <a:ext cx="219075" cy="381000"/>
          </a:xfrm>
          <a:prstGeom prst="triangle">
            <a:avLst>
              <a:gd name="adj" fmla="val 50000"/>
            </a:avLst>
          </a:prstGeom>
          <a:solidFill>
            <a:srgbClr val="FF0000"/>
          </a:solidFill>
          <a:ln w="9525">
            <a:solidFill>
              <a:srgbClr val="FF3300"/>
            </a:solidFill>
            <a:miter lim="800000"/>
            <a:headEnd/>
            <a:tailEnd/>
          </a:ln>
          <a:effectLst/>
        </p:spPr>
        <p:txBody>
          <a:bodyPr wrap="none" anchor="ctr"/>
          <a:lstStyle/>
          <a:p>
            <a:endParaRPr lang="zh-CN" altLang="en-US" b="0">
              <a:solidFill>
                <a:srgbClr val="FF0000"/>
              </a:solidFill>
            </a:endParaRPr>
          </a:p>
        </p:txBody>
      </p:sp>
    </p:spTree>
    <p:extLst>
      <p:ext uri="{BB962C8B-B14F-4D97-AF65-F5344CB8AC3E}">
        <p14:creationId xmlns:p14="http://schemas.microsoft.com/office/powerpoint/2010/main" val="3612984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F7708A-FBF5-4748-8CCF-58DDC7DDEDAE}"/>
              </a:ext>
            </a:extLst>
          </p:cNvPr>
          <p:cNvSpPr>
            <a:spLocks noGrp="1"/>
          </p:cNvSpPr>
          <p:nvPr>
            <p:ph type="title"/>
          </p:nvPr>
        </p:nvSpPr>
        <p:spPr/>
        <p:txBody>
          <a:bodyPr/>
          <a:lstStyle/>
          <a:p>
            <a:r>
              <a:rPr lang="zh-CN" altLang="en-US" dirty="0"/>
              <a:t>下三角矩阵的压缩存储</a:t>
            </a:r>
          </a:p>
        </p:txBody>
      </p:sp>
      <p:sp>
        <p:nvSpPr>
          <p:cNvPr id="3" name="内容占位符 2">
            <a:extLst>
              <a:ext uri="{FF2B5EF4-FFF2-40B4-BE49-F238E27FC236}">
                <a16:creationId xmlns:a16="http://schemas.microsoft.com/office/drawing/2014/main" id="{221558DE-68B4-431C-9C82-5FEF338E0EE4}"/>
              </a:ext>
            </a:extLst>
          </p:cNvPr>
          <p:cNvSpPr>
            <a:spLocks noGrp="1"/>
          </p:cNvSpPr>
          <p:nvPr>
            <p:ph idx="1"/>
          </p:nvPr>
        </p:nvSpPr>
        <p:spPr/>
        <p:txBody>
          <a:bodyPr/>
          <a:lstStyle/>
          <a:p>
            <a:pPr>
              <a:buClr>
                <a:srgbClr val="990099"/>
              </a:buClr>
              <a:buSzPct val="50000"/>
              <a:buFont typeface="Wingdings" panose="05000000000000000000" pitchFamily="2" charset="2"/>
              <a:buChar char="n"/>
            </a:pPr>
            <a:r>
              <a:rPr kumimoji="1" lang="zh-CN" altLang="en-US" sz="2800" dirty="0">
                <a:latin typeface="+mn-ea"/>
                <a:ea typeface="+mn-ea"/>
              </a:rPr>
              <a:t>若</a:t>
            </a:r>
            <a:r>
              <a:rPr kumimoji="1" lang="zh-CN" altLang="en-US" sz="2800" dirty="0">
                <a:latin typeface="Times New Roman" panose="02020603050405020304" pitchFamily="18" charset="0"/>
                <a:ea typeface="仿宋_GB2312" pitchFamily="49" charset="-122"/>
              </a:rPr>
              <a:t> </a:t>
            </a:r>
            <a:r>
              <a:rPr kumimoji="1" lang="en-US" altLang="zh-CN" sz="2800" b="1" i="1" dirty="0" err="1">
                <a:solidFill>
                  <a:srgbClr val="0000FF"/>
                </a:solidFill>
                <a:latin typeface="Times New Roman" panose="02020603050405020304" pitchFamily="18" charset="0"/>
                <a:ea typeface="仿宋_GB2312" pitchFamily="49" charset="-122"/>
              </a:rPr>
              <a:t>i</a:t>
            </a:r>
            <a:r>
              <a:rPr kumimoji="1" lang="en-US" altLang="zh-CN" sz="2800" b="1" dirty="0">
                <a:solidFill>
                  <a:srgbClr val="0000FF"/>
                </a:solidFill>
                <a:latin typeface="Times New Roman" panose="02020603050405020304" pitchFamily="18" charset="0"/>
                <a:ea typeface="仿宋_GB2312" pitchFamily="49" charset="-122"/>
              </a:rPr>
              <a:t> &lt; </a:t>
            </a:r>
            <a:r>
              <a:rPr kumimoji="1" lang="en-US" altLang="zh-CN" sz="2800" b="1" i="1" dirty="0">
                <a:solidFill>
                  <a:srgbClr val="0000FF"/>
                </a:solidFill>
                <a:latin typeface="Times New Roman" panose="02020603050405020304" pitchFamily="18" charset="0"/>
                <a:ea typeface="仿宋_GB2312" pitchFamily="49" charset="-122"/>
              </a:rPr>
              <a:t>j</a:t>
            </a:r>
            <a:r>
              <a:rPr kumimoji="1" lang="zh-CN" altLang="en-US" sz="2800" dirty="0">
                <a:latin typeface="+mn-ea"/>
                <a:ea typeface="+mn-ea"/>
              </a:rPr>
              <a:t>，数组元素 </a:t>
            </a:r>
            <a:r>
              <a:rPr kumimoji="1" lang="en-US" altLang="zh-CN" sz="2800" dirty="0">
                <a:latin typeface="Times New Roman" panose="02020603050405020304" pitchFamily="18" charset="0"/>
                <a:ea typeface="仿宋_GB2312" pitchFamily="49" charset="-122"/>
              </a:rPr>
              <a:t>A[</a:t>
            </a:r>
            <a:r>
              <a:rPr kumimoji="1" lang="en-US" altLang="zh-CN" sz="2800" i="1" dirty="0" err="1">
                <a:latin typeface="Times New Roman" panose="02020603050405020304" pitchFamily="18" charset="0"/>
                <a:ea typeface="仿宋_GB2312" pitchFamily="49" charset="-122"/>
              </a:rPr>
              <a:t>i</a:t>
            </a:r>
            <a:r>
              <a:rPr kumimoji="1" lang="en-US" altLang="zh-CN" sz="2800" dirty="0">
                <a:latin typeface="Times New Roman" panose="02020603050405020304" pitchFamily="18" charset="0"/>
                <a:ea typeface="仿宋_GB2312" pitchFamily="49" charset="-122"/>
              </a:rPr>
              <a:t>][</a:t>
            </a:r>
            <a:r>
              <a:rPr kumimoji="1" lang="en-US" altLang="zh-CN" sz="2800" i="1" dirty="0">
                <a:latin typeface="Times New Roman" panose="02020603050405020304" pitchFamily="18" charset="0"/>
                <a:ea typeface="仿宋_GB2312" pitchFamily="49" charset="-122"/>
              </a:rPr>
              <a:t>j</a:t>
            </a:r>
            <a:r>
              <a:rPr kumimoji="1" lang="en-US" altLang="zh-CN" sz="2800" dirty="0">
                <a:latin typeface="Times New Roman" panose="02020603050405020304" pitchFamily="18" charset="0"/>
                <a:ea typeface="仿宋_GB2312" pitchFamily="49" charset="-122"/>
              </a:rPr>
              <a:t>] </a:t>
            </a:r>
            <a:r>
              <a:rPr kumimoji="1" lang="zh-CN" altLang="en-US" sz="2800" dirty="0">
                <a:latin typeface="+mn-ea"/>
                <a:ea typeface="+mn-ea"/>
              </a:rPr>
              <a:t>在矩阵的上三角部分</a:t>
            </a:r>
            <a:r>
              <a:rPr kumimoji="1" lang="en-US" altLang="zh-CN" sz="2800" dirty="0">
                <a:latin typeface="+mn-ea"/>
                <a:ea typeface="+mn-ea"/>
              </a:rPr>
              <a:t>,  </a:t>
            </a:r>
            <a:r>
              <a:rPr kumimoji="1" lang="zh-CN" altLang="en-US" sz="2800" dirty="0">
                <a:latin typeface="+mn-ea"/>
                <a:ea typeface="+mn-ea"/>
              </a:rPr>
              <a:t>在数组</a:t>
            </a:r>
            <a:r>
              <a:rPr kumimoji="1" lang="zh-CN" altLang="en-US" sz="2800" dirty="0">
                <a:latin typeface="Times New Roman" panose="02020603050405020304" pitchFamily="18" charset="0"/>
                <a:ea typeface="仿宋_GB2312" pitchFamily="49" charset="-122"/>
              </a:rPr>
              <a:t> </a:t>
            </a:r>
            <a:r>
              <a:rPr kumimoji="1" lang="en-US" altLang="zh-CN" sz="2800" dirty="0">
                <a:latin typeface="Times New Roman" panose="02020603050405020304" pitchFamily="18" charset="0"/>
                <a:ea typeface="仿宋_GB2312" pitchFamily="49" charset="-122"/>
              </a:rPr>
              <a:t>B </a:t>
            </a:r>
            <a:r>
              <a:rPr kumimoji="1" lang="zh-CN" altLang="en-US" sz="2800" dirty="0">
                <a:latin typeface="+mn-ea"/>
                <a:ea typeface="+mn-ea"/>
              </a:rPr>
              <a:t>中没有存放，可以找它的对称元素 </a:t>
            </a:r>
            <a:r>
              <a:rPr kumimoji="1" lang="en-US" altLang="zh-CN" sz="2800" dirty="0">
                <a:solidFill>
                  <a:srgbClr val="0000FF"/>
                </a:solidFill>
                <a:latin typeface="Times New Roman" panose="02020603050405020304" pitchFamily="18" charset="0"/>
                <a:ea typeface="仿宋_GB2312" pitchFamily="49" charset="-122"/>
              </a:rPr>
              <a:t>A[</a:t>
            </a:r>
            <a:r>
              <a:rPr kumimoji="1" lang="en-US" altLang="zh-CN" sz="2800" i="1" dirty="0">
                <a:solidFill>
                  <a:srgbClr val="0000FF"/>
                </a:solidFill>
                <a:latin typeface="Times New Roman" panose="02020603050405020304" pitchFamily="18" charset="0"/>
                <a:ea typeface="仿宋_GB2312" pitchFamily="49" charset="-122"/>
              </a:rPr>
              <a:t>j</a:t>
            </a:r>
            <a:r>
              <a:rPr kumimoji="1" lang="en-US" altLang="zh-CN" sz="2800" dirty="0">
                <a:solidFill>
                  <a:srgbClr val="0000FF"/>
                </a:solidFill>
                <a:latin typeface="Times New Roman" panose="02020603050405020304" pitchFamily="18" charset="0"/>
                <a:ea typeface="仿宋_GB2312" pitchFamily="49" charset="-122"/>
              </a:rPr>
              <a:t>][</a:t>
            </a:r>
            <a:r>
              <a:rPr kumimoji="1" lang="en-US" altLang="zh-CN" sz="2800" i="1" dirty="0" err="1">
                <a:solidFill>
                  <a:srgbClr val="0000FF"/>
                </a:solidFill>
                <a:latin typeface="Times New Roman" panose="02020603050405020304" pitchFamily="18" charset="0"/>
                <a:ea typeface="仿宋_GB2312" pitchFamily="49" charset="-122"/>
              </a:rPr>
              <a:t>i</a:t>
            </a:r>
            <a:r>
              <a:rPr kumimoji="1" lang="en-US" altLang="zh-CN" sz="2800" dirty="0">
                <a:solidFill>
                  <a:srgbClr val="0000FF"/>
                </a:solidFill>
                <a:latin typeface="Times New Roman" panose="02020603050405020304" pitchFamily="18" charset="0"/>
                <a:ea typeface="仿宋_GB2312" pitchFamily="49" charset="-122"/>
              </a:rPr>
              <a:t>]</a:t>
            </a:r>
            <a:r>
              <a:rPr kumimoji="1" lang="zh-CN" altLang="en-US" sz="2800" dirty="0">
                <a:latin typeface="+mn-ea"/>
                <a:ea typeface="+mn-ea"/>
              </a:rPr>
              <a:t>，其在</a:t>
            </a:r>
            <a:r>
              <a:rPr kumimoji="1" lang="zh-CN" altLang="en-US" sz="2800" dirty="0">
                <a:ea typeface="+mn-ea"/>
              </a:rPr>
              <a:t> </a:t>
            </a:r>
            <a:r>
              <a:rPr kumimoji="1" lang="en-US" altLang="zh-CN" sz="2800" dirty="0">
                <a:ea typeface="+mn-ea"/>
              </a:rPr>
              <a:t>B </a:t>
            </a:r>
            <a:r>
              <a:rPr kumimoji="1" lang="zh-CN" altLang="en-US" sz="2800" dirty="0">
                <a:latin typeface="+mn-ea"/>
                <a:ea typeface="+mn-ea"/>
              </a:rPr>
              <a:t>中的存放位置 </a:t>
            </a:r>
            <a:r>
              <a:rPr kumimoji="1" lang="en-US" altLang="zh-CN" sz="2800" i="1" dirty="0">
                <a:solidFill>
                  <a:srgbClr val="0000FF"/>
                </a:solidFill>
                <a:ea typeface="+mn-ea"/>
              </a:rPr>
              <a:t>k</a:t>
            </a:r>
            <a:r>
              <a:rPr kumimoji="1" lang="en-US" altLang="zh-CN" sz="2800" dirty="0">
                <a:latin typeface="Times New Roman" panose="02020603050405020304" pitchFamily="18" charset="0"/>
                <a:ea typeface="仿宋_GB2312" pitchFamily="49" charset="-122"/>
              </a:rPr>
              <a:t> </a:t>
            </a:r>
            <a:r>
              <a:rPr kumimoji="1" lang="zh-CN" altLang="en-US" sz="2800" dirty="0">
                <a:latin typeface="Times New Roman" panose="02020603050405020304" pitchFamily="18" charset="0"/>
              </a:rPr>
              <a:t>为</a:t>
            </a:r>
            <a:r>
              <a:rPr kumimoji="1" lang="en-US" altLang="zh-CN" sz="2800" b="1" dirty="0">
                <a:latin typeface="Times New Roman" panose="02020603050405020304" pitchFamily="18" charset="0"/>
              </a:rPr>
              <a:t>  </a:t>
            </a:r>
            <a:r>
              <a:rPr kumimoji="1" lang="en-US" altLang="zh-CN" sz="2800" b="1" i="1" dirty="0">
                <a:solidFill>
                  <a:srgbClr val="FF0000"/>
                </a:solidFill>
                <a:latin typeface="Times New Roman" panose="02020603050405020304" pitchFamily="18" charset="0"/>
              </a:rPr>
              <a:t>j </a:t>
            </a:r>
            <a:r>
              <a:rPr kumimoji="1" lang="en-US" altLang="zh-CN" sz="2800" b="1" dirty="0">
                <a:solidFill>
                  <a:srgbClr val="FF0000"/>
                </a:solidFill>
                <a:latin typeface="Times New Roman" panose="02020603050405020304" pitchFamily="18" charset="0"/>
              </a:rPr>
              <a:t>*(</a:t>
            </a:r>
            <a:r>
              <a:rPr kumimoji="1" lang="en-US" altLang="zh-CN" sz="2800" b="1" i="1" dirty="0">
                <a:solidFill>
                  <a:srgbClr val="FF0000"/>
                </a:solidFill>
                <a:latin typeface="Times New Roman" panose="02020603050405020304" pitchFamily="18" charset="0"/>
              </a:rPr>
              <a:t>j </a:t>
            </a:r>
            <a:r>
              <a:rPr kumimoji="1" lang="en-US" altLang="zh-CN" sz="2800" b="1" dirty="0">
                <a:solidFill>
                  <a:srgbClr val="FF0000"/>
                </a:solidFill>
                <a:latin typeface="Times New Roman" panose="02020603050405020304" pitchFamily="18" charset="0"/>
              </a:rPr>
              <a:t>+1) / 2 + </a:t>
            </a:r>
            <a:r>
              <a:rPr kumimoji="1" lang="en-US" altLang="zh-CN" sz="2800" b="1" i="1" dirty="0" err="1">
                <a:solidFill>
                  <a:srgbClr val="FF0000"/>
                </a:solidFill>
                <a:latin typeface="Times New Roman" panose="02020603050405020304" pitchFamily="18" charset="0"/>
              </a:rPr>
              <a:t>i</a:t>
            </a:r>
            <a:r>
              <a:rPr kumimoji="1" lang="en-US" altLang="zh-CN" sz="2800" b="1" dirty="0">
                <a:solidFill>
                  <a:srgbClr val="FF0000"/>
                </a:solidFill>
                <a:latin typeface="Times New Roman" panose="02020603050405020304" pitchFamily="18" charset="0"/>
              </a:rPr>
              <a:t> </a:t>
            </a:r>
          </a:p>
          <a:p>
            <a:pPr>
              <a:buClr>
                <a:srgbClr val="990099"/>
              </a:buClr>
              <a:buSzPct val="50000"/>
              <a:buFont typeface="Wingdings" panose="05000000000000000000" pitchFamily="2" charset="2"/>
              <a:buChar char="n"/>
            </a:pPr>
            <a:r>
              <a:rPr kumimoji="1" lang="zh-CN" altLang="en-US" sz="2800" dirty="0">
                <a:latin typeface="+mn-ea"/>
                <a:ea typeface="+mn-ea"/>
              </a:rPr>
              <a:t>若已知矩阵某元素位于数组</a:t>
            </a:r>
            <a:r>
              <a:rPr kumimoji="1" lang="zh-CN" altLang="en-US" sz="2800" dirty="0">
                <a:latin typeface="Times New Roman" panose="02020603050405020304" pitchFamily="18" charset="0"/>
                <a:ea typeface="仿宋_GB2312" pitchFamily="49" charset="-122"/>
              </a:rPr>
              <a:t> </a:t>
            </a:r>
            <a:r>
              <a:rPr kumimoji="1" lang="en-US" altLang="zh-CN" sz="2800" dirty="0">
                <a:latin typeface="Times New Roman" panose="02020603050405020304" pitchFamily="18" charset="0"/>
                <a:ea typeface="仿宋_GB2312" pitchFamily="49" charset="-122"/>
              </a:rPr>
              <a:t>B </a:t>
            </a:r>
            <a:r>
              <a:rPr kumimoji="1" lang="zh-CN" altLang="en-US" sz="2800" dirty="0">
                <a:latin typeface="+mn-ea"/>
                <a:ea typeface="+mn-ea"/>
              </a:rPr>
              <a:t>的第</a:t>
            </a:r>
            <a:r>
              <a:rPr kumimoji="1" lang="zh-CN" altLang="en-US" sz="2800" dirty="0">
                <a:latin typeface="Times New Roman" panose="02020603050405020304" pitchFamily="18" charset="0"/>
                <a:ea typeface="仿宋_GB2312" pitchFamily="49" charset="-122"/>
              </a:rPr>
              <a:t> </a:t>
            </a:r>
            <a:r>
              <a:rPr kumimoji="1" lang="en-US" altLang="zh-CN" sz="2800" i="1" dirty="0">
                <a:solidFill>
                  <a:srgbClr val="0000FF"/>
                </a:solidFill>
                <a:latin typeface="Times New Roman" panose="02020603050405020304" pitchFamily="18" charset="0"/>
                <a:ea typeface="仿宋_GB2312" pitchFamily="49" charset="-122"/>
              </a:rPr>
              <a:t>k</a:t>
            </a:r>
            <a:r>
              <a:rPr kumimoji="1" lang="zh-CN" altLang="en-US" sz="2800" dirty="0">
                <a:latin typeface="Times New Roman" panose="02020603050405020304" pitchFamily="18" charset="0"/>
              </a:rPr>
              <a:t>（</a:t>
            </a:r>
            <a:r>
              <a:rPr kumimoji="1" lang="en-US" altLang="zh-CN" sz="2800" i="1" dirty="0">
                <a:latin typeface="Times New Roman" panose="02020603050405020304" pitchFamily="18" charset="0"/>
              </a:rPr>
              <a:t>k</a:t>
            </a:r>
            <a:r>
              <a:rPr kumimoji="1" lang="en-US" altLang="zh-CN" sz="2800" dirty="0">
                <a:latin typeface="Times New Roman" panose="02020603050405020304" pitchFamily="18" charset="0"/>
              </a:rPr>
              <a:t>≥0</a:t>
            </a:r>
            <a:r>
              <a:rPr kumimoji="1" lang="zh-CN" altLang="en-US" sz="2800" dirty="0">
                <a:latin typeface="+mn-ea"/>
                <a:ea typeface="+mn-ea"/>
              </a:rPr>
              <a:t>）个位置，可寻找满足 </a:t>
            </a:r>
            <a:r>
              <a:rPr kumimoji="1" lang="en-US" altLang="zh-CN" b="1" i="1" dirty="0" err="1">
                <a:solidFill>
                  <a:srgbClr val="FF0000"/>
                </a:solidFill>
                <a:latin typeface="Times New Roman" panose="02020603050405020304" pitchFamily="18" charset="0"/>
                <a:ea typeface="仿宋_GB2312" pitchFamily="49" charset="-122"/>
              </a:rPr>
              <a:t>i</a:t>
            </a:r>
            <a:r>
              <a:rPr kumimoji="1" lang="en-US" altLang="zh-CN" sz="2800" b="1" i="1" dirty="0">
                <a:solidFill>
                  <a:srgbClr val="FF0000"/>
                </a:solidFill>
                <a:latin typeface="Times New Roman" panose="02020603050405020304" pitchFamily="18" charset="0"/>
                <a:ea typeface="仿宋_GB2312" pitchFamily="49" charset="-122"/>
              </a:rPr>
              <a:t>*</a:t>
            </a:r>
            <a:r>
              <a:rPr kumimoji="1" lang="en-US" altLang="zh-CN" sz="2800" b="1" dirty="0">
                <a:solidFill>
                  <a:srgbClr val="FF0000"/>
                </a:solidFill>
                <a:latin typeface="Times New Roman" panose="02020603050405020304" pitchFamily="18" charset="0"/>
                <a:ea typeface="仿宋_GB2312" pitchFamily="49" charset="-122"/>
              </a:rPr>
              <a:t>(</a:t>
            </a:r>
            <a:r>
              <a:rPr kumimoji="1" lang="en-US" altLang="zh-CN" sz="2800" b="1" i="1" dirty="0">
                <a:solidFill>
                  <a:srgbClr val="FF0000"/>
                </a:solidFill>
                <a:latin typeface="Times New Roman" panose="02020603050405020304" pitchFamily="18" charset="0"/>
                <a:ea typeface="仿宋_GB2312" pitchFamily="49" charset="-122"/>
              </a:rPr>
              <a:t>i</a:t>
            </a:r>
            <a:r>
              <a:rPr kumimoji="1" lang="en-US" altLang="zh-CN" sz="2800" b="1" dirty="0">
                <a:solidFill>
                  <a:srgbClr val="FF0000"/>
                </a:solidFill>
                <a:latin typeface="Times New Roman" panose="02020603050405020304" pitchFamily="18" charset="0"/>
                <a:ea typeface="仿宋_GB2312" pitchFamily="49" charset="-122"/>
              </a:rPr>
              <a:t>+1)/2 </a:t>
            </a:r>
            <a:r>
              <a:rPr kumimoji="1" lang="en-US" altLang="zh-CN" sz="2800" b="1" dirty="0">
                <a:solidFill>
                  <a:srgbClr val="FF0000"/>
                </a:solidFill>
                <a:latin typeface="Times New Roman" panose="02020603050405020304" pitchFamily="18" charset="0"/>
                <a:ea typeface="仿宋_GB2312" pitchFamily="49" charset="-122"/>
                <a:sym typeface="Symbol" panose="05050102010706020507" pitchFamily="18" charset="2"/>
              </a:rPr>
              <a:t> </a:t>
            </a:r>
            <a:r>
              <a:rPr kumimoji="1" lang="en-US" altLang="zh-CN" sz="2800" b="1" i="1" dirty="0">
                <a:solidFill>
                  <a:srgbClr val="FF0000"/>
                </a:solidFill>
                <a:latin typeface="Times New Roman" panose="02020603050405020304" pitchFamily="18" charset="0"/>
                <a:ea typeface="仿宋_GB2312" pitchFamily="49" charset="-122"/>
                <a:sym typeface="Symbol" panose="05050102010706020507" pitchFamily="18" charset="2"/>
              </a:rPr>
              <a:t>k</a:t>
            </a:r>
            <a:r>
              <a:rPr kumimoji="1" lang="en-US" altLang="zh-CN" sz="2800" b="1" dirty="0">
                <a:solidFill>
                  <a:srgbClr val="FF0000"/>
                </a:solidFill>
                <a:latin typeface="Times New Roman" panose="02020603050405020304" pitchFamily="18" charset="0"/>
                <a:ea typeface="仿宋_GB2312" pitchFamily="49" charset="-122"/>
                <a:sym typeface="Symbol" panose="05050102010706020507" pitchFamily="18" charset="2"/>
              </a:rPr>
              <a:t> &lt; (</a:t>
            </a:r>
            <a:r>
              <a:rPr kumimoji="1" lang="en-US" altLang="zh-CN" sz="2800" b="1" i="1" dirty="0">
                <a:solidFill>
                  <a:srgbClr val="FF0000"/>
                </a:solidFill>
                <a:latin typeface="Times New Roman" panose="02020603050405020304" pitchFamily="18" charset="0"/>
                <a:ea typeface="仿宋_GB2312" pitchFamily="49" charset="-122"/>
                <a:sym typeface="Symbol" panose="05050102010706020507" pitchFamily="18" charset="2"/>
              </a:rPr>
              <a:t>i</a:t>
            </a:r>
            <a:r>
              <a:rPr kumimoji="1" lang="en-US" altLang="zh-CN" sz="2800" b="1" dirty="0">
                <a:solidFill>
                  <a:srgbClr val="FF0000"/>
                </a:solidFill>
                <a:latin typeface="Times New Roman" panose="02020603050405020304" pitchFamily="18" charset="0"/>
                <a:ea typeface="仿宋_GB2312" pitchFamily="49" charset="-122"/>
                <a:sym typeface="Symbol" panose="05050102010706020507" pitchFamily="18" charset="2"/>
              </a:rPr>
              <a:t>+1)*(</a:t>
            </a:r>
            <a:r>
              <a:rPr kumimoji="1" lang="en-US" altLang="zh-CN" sz="2800" b="1" i="1" dirty="0">
                <a:solidFill>
                  <a:srgbClr val="FF0000"/>
                </a:solidFill>
                <a:latin typeface="Times New Roman" panose="02020603050405020304" pitchFamily="18" charset="0"/>
                <a:ea typeface="仿宋_GB2312" pitchFamily="49" charset="-122"/>
                <a:sym typeface="Symbol" panose="05050102010706020507" pitchFamily="18" charset="2"/>
              </a:rPr>
              <a:t>i</a:t>
            </a:r>
            <a:r>
              <a:rPr kumimoji="1" lang="en-US" altLang="zh-CN" sz="2800" b="1" dirty="0">
                <a:solidFill>
                  <a:srgbClr val="FF0000"/>
                </a:solidFill>
                <a:latin typeface="Times New Roman" panose="02020603050405020304" pitchFamily="18" charset="0"/>
                <a:ea typeface="仿宋_GB2312" pitchFamily="49" charset="-122"/>
                <a:sym typeface="Symbol" panose="05050102010706020507" pitchFamily="18" charset="2"/>
              </a:rPr>
              <a:t>+2)/2</a:t>
            </a:r>
            <a:r>
              <a:rPr kumimoji="1" lang="en-US" altLang="zh-CN" sz="2800" b="1" dirty="0">
                <a:latin typeface="Times New Roman" panose="02020603050405020304" pitchFamily="18" charset="0"/>
                <a:ea typeface="仿宋_GB2312" pitchFamily="49" charset="-122"/>
                <a:sym typeface="Symbol" panose="05050102010706020507" pitchFamily="18" charset="2"/>
              </a:rPr>
              <a:t> </a:t>
            </a:r>
            <a:r>
              <a:rPr kumimoji="1" lang="zh-CN" altLang="en-US" sz="2800" dirty="0">
                <a:latin typeface="+mn-ea"/>
                <a:ea typeface="+mn-ea"/>
                <a:sym typeface="Symbol" panose="05050102010706020507" pitchFamily="18" charset="2"/>
              </a:rPr>
              <a:t>的</a:t>
            </a:r>
            <a:r>
              <a:rPr kumimoji="1" lang="zh-CN" altLang="en-US" sz="2800" dirty="0">
                <a:latin typeface="Times New Roman" panose="02020603050405020304" pitchFamily="18" charset="0"/>
                <a:ea typeface="仿宋_GB2312" pitchFamily="49" charset="-122"/>
                <a:sym typeface="Symbol" panose="05050102010706020507" pitchFamily="18" charset="2"/>
              </a:rPr>
              <a:t> </a:t>
            </a:r>
            <a:r>
              <a:rPr kumimoji="1" lang="en-US" altLang="zh-CN" sz="2800" i="1" dirty="0" err="1">
                <a:solidFill>
                  <a:srgbClr val="0000FF"/>
                </a:solidFill>
                <a:latin typeface="Times New Roman" panose="02020603050405020304" pitchFamily="18" charset="0"/>
                <a:ea typeface="仿宋_GB2312" pitchFamily="49" charset="-122"/>
                <a:sym typeface="Symbol" panose="05050102010706020507" pitchFamily="18" charset="2"/>
              </a:rPr>
              <a:t>i</a:t>
            </a:r>
            <a:r>
              <a:rPr kumimoji="1" lang="en-US" altLang="zh-CN" sz="2800" i="1" dirty="0">
                <a:latin typeface="+mn-ea"/>
                <a:ea typeface="+mn-ea"/>
                <a:sym typeface="Symbol" panose="05050102010706020507" pitchFamily="18" charset="2"/>
              </a:rPr>
              <a:t>, </a:t>
            </a:r>
            <a:r>
              <a:rPr kumimoji="1" lang="zh-CN" altLang="zh-CN" sz="2800" dirty="0">
                <a:latin typeface="+mn-ea"/>
                <a:ea typeface="+mn-ea"/>
                <a:sym typeface="Symbol" panose="05050102010706020507" pitchFamily="18" charset="2"/>
              </a:rPr>
              <a:t>此即为</a:t>
            </a:r>
            <a:r>
              <a:rPr kumimoji="1" lang="zh-CN" altLang="en-US" sz="2800" dirty="0">
                <a:latin typeface="+mn-ea"/>
                <a:ea typeface="+mn-ea"/>
                <a:sym typeface="Symbol" panose="05050102010706020507" pitchFamily="18" charset="2"/>
              </a:rPr>
              <a:t>该元素的行号</a:t>
            </a:r>
            <a:r>
              <a:rPr kumimoji="1" lang="zh-CN" altLang="en-US" dirty="0">
                <a:latin typeface="+mn-ea"/>
                <a:ea typeface="+mn-ea"/>
                <a:sym typeface="Symbol" panose="05050102010706020507" pitchFamily="18" charset="2"/>
              </a:rPr>
              <a:t>；</a:t>
            </a:r>
            <a:r>
              <a:rPr kumimoji="1" lang="zh-CN" altLang="en-US" sz="2800" dirty="0">
                <a:latin typeface="+mn-ea"/>
                <a:ea typeface="+mn-ea"/>
                <a:sym typeface="Symbol" panose="05050102010706020507" pitchFamily="18" charset="2"/>
              </a:rPr>
              <a:t>再计算</a:t>
            </a:r>
            <a:r>
              <a:rPr kumimoji="1" lang="zh-CN" altLang="en-US" sz="2800" dirty="0">
                <a:latin typeface="Times New Roman" panose="02020603050405020304" pitchFamily="18" charset="0"/>
                <a:ea typeface="仿宋_GB2312" pitchFamily="49" charset="-122"/>
                <a:sym typeface="Symbol" panose="05050102010706020507" pitchFamily="18" charset="2"/>
              </a:rPr>
              <a:t> </a:t>
            </a:r>
            <a:r>
              <a:rPr kumimoji="1" lang="en-US" altLang="zh-CN" sz="2800" i="1" dirty="0">
                <a:solidFill>
                  <a:srgbClr val="0000FF"/>
                </a:solidFill>
                <a:latin typeface="Times New Roman" panose="02020603050405020304" pitchFamily="18" charset="0"/>
                <a:ea typeface="仿宋_GB2312" pitchFamily="49" charset="-122"/>
                <a:sym typeface="Symbol" panose="05050102010706020507" pitchFamily="18" charset="2"/>
              </a:rPr>
              <a:t>j</a:t>
            </a:r>
            <a:r>
              <a:rPr kumimoji="1" lang="zh-CN" altLang="en-US" sz="2800" dirty="0">
                <a:latin typeface="Times New Roman" panose="02020603050405020304" pitchFamily="18" charset="0"/>
                <a:ea typeface="仿宋_GB2312" pitchFamily="49" charset="-122"/>
                <a:sym typeface="Symbol" panose="05050102010706020507" pitchFamily="18" charset="2"/>
              </a:rPr>
              <a:t>：</a:t>
            </a:r>
            <a:r>
              <a:rPr kumimoji="1" lang="en-US" altLang="zh-CN" sz="2800" b="1" i="1" dirty="0">
                <a:solidFill>
                  <a:srgbClr val="FF0000"/>
                </a:solidFill>
                <a:latin typeface="Times New Roman" panose="02020603050405020304" pitchFamily="18" charset="0"/>
                <a:ea typeface="仿宋_GB2312" pitchFamily="49" charset="-122"/>
                <a:sym typeface="Symbol" panose="05050102010706020507" pitchFamily="18" charset="2"/>
              </a:rPr>
              <a:t>j </a:t>
            </a:r>
            <a:r>
              <a:rPr kumimoji="1" lang="en-US" altLang="zh-CN" sz="2800" b="1" dirty="0">
                <a:solidFill>
                  <a:srgbClr val="FF0000"/>
                </a:solidFill>
                <a:latin typeface="Times New Roman" panose="02020603050405020304" pitchFamily="18" charset="0"/>
                <a:ea typeface="仿宋_GB2312" pitchFamily="49" charset="-122"/>
                <a:sym typeface="Symbol" panose="05050102010706020507" pitchFamily="18" charset="2"/>
              </a:rPr>
              <a:t>= </a:t>
            </a:r>
            <a:r>
              <a:rPr kumimoji="1" lang="en-US" altLang="zh-CN" sz="2800" b="1" i="1" dirty="0">
                <a:solidFill>
                  <a:srgbClr val="FF0000"/>
                </a:solidFill>
                <a:latin typeface="Times New Roman" panose="02020603050405020304" pitchFamily="18" charset="0"/>
                <a:ea typeface="仿宋_GB2312" pitchFamily="49" charset="-122"/>
                <a:sym typeface="Symbol" panose="05050102010706020507" pitchFamily="18" charset="2"/>
              </a:rPr>
              <a:t>k </a:t>
            </a:r>
            <a:r>
              <a:rPr kumimoji="1" lang="en-US" altLang="zh-CN" sz="2800" b="1" dirty="0">
                <a:solidFill>
                  <a:srgbClr val="FF0000"/>
                </a:solidFill>
                <a:latin typeface="楷体_GB2312" pitchFamily="49" charset="-122"/>
                <a:ea typeface="楷体_GB2312" pitchFamily="49" charset="-122"/>
                <a:sym typeface="Symbol" panose="05050102010706020507" pitchFamily="18" charset="2"/>
              </a:rPr>
              <a:t>- </a:t>
            </a:r>
            <a:r>
              <a:rPr kumimoji="1" lang="en-US" altLang="zh-CN" sz="2800" b="1" i="1" dirty="0" err="1">
                <a:solidFill>
                  <a:srgbClr val="FF0000"/>
                </a:solidFill>
                <a:latin typeface="Times New Roman" panose="02020603050405020304" pitchFamily="18" charset="0"/>
                <a:ea typeface="楷体_GB2312" pitchFamily="49" charset="-122"/>
                <a:sym typeface="Symbol" panose="05050102010706020507" pitchFamily="18" charset="2"/>
              </a:rPr>
              <a:t>i</a:t>
            </a:r>
            <a:r>
              <a:rPr kumimoji="1" lang="en-US" altLang="zh-CN" sz="2800" b="1" dirty="0">
                <a:solidFill>
                  <a:srgbClr val="FF0000"/>
                </a:solidFill>
                <a:latin typeface="Times New Roman" panose="02020603050405020304" pitchFamily="18" charset="0"/>
                <a:ea typeface="仿宋_GB2312" pitchFamily="49" charset="-122"/>
                <a:sym typeface="Symbol" panose="05050102010706020507" pitchFamily="18" charset="2"/>
              </a:rPr>
              <a:t>*(</a:t>
            </a:r>
            <a:r>
              <a:rPr kumimoji="1" lang="en-US" altLang="zh-CN" sz="2800" b="1" i="1" dirty="0">
                <a:solidFill>
                  <a:srgbClr val="FF0000"/>
                </a:solidFill>
                <a:latin typeface="Times New Roman" panose="02020603050405020304" pitchFamily="18" charset="0"/>
                <a:ea typeface="仿宋_GB2312" pitchFamily="49" charset="-122"/>
                <a:sym typeface="Symbol" panose="05050102010706020507" pitchFamily="18" charset="2"/>
              </a:rPr>
              <a:t>i</a:t>
            </a:r>
            <a:r>
              <a:rPr kumimoji="1" lang="en-US" altLang="zh-CN" sz="2800" b="1" dirty="0">
                <a:solidFill>
                  <a:srgbClr val="FF0000"/>
                </a:solidFill>
                <a:latin typeface="Times New Roman" panose="02020603050405020304" pitchFamily="18" charset="0"/>
                <a:ea typeface="仿宋_GB2312" pitchFamily="49" charset="-122"/>
                <a:sym typeface="Symbol" panose="05050102010706020507" pitchFamily="18" charset="2"/>
              </a:rPr>
              <a:t>+1)/2</a:t>
            </a:r>
          </a:p>
          <a:p>
            <a:pPr>
              <a:buClr>
                <a:srgbClr val="990099"/>
              </a:buClr>
              <a:buSzPct val="50000"/>
              <a:buFont typeface="Wingdings" panose="05000000000000000000" pitchFamily="2" charset="2"/>
              <a:buNone/>
            </a:pPr>
            <a:r>
              <a:rPr kumimoji="1" lang="en-US" altLang="zh-CN" sz="2800" dirty="0">
                <a:latin typeface="Times New Roman" panose="02020603050405020304" pitchFamily="18" charset="0"/>
                <a:ea typeface="仿宋_GB2312" pitchFamily="49" charset="-122"/>
                <a:sym typeface="Symbol" panose="05050102010706020507" pitchFamily="18" charset="2"/>
              </a:rPr>
              <a:t>   	</a:t>
            </a:r>
            <a:r>
              <a:rPr kumimoji="1" lang="zh-CN" altLang="en-US" sz="2800" dirty="0">
                <a:latin typeface="Times New Roman" panose="02020603050405020304" pitchFamily="18" charset="0"/>
                <a:ea typeface="仿宋_GB2312" pitchFamily="49" charset="-122"/>
                <a:sym typeface="Symbol" panose="05050102010706020507" pitchFamily="18" charset="2"/>
              </a:rPr>
              <a:t>此即为该元素的列号。</a:t>
            </a:r>
            <a:endParaRPr kumimoji="1" lang="en-US" altLang="zh-CN" sz="2800" dirty="0">
              <a:latin typeface="Times New Roman" panose="02020603050405020304" pitchFamily="18" charset="0"/>
              <a:ea typeface="仿宋_GB2312" pitchFamily="49" charset="-122"/>
              <a:sym typeface="Symbol" panose="05050102010706020507" pitchFamily="18" charset="2"/>
            </a:endParaRPr>
          </a:p>
          <a:p>
            <a:pPr lvl="1">
              <a:buClr>
                <a:srgbClr val="990099"/>
              </a:buClr>
              <a:buSzPct val="50000"/>
              <a:buNone/>
            </a:pPr>
            <a:r>
              <a:rPr kumimoji="1" lang="zh-CN" altLang="en-US" sz="2800" dirty="0">
                <a:latin typeface="Times New Roman" panose="02020603050405020304" pitchFamily="18" charset="0"/>
                <a:ea typeface="仿宋_GB2312" pitchFamily="49" charset="-122"/>
              </a:rPr>
              <a:t>例如，若 </a:t>
            </a:r>
            <a:r>
              <a:rPr kumimoji="1" lang="en-US" altLang="zh-CN" sz="2800" i="1" dirty="0">
                <a:solidFill>
                  <a:srgbClr val="0000FF"/>
                </a:solidFill>
                <a:latin typeface="Times New Roman" panose="02020603050405020304" pitchFamily="18" charset="0"/>
                <a:ea typeface="仿宋_GB2312" pitchFamily="49" charset="-122"/>
              </a:rPr>
              <a:t>k</a:t>
            </a:r>
            <a:r>
              <a:rPr kumimoji="1" lang="en-US" altLang="zh-CN" sz="2800" dirty="0">
                <a:solidFill>
                  <a:srgbClr val="0000FF"/>
                </a:solidFill>
                <a:latin typeface="Times New Roman" panose="02020603050405020304" pitchFamily="18" charset="0"/>
                <a:ea typeface="仿宋_GB2312" pitchFamily="49" charset="-122"/>
              </a:rPr>
              <a:t> = 8</a:t>
            </a:r>
            <a:r>
              <a:rPr kumimoji="1" lang="zh-CN" altLang="en-US" sz="2800" dirty="0">
                <a:latin typeface="Times New Roman" panose="02020603050405020304" pitchFamily="18" charset="0"/>
                <a:ea typeface="仿宋_GB2312" pitchFamily="49" charset="-122"/>
              </a:rPr>
              <a:t>，有 </a:t>
            </a:r>
            <a:r>
              <a:rPr kumimoji="1" lang="en-US" altLang="zh-CN" sz="2800" dirty="0">
                <a:solidFill>
                  <a:srgbClr val="0000FF"/>
                </a:solidFill>
                <a:latin typeface="Times New Roman" panose="02020603050405020304" pitchFamily="18" charset="0"/>
                <a:ea typeface="仿宋_GB2312" pitchFamily="49" charset="-122"/>
              </a:rPr>
              <a:t>3*4 / 2 = 6 </a:t>
            </a:r>
            <a:r>
              <a:rPr kumimoji="1" lang="en-US" altLang="zh-CN" sz="2800" dirty="0">
                <a:solidFill>
                  <a:srgbClr val="0000FF"/>
                </a:solidFill>
                <a:latin typeface="Times New Roman" panose="02020603050405020304" pitchFamily="18" charset="0"/>
                <a:ea typeface="仿宋_GB2312" pitchFamily="49" charset="-122"/>
                <a:sym typeface="Symbol" panose="05050102010706020507" pitchFamily="18" charset="2"/>
              </a:rPr>
              <a:t> </a:t>
            </a:r>
            <a:r>
              <a:rPr kumimoji="1" lang="en-US" altLang="zh-CN" sz="2800" i="1" dirty="0">
                <a:solidFill>
                  <a:srgbClr val="0000FF"/>
                </a:solidFill>
                <a:latin typeface="Times New Roman" panose="02020603050405020304" pitchFamily="18" charset="0"/>
                <a:ea typeface="仿宋_GB2312" pitchFamily="49" charset="-122"/>
                <a:sym typeface="Symbol" panose="05050102010706020507" pitchFamily="18" charset="2"/>
              </a:rPr>
              <a:t>k</a:t>
            </a:r>
            <a:r>
              <a:rPr kumimoji="1" lang="en-US" altLang="zh-CN" sz="2800" dirty="0">
                <a:solidFill>
                  <a:srgbClr val="0000FF"/>
                </a:solidFill>
                <a:latin typeface="Times New Roman" panose="02020603050405020304" pitchFamily="18" charset="0"/>
                <a:ea typeface="仿宋_GB2312" pitchFamily="49" charset="-122"/>
                <a:sym typeface="Symbol" panose="05050102010706020507" pitchFamily="18" charset="2"/>
              </a:rPr>
              <a:t> &lt; 4*5 / 2 =10</a:t>
            </a:r>
            <a:r>
              <a:rPr kumimoji="1" lang="zh-CN" altLang="en-US" sz="2800" dirty="0">
                <a:latin typeface="Times New Roman" panose="02020603050405020304" pitchFamily="18" charset="0"/>
                <a:ea typeface="仿宋_GB2312" pitchFamily="49" charset="-122"/>
                <a:sym typeface="Symbol" panose="05050102010706020507" pitchFamily="18" charset="2"/>
              </a:rPr>
              <a:t>，即 </a:t>
            </a:r>
            <a:r>
              <a:rPr kumimoji="1" lang="en-US" altLang="zh-CN" sz="2800" i="1" dirty="0" err="1">
                <a:solidFill>
                  <a:srgbClr val="0000FF"/>
                </a:solidFill>
                <a:latin typeface="Times New Roman" panose="02020603050405020304" pitchFamily="18" charset="0"/>
                <a:ea typeface="仿宋_GB2312" pitchFamily="49" charset="-122"/>
                <a:sym typeface="Symbol" panose="05050102010706020507" pitchFamily="18" charset="2"/>
              </a:rPr>
              <a:t>i</a:t>
            </a:r>
            <a:r>
              <a:rPr kumimoji="1" lang="en-US" altLang="zh-CN" sz="2800" dirty="0">
                <a:solidFill>
                  <a:srgbClr val="0000FF"/>
                </a:solidFill>
                <a:latin typeface="Times New Roman" panose="02020603050405020304" pitchFamily="18" charset="0"/>
                <a:ea typeface="仿宋_GB2312" pitchFamily="49" charset="-122"/>
                <a:sym typeface="Symbol" panose="05050102010706020507" pitchFamily="18" charset="2"/>
              </a:rPr>
              <a:t> = 3</a:t>
            </a:r>
            <a:r>
              <a:rPr kumimoji="1" lang="zh-CN" altLang="en-US" sz="2800" dirty="0">
                <a:latin typeface="Times New Roman" panose="02020603050405020304" pitchFamily="18" charset="0"/>
                <a:ea typeface="仿宋_GB2312" pitchFamily="49" charset="-122"/>
                <a:sym typeface="Symbol" panose="05050102010706020507" pitchFamily="18" charset="2"/>
              </a:rPr>
              <a:t>；</a:t>
            </a:r>
            <a:r>
              <a:rPr kumimoji="1" lang="zh-CN" altLang="zh-CN" sz="2800" dirty="0">
                <a:latin typeface="Times New Roman" panose="02020603050405020304" pitchFamily="18" charset="0"/>
                <a:ea typeface="仿宋_GB2312" pitchFamily="49" charset="-122"/>
                <a:sym typeface="Symbol" panose="05050102010706020507" pitchFamily="18" charset="2"/>
              </a:rPr>
              <a:t>则 </a:t>
            </a:r>
            <a:r>
              <a:rPr kumimoji="1" lang="en-US" altLang="zh-CN" sz="2800" i="1" dirty="0">
                <a:solidFill>
                  <a:srgbClr val="0000FF"/>
                </a:solidFill>
                <a:latin typeface="Times New Roman" panose="02020603050405020304" pitchFamily="18" charset="0"/>
                <a:ea typeface="仿宋_GB2312" pitchFamily="49" charset="-122"/>
                <a:sym typeface="Symbol" panose="05050102010706020507" pitchFamily="18" charset="2"/>
              </a:rPr>
              <a:t>j</a:t>
            </a:r>
            <a:r>
              <a:rPr kumimoji="1" lang="en-US" altLang="zh-CN" sz="2800" dirty="0">
                <a:solidFill>
                  <a:srgbClr val="0000FF"/>
                </a:solidFill>
                <a:latin typeface="Times New Roman" panose="02020603050405020304" pitchFamily="18" charset="0"/>
                <a:ea typeface="仿宋_GB2312" pitchFamily="49" charset="-122"/>
                <a:sym typeface="Symbol" panose="05050102010706020507" pitchFamily="18" charset="2"/>
              </a:rPr>
              <a:t> = 8 </a:t>
            </a:r>
            <a:r>
              <a:rPr kumimoji="1" lang="en-US" altLang="zh-CN" sz="2800" dirty="0">
                <a:solidFill>
                  <a:srgbClr val="0000FF"/>
                </a:solidFill>
                <a:latin typeface="楷体_GB2312" pitchFamily="49" charset="-122"/>
                <a:ea typeface="楷体_GB2312" pitchFamily="49" charset="-122"/>
                <a:sym typeface="Symbol" panose="05050102010706020507" pitchFamily="18" charset="2"/>
              </a:rPr>
              <a:t>-</a:t>
            </a:r>
            <a:r>
              <a:rPr kumimoji="1" lang="en-US" altLang="zh-CN" sz="2800" dirty="0">
                <a:solidFill>
                  <a:srgbClr val="0000FF"/>
                </a:solidFill>
                <a:latin typeface="Times New Roman" panose="02020603050405020304" pitchFamily="18" charset="0"/>
                <a:ea typeface="仿宋_GB2312" pitchFamily="49" charset="-122"/>
                <a:sym typeface="Symbol" panose="05050102010706020507" pitchFamily="18" charset="2"/>
              </a:rPr>
              <a:t> 3*4 / 2 = 2</a:t>
            </a:r>
            <a:r>
              <a:rPr kumimoji="1" lang="zh-CN" altLang="en-US" sz="2800" dirty="0">
                <a:latin typeface="Times New Roman" panose="02020603050405020304" pitchFamily="18" charset="0"/>
                <a:ea typeface="仿宋_GB2312" pitchFamily="49" charset="-122"/>
                <a:sym typeface="Symbol" panose="05050102010706020507" pitchFamily="18" charset="2"/>
              </a:rPr>
              <a:t>。</a:t>
            </a:r>
          </a:p>
        </p:txBody>
      </p:sp>
    </p:spTree>
    <p:extLst>
      <p:ext uri="{BB962C8B-B14F-4D97-AF65-F5344CB8AC3E}">
        <p14:creationId xmlns:p14="http://schemas.microsoft.com/office/powerpoint/2010/main" val="2386337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A5842-2B77-452F-BB29-867A90414077}"/>
              </a:ext>
            </a:extLst>
          </p:cNvPr>
          <p:cNvSpPr>
            <a:spLocks noGrp="1"/>
          </p:cNvSpPr>
          <p:nvPr>
            <p:ph type="title"/>
          </p:nvPr>
        </p:nvSpPr>
        <p:spPr/>
        <p:txBody>
          <a:bodyPr/>
          <a:lstStyle/>
          <a:p>
            <a:r>
              <a:rPr lang="zh-CN" altLang="en-US" dirty="0"/>
              <a:t>上三角矩阵的压缩存储</a:t>
            </a:r>
          </a:p>
        </p:txBody>
      </p:sp>
      <p:grpSp>
        <p:nvGrpSpPr>
          <p:cNvPr id="51" name="组合 50">
            <a:extLst>
              <a:ext uri="{FF2B5EF4-FFF2-40B4-BE49-F238E27FC236}">
                <a16:creationId xmlns:a16="http://schemas.microsoft.com/office/drawing/2014/main" id="{8E389371-6FA1-4C14-9ED5-FDAF75C84039}"/>
              </a:ext>
            </a:extLst>
          </p:cNvPr>
          <p:cNvGrpSpPr/>
          <p:nvPr/>
        </p:nvGrpSpPr>
        <p:grpSpPr>
          <a:xfrm>
            <a:off x="2748501" y="660400"/>
            <a:ext cx="4791654" cy="2827212"/>
            <a:chOff x="2943225" y="660400"/>
            <a:chExt cx="3962400" cy="2473325"/>
          </a:xfrm>
        </p:grpSpPr>
        <p:graphicFrame>
          <p:nvGraphicFramePr>
            <p:cNvPr id="27" name="Object 6">
              <a:extLst>
                <a:ext uri="{FF2B5EF4-FFF2-40B4-BE49-F238E27FC236}">
                  <a16:creationId xmlns:a16="http://schemas.microsoft.com/office/drawing/2014/main" id="{960496B6-4ED2-49F8-A4A2-EDA4444457E4}"/>
                </a:ext>
              </a:extLst>
            </p:cNvPr>
            <p:cNvGraphicFramePr>
              <a:graphicFrameLocks noChangeAspect="1"/>
            </p:cNvGraphicFramePr>
            <p:nvPr>
              <p:extLst>
                <p:ext uri="{D42A27DB-BD31-4B8C-83A1-F6EECF244321}">
                  <p14:modId xmlns:p14="http://schemas.microsoft.com/office/powerpoint/2010/main" val="1582446212"/>
                </p:ext>
              </p:extLst>
            </p:nvPr>
          </p:nvGraphicFramePr>
          <p:xfrm>
            <a:off x="2943225" y="660400"/>
            <a:ext cx="3962400" cy="2473325"/>
          </p:xfrm>
          <a:graphic>
            <a:graphicData uri="http://schemas.openxmlformats.org/presentationml/2006/ole">
              <mc:AlternateContent xmlns:mc="http://schemas.openxmlformats.org/markup-compatibility/2006">
                <mc:Choice xmlns:v="urn:schemas-microsoft-com:vml" Requires="v">
                  <p:oleObj spid="_x0000_s19549" name="公式" r:id="rId3" imgW="1193760" imgH="787320" progId="Equation.3">
                    <p:embed/>
                  </p:oleObj>
                </mc:Choice>
                <mc:Fallback>
                  <p:oleObj name="公式" r:id="rId3" imgW="1193760" imgH="787320" progId="Equation.3">
                    <p:embed/>
                    <p:pic>
                      <p:nvPicPr>
                        <p:cNvPr id="454662" name="Object 6">
                          <a:extLst>
                            <a:ext uri="{FF2B5EF4-FFF2-40B4-BE49-F238E27FC236}">
                              <a16:creationId xmlns:a16="http://schemas.microsoft.com/office/drawing/2014/main" id="{7D03113E-A9B8-44BD-8DCA-2E0CEF4096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3225" y="660400"/>
                          <a:ext cx="3962400" cy="2473325"/>
                        </a:xfrm>
                        <a:prstGeom prst="rect">
                          <a:avLst/>
                        </a:prstGeom>
                        <a:noFill/>
                        <a:ln>
                          <a:noFill/>
                        </a:ln>
                        <a:effectLst/>
                      </p:spPr>
                    </p:pic>
                  </p:oleObj>
                </mc:Fallback>
              </mc:AlternateContent>
            </a:graphicData>
          </a:graphic>
        </p:graphicFrame>
        <p:sp>
          <p:nvSpPr>
            <p:cNvPr id="28" name="Rectangle 2">
              <a:extLst>
                <a:ext uri="{FF2B5EF4-FFF2-40B4-BE49-F238E27FC236}">
                  <a16:creationId xmlns:a16="http://schemas.microsoft.com/office/drawing/2014/main" id="{7CFF4955-4E2C-4C8B-85BD-1559E3A533D3}"/>
                </a:ext>
              </a:extLst>
            </p:cNvPr>
            <p:cNvSpPr>
              <a:spLocks noChangeArrowheads="1"/>
            </p:cNvSpPr>
            <p:nvPr/>
          </p:nvSpPr>
          <p:spPr bwMode="auto">
            <a:xfrm>
              <a:off x="3057525" y="771525"/>
              <a:ext cx="914400" cy="609600"/>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29" name="Rectangle 3">
              <a:extLst>
                <a:ext uri="{FF2B5EF4-FFF2-40B4-BE49-F238E27FC236}">
                  <a16:creationId xmlns:a16="http://schemas.microsoft.com/office/drawing/2014/main" id="{FD929EBD-0192-4A6A-9D38-A72C76236E21}"/>
                </a:ext>
              </a:extLst>
            </p:cNvPr>
            <p:cNvSpPr>
              <a:spLocks noChangeArrowheads="1"/>
            </p:cNvSpPr>
            <p:nvPr/>
          </p:nvSpPr>
          <p:spPr bwMode="auto">
            <a:xfrm>
              <a:off x="3971925" y="771525"/>
              <a:ext cx="914400" cy="1227138"/>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30" name="Rectangle 4">
              <a:extLst>
                <a:ext uri="{FF2B5EF4-FFF2-40B4-BE49-F238E27FC236}">
                  <a16:creationId xmlns:a16="http://schemas.microsoft.com/office/drawing/2014/main" id="{01887987-6265-46D2-8C8F-0560355C73EC}"/>
                </a:ext>
              </a:extLst>
            </p:cNvPr>
            <p:cNvSpPr>
              <a:spLocks noChangeArrowheads="1"/>
            </p:cNvSpPr>
            <p:nvPr/>
          </p:nvSpPr>
          <p:spPr bwMode="auto">
            <a:xfrm>
              <a:off x="4886325" y="771525"/>
              <a:ext cx="954088" cy="1828800"/>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31" name="Rectangle 5">
              <a:extLst>
                <a:ext uri="{FF2B5EF4-FFF2-40B4-BE49-F238E27FC236}">
                  <a16:creationId xmlns:a16="http://schemas.microsoft.com/office/drawing/2014/main" id="{01E31AE1-F6D5-40BB-A2A2-9D4EDAFD9F0F}"/>
                </a:ext>
              </a:extLst>
            </p:cNvPr>
            <p:cNvSpPr>
              <a:spLocks noChangeArrowheads="1"/>
            </p:cNvSpPr>
            <p:nvPr/>
          </p:nvSpPr>
          <p:spPr bwMode="auto">
            <a:xfrm>
              <a:off x="5838825" y="775978"/>
              <a:ext cx="933450" cy="2241550"/>
            </a:xfrm>
            <a:prstGeom prst="rect">
              <a:avLst/>
            </a:prstGeom>
            <a:solidFill>
              <a:srgbClr val="00CC00">
                <a:alpha val="350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grpSp>
      <p:sp>
        <p:nvSpPr>
          <p:cNvPr id="32" name="Rectangle 8">
            <a:extLst>
              <a:ext uri="{FF2B5EF4-FFF2-40B4-BE49-F238E27FC236}">
                <a16:creationId xmlns:a16="http://schemas.microsoft.com/office/drawing/2014/main" id="{49DEC3F1-96F0-4F9D-A7B2-DBD1B1FD63CA}"/>
              </a:ext>
            </a:extLst>
          </p:cNvPr>
          <p:cNvSpPr>
            <a:spLocks noChangeArrowheads="1"/>
          </p:cNvSpPr>
          <p:nvPr/>
        </p:nvSpPr>
        <p:spPr bwMode="auto">
          <a:xfrm>
            <a:off x="1486728" y="4132957"/>
            <a:ext cx="6262687" cy="609600"/>
          </a:xfrm>
          <a:prstGeom prst="rect">
            <a:avLst/>
          </a:prstGeom>
          <a:solidFill>
            <a:srgbClr val="CCFFCC"/>
          </a:solidFill>
          <a:ln w="9525">
            <a:solidFill>
              <a:srgbClr val="000099"/>
            </a:solidFill>
            <a:miter lim="800000"/>
            <a:headEnd/>
            <a:tailEnd/>
          </a:ln>
          <a:effectLst>
            <a:outerShdw dist="107763"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3" name="Text Box 9">
            <a:extLst>
              <a:ext uri="{FF2B5EF4-FFF2-40B4-BE49-F238E27FC236}">
                <a16:creationId xmlns:a16="http://schemas.microsoft.com/office/drawing/2014/main" id="{D931BAF8-BB2C-44BA-BE52-DD8495F38746}"/>
              </a:ext>
            </a:extLst>
          </p:cNvPr>
          <p:cNvSpPr txBox="1">
            <a:spLocks noChangeArrowheads="1"/>
          </p:cNvSpPr>
          <p:nvPr/>
        </p:nvSpPr>
        <p:spPr bwMode="auto">
          <a:xfrm>
            <a:off x="683568" y="4140369"/>
            <a:ext cx="72576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en-US" altLang="zh-CN" sz="3200" b="0" dirty="0">
                <a:solidFill>
                  <a:srgbClr val="000099"/>
                </a:solidFill>
                <a:ea typeface="宋体" panose="02010600030101010101" pitchFamily="2" charset="-122"/>
              </a:rPr>
              <a:t>B   </a:t>
            </a:r>
            <a:r>
              <a:rPr kumimoji="1" lang="en-US" altLang="zh-CN" sz="3200" b="0" i="1" dirty="0">
                <a:solidFill>
                  <a:srgbClr val="000099"/>
                </a:solidFill>
                <a:ea typeface="宋体" panose="02010600030101010101" pitchFamily="2" charset="-122"/>
              </a:rPr>
              <a:t>  a</a:t>
            </a:r>
            <a:r>
              <a:rPr kumimoji="1" lang="en-US" altLang="zh-CN" sz="3200" b="0" baseline="-25000" dirty="0">
                <a:solidFill>
                  <a:srgbClr val="000099"/>
                </a:solidFill>
                <a:ea typeface="宋体" panose="02010600030101010101" pitchFamily="2" charset="-122"/>
              </a:rPr>
              <a:t>00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01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02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03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11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12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13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22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23</a:t>
            </a:r>
            <a:r>
              <a:rPr kumimoji="1" lang="en-US" altLang="zh-CN" sz="3200" b="0" dirty="0">
                <a:solidFill>
                  <a:srgbClr val="000099"/>
                </a:solidFill>
                <a:ea typeface="宋体" panose="02010600030101010101" pitchFamily="2" charset="-122"/>
              </a:rPr>
              <a:t>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33</a:t>
            </a:r>
            <a:r>
              <a:rPr kumimoji="1" lang="en-US" altLang="zh-CN" sz="3200" b="0" dirty="0">
                <a:solidFill>
                  <a:srgbClr val="000099"/>
                </a:solidFill>
                <a:ea typeface="宋体" panose="02010600030101010101" pitchFamily="2" charset="-122"/>
              </a:rPr>
              <a:t>  </a:t>
            </a:r>
            <a:endParaRPr kumimoji="1" lang="en-US" altLang="zh-CN" sz="3200" b="0" dirty="0">
              <a:solidFill>
                <a:srgbClr val="000099"/>
              </a:solidFill>
              <a:latin typeface="宋体" panose="02010600030101010101" pitchFamily="2" charset="-122"/>
              <a:ea typeface="宋体" panose="02010600030101010101" pitchFamily="2" charset="-122"/>
            </a:endParaRPr>
          </a:p>
        </p:txBody>
      </p:sp>
      <p:sp>
        <p:nvSpPr>
          <p:cNvPr id="34" name="Line 10">
            <a:extLst>
              <a:ext uri="{FF2B5EF4-FFF2-40B4-BE49-F238E27FC236}">
                <a16:creationId xmlns:a16="http://schemas.microsoft.com/office/drawing/2014/main" id="{E6D1805F-249B-4914-89E3-CB88FE0EE826}"/>
              </a:ext>
            </a:extLst>
          </p:cNvPr>
          <p:cNvSpPr>
            <a:spLocks noChangeShapeType="1"/>
          </p:cNvSpPr>
          <p:nvPr/>
        </p:nvSpPr>
        <p:spPr bwMode="auto">
          <a:xfrm>
            <a:off x="20963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5" name="Line 11">
            <a:extLst>
              <a:ext uri="{FF2B5EF4-FFF2-40B4-BE49-F238E27FC236}">
                <a16:creationId xmlns:a16="http://schemas.microsoft.com/office/drawing/2014/main" id="{63F17226-1BA6-4DDE-9918-F91776951444}"/>
              </a:ext>
            </a:extLst>
          </p:cNvPr>
          <p:cNvSpPr>
            <a:spLocks noChangeShapeType="1"/>
          </p:cNvSpPr>
          <p:nvPr/>
        </p:nvSpPr>
        <p:spPr bwMode="auto">
          <a:xfrm>
            <a:off x="27059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6" name="Line 12">
            <a:extLst>
              <a:ext uri="{FF2B5EF4-FFF2-40B4-BE49-F238E27FC236}">
                <a16:creationId xmlns:a16="http://schemas.microsoft.com/office/drawing/2014/main" id="{0881E609-DD9D-44E2-B834-D33DA9DF6C23}"/>
              </a:ext>
            </a:extLst>
          </p:cNvPr>
          <p:cNvSpPr>
            <a:spLocks noChangeShapeType="1"/>
          </p:cNvSpPr>
          <p:nvPr/>
        </p:nvSpPr>
        <p:spPr bwMode="auto">
          <a:xfrm>
            <a:off x="33155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7" name="Line 13">
            <a:extLst>
              <a:ext uri="{FF2B5EF4-FFF2-40B4-BE49-F238E27FC236}">
                <a16:creationId xmlns:a16="http://schemas.microsoft.com/office/drawing/2014/main" id="{9E336F34-7A8A-4977-83B4-CDBCBF4164D0}"/>
              </a:ext>
            </a:extLst>
          </p:cNvPr>
          <p:cNvSpPr>
            <a:spLocks noChangeShapeType="1"/>
          </p:cNvSpPr>
          <p:nvPr/>
        </p:nvSpPr>
        <p:spPr bwMode="auto">
          <a:xfrm>
            <a:off x="39251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8" name="Line 14">
            <a:extLst>
              <a:ext uri="{FF2B5EF4-FFF2-40B4-BE49-F238E27FC236}">
                <a16:creationId xmlns:a16="http://schemas.microsoft.com/office/drawing/2014/main" id="{154DDD6D-4823-46E8-B7F0-89F45BFF4B6D}"/>
              </a:ext>
            </a:extLst>
          </p:cNvPr>
          <p:cNvSpPr>
            <a:spLocks noChangeShapeType="1"/>
          </p:cNvSpPr>
          <p:nvPr/>
        </p:nvSpPr>
        <p:spPr bwMode="auto">
          <a:xfrm>
            <a:off x="45347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9" name="Line 15">
            <a:extLst>
              <a:ext uri="{FF2B5EF4-FFF2-40B4-BE49-F238E27FC236}">
                <a16:creationId xmlns:a16="http://schemas.microsoft.com/office/drawing/2014/main" id="{CA333CE8-1B47-4FA5-B46E-49FD745654FB}"/>
              </a:ext>
            </a:extLst>
          </p:cNvPr>
          <p:cNvSpPr>
            <a:spLocks noChangeShapeType="1"/>
          </p:cNvSpPr>
          <p:nvPr/>
        </p:nvSpPr>
        <p:spPr bwMode="auto">
          <a:xfrm>
            <a:off x="51443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0" name="Line 16">
            <a:extLst>
              <a:ext uri="{FF2B5EF4-FFF2-40B4-BE49-F238E27FC236}">
                <a16:creationId xmlns:a16="http://schemas.microsoft.com/office/drawing/2014/main" id="{687D58AC-51DF-4418-9E14-E5300D009A68}"/>
              </a:ext>
            </a:extLst>
          </p:cNvPr>
          <p:cNvSpPr>
            <a:spLocks noChangeShapeType="1"/>
          </p:cNvSpPr>
          <p:nvPr/>
        </p:nvSpPr>
        <p:spPr bwMode="auto">
          <a:xfrm>
            <a:off x="57539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1" name="Line 17">
            <a:extLst>
              <a:ext uri="{FF2B5EF4-FFF2-40B4-BE49-F238E27FC236}">
                <a16:creationId xmlns:a16="http://schemas.microsoft.com/office/drawing/2014/main" id="{1DDD99AB-1F45-4B04-8A5C-1E2DFB4BC1C8}"/>
              </a:ext>
            </a:extLst>
          </p:cNvPr>
          <p:cNvSpPr>
            <a:spLocks noChangeShapeType="1"/>
          </p:cNvSpPr>
          <p:nvPr/>
        </p:nvSpPr>
        <p:spPr bwMode="auto">
          <a:xfrm>
            <a:off x="63635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2" name="Line 18">
            <a:extLst>
              <a:ext uri="{FF2B5EF4-FFF2-40B4-BE49-F238E27FC236}">
                <a16:creationId xmlns:a16="http://schemas.microsoft.com/office/drawing/2014/main" id="{2DF28888-C1E2-4FE9-8C5E-37CC89DABAB5}"/>
              </a:ext>
            </a:extLst>
          </p:cNvPr>
          <p:cNvSpPr>
            <a:spLocks noChangeShapeType="1"/>
          </p:cNvSpPr>
          <p:nvPr/>
        </p:nvSpPr>
        <p:spPr bwMode="auto">
          <a:xfrm>
            <a:off x="6973128" y="4149080"/>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4" name="Text Box 20">
            <a:extLst>
              <a:ext uri="{FF2B5EF4-FFF2-40B4-BE49-F238E27FC236}">
                <a16:creationId xmlns:a16="http://schemas.microsoft.com/office/drawing/2014/main" id="{0EACC21A-24D2-4DC3-9702-4E72DB59A892}"/>
              </a:ext>
            </a:extLst>
          </p:cNvPr>
          <p:cNvSpPr txBox="1">
            <a:spLocks noChangeArrowheads="1"/>
          </p:cNvSpPr>
          <p:nvPr/>
        </p:nvSpPr>
        <p:spPr bwMode="auto">
          <a:xfrm>
            <a:off x="1744696" y="3679516"/>
            <a:ext cx="574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CN" b="0" dirty="0">
                <a:solidFill>
                  <a:srgbClr val="000099"/>
                </a:solidFill>
                <a:ea typeface="宋体" panose="02010600030101010101" pitchFamily="2" charset="-122"/>
              </a:rPr>
              <a:t>0     1      2      3      4      5      6      7      8      9</a:t>
            </a:r>
          </a:p>
        </p:txBody>
      </p:sp>
      <p:sp>
        <p:nvSpPr>
          <p:cNvPr id="45" name="Text Box 21">
            <a:extLst>
              <a:ext uri="{FF2B5EF4-FFF2-40B4-BE49-F238E27FC236}">
                <a16:creationId xmlns:a16="http://schemas.microsoft.com/office/drawing/2014/main" id="{0A40A47D-E611-4E46-97E1-8B390CD43511}"/>
              </a:ext>
            </a:extLst>
          </p:cNvPr>
          <p:cNvSpPr txBox="1">
            <a:spLocks noChangeArrowheads="1"/>
          </p:cNvSpPr>
          <p:nvPr/>
        </p:nvSpPr>
        <p:spPr bwMode="auto">
          <a:xfrm>
            <a:off x="92729" y="4971929"/>
            <a:ext cx="8958541" cy="1308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1" hangingPunct="1">
              <a:lnSpc>
                <a:spcPct val="150000"/>
              </a:lnSpc>
              <a:buFont typeface="Arial" panose="020B0604020202020204" pitchFamily="34" charset="0"/>
              <a:buChar char="•"/>
            </a:pPr>
            <a:r>
              <a:rPr kumimoji="1" lang="zh-CN" altLang="en-US" sz="2800" b="0" dirty="0">
                <a:latin typeface="+mn-ea"/>
                <a:ea typeface="+mn-ea"/>
              </a:rPr>
              <a:t>若 </a:t>
            </a:r>
            <a:r>
              <a:rPr kumimoji="1" lang="en-US" altLang="zh-CN" sz="2800" i="1" dirty="0" err="1">
                <a:solidFill>
                  <a:srgbClr val="0000FF"/>
                </a:solidFill>
                <a:ea typeface="仿宋_GB2312" pitchFamily="49" charset="-122"/>
              </a:rPr>
              <a:t>i</a:t>
            </a:r>
            <a:r>
              <a:rPr kumimoji="1" lang="en-US" altLang="zh-CN" sz="2800" dirty="0">
                <a:solidFill>
                  <a:srgbClr val="0000FF"/>
                </a:solidFill>
                <a:ea typeface="仿宋_GB2312" pitchFamily="49" charset="-122"/>
              </a:rPr>
              <a:t> </a:t>
            </a:r>
            <a:r>
              <a:rPr kumimoji="1" lang="en-US" altLang="zh-CN" sz="2800" dirty="0">
                <a:solidFill>
                  <a:srgbClr val="0000FF"/>
                </a:solidFill>
                <a:ea typeface="仿宋_GB2312" pitchFamily="49" charset="-122"/>
                <a:sym typeface="Symbol" panose="05050102010706020507" pitchFamily="18" charset="2"/>
              </a:rPr>
              <a:t></a:t>
            </a:r>
            <a:r>
              <a:rPr kumimoji="1" lang="en-US" altLang="zh-CN" sz="2800" dirty="0">
                <a:solidFill>
                  <a:srgbClr val="0000FF"/>
                </a:solidFill>
                <a:ea typeface="仿宋_GB2312" pitchFamily="49" charset="-122"/>
              </a:rPr>
              <a:t> </a:t>
            </a:r>
            <a:r>
              <a:rPr kumimoji="1" lang="en-US" altLang="zh-CN" sz="2800" i="1" dirty="0">
                <a:solidFill>
                  <a:srgbClr val="0000FF"/>
                </a:solidFill>
                <a:ea typeface="仿宋_GB2312" pitchFamily="49" charset="-122"/>
              </a:rPr>
              <a:t>j</a:t>
            </a:r>
            <a:r>
              <a:rPr kumimoji="1" lang="zh-CN" altLang="en-US" sz="2800" b="0" dirty="0">
                <a:latin typeface="+mn-ea"/>
                <a:ea typeface="+mn-ea"/>
              </a:rPr>
              <a:t>，数组元素 </a:t>
            </a:r>
            <a:r>
              <a:rPr kumimoji="1" lang="en-US" altLang="zh-CN" sz="2800" b="0" dirty="0">
                <a:ea typeface="仿宋_GB2312" pitchFamily="49" charset="-122"/>
              </a:rPr>
              <a:t>A[</a:t>
            </a:r>
            <a:r>
              <a:rPr kumimoji="1" lang="en-US" altLang="zh-CN" sz="2800" b="0" i="1" dirty="0" err="1">
                <a:ea typeface="仿宋_GB2312" pitchFamily="49" charset="-122"/>
              </a:rPr>
              <a:t>i</a:t>
            </a:r>
            <a:r>
              <a:rPr kumimoji="1" lang="en-US" altLang="zh-CN" sz="2800" b="0" dirty="0">
                <a:ea typeface="仿宋_GB2312" pitchFamily="49" charset="-122"/>
              </a:rPr>
              <a:t>][</a:t>
            </a:r>
            <a:r>
              <a:rPr kumimoji="1" lang="en-US" altLang="zh-CN" sz="2800" b="0" i="1" dirty="0">
                <a:ea typeface="仿宋_GB2312" pitchFamily="49" charset="-122"/>
              </a:rPr>
              <a:t>j</a:t>
            </a:r>
            <a:r>
              <a:rPr kumimoji="1" lang="en-US" altLang="zh-CN" sz="2800" b="0" dirty="0">
                <a:ea typeface="仿宋_GB2312" pitchFamily="49" charset="-122"/>
              </a:rPr>
              <a:t>] </a:t>
            </a:r>
            <a:r>
              <a:rPr kumimoji="1" lang="zh-CN" altLang="en-US" sz="2800" b="0" dirty="0">
                <a:latin typeface="+mn-ea"/>
                <a:ea typeface="+mn-ea"/>
              </a:rPr>
              <a:t>在数组 </a:t>
            </a:r>
            <a:r>
              <a:rPr kumimoji="1" lang="en-US" altLang="zh-CN" sz="2800" b="0" dirty="0">
                <a:latin typeface="+mn-ea"/>
                <a:ea typeface="+mn-ea"/>
              </a:rPr>
              <a:t>B </a:t>
            </a:r>
            <a:r>
              <a:rPr kumimoji="1" lang="zh-CN" altLang="en-US" sz="2800" b="0" dirty="0">
                <a:latin typeface="+mn-ea"/>
                <a:ea typeface="+mn-ea"/>
              </a:rPr>
              <a:t>中的存放位置 </a:t>
            </a:r>
            <a:r>
              <a:rPr kumimoji="1" lang="en-US" altLang="zh-CN" sz="2800" b="0" i="1" dirty="0">
                <a:latin typeface="+mn-lt"/>
                <a:ea typeface="+mn-ea"/>
              </a:rPr>
              <a:t>k </a:t>
            </a:r>
            <a:r>
              <a:rPr kumimoji="1" lang="zh-CN" altLang="en-US" sz="2800" b="0" dirty="0">
                <a:latin typeface="+mn-ea"/>
                <a:ea typeface="+mn-ea"/>
              </a:rPr>
              <a:t>为</a:t>
            </a:r>
            <a:endParaRPr kumimoji="1" lang="en-US" altLang="zh-CN" sz="2800" b="0" dirty="0">
              <a:solidFill>
                <a:srgbClr val="000099"/>
              </a:solidFill>
              <a:latin typeface="+mn-ea"/>
              <a:ea typeface="仿宋_GB2312" pitchFamily="49" charset="-122"/>
            </a:endParaRPr>
          </a:p>
          <a:p>
            <a:pPr algn="ctr" eaLnBrk="1" hangingPunct="1">
              <a:lnSpc>
                <a:spcPct val="150000"/>
              </a:lnSpc>
            </a:pPr>
            <a:r>
              <a:rPr kumimoji="1" lang="en-US" altLang="zh-CN" sz="2800" b="0" i="1" dirty="0">
                <a:solidFill>
                  <a:srgbClr val="FF0000"/>
                </a:solidFill>
                <a:ea typeface="仿宋_GB2312" pitchFamily="49" charset="-122"/>
              </a:rPr>
              <a:t>n</a:t>
            </a:r>
            <a:r>
              <a:rPr kumimoji="1" lang="en-US" altLang="zh-CN" sz="2800" b="0" dirty="0">
                <a:solidFill>
                  <a:srgbClr val="FF0000"/>
                </a:solidFill>
                <a:ea typeface="仿宋_GB2312" pitchFamily="49" charset="-122"/>
              </a:rPr>
              <a:t> + (</a:t>
            </a:r>
            <a:r>
              <a:rPr kumimoji="1" lang="en-US" altLang="zh-CN" sz="2800" b="0" i="1" dirty="0">
                <a:solidFill>
                  <a:srgbClr val="FF0000"/>
                </a:solidFill>
                <a:ea typeface="仿宋_GB2312" pitchFamily="49" charset="-122"/>
              </a:rPr>
              <a:t>n</a:t>
            </a:r>
            <a:r>
              <a:rPr kumimoji="1" lang="en-US" altLang="zh-CN" sz="2800" b="0" dirty="0">
                <a:solidFill>
                  <a:srgbClr val="FF0000"/>
                </a:solidFill>
                <a:latin typeface="楷体_GB2312" pitchFamily="49" charset="-122"/>
              </a:rPr>
              <a:t>-</a:t>
            </a:r>
            <a:r>
              <a:rPr kumimoji="1" lang="en-US" altLang="zh-CN" sz="2800" b="0" dirty="0">
                <a:solidFill>
                  <a:srgbClr val="FF0000"/>
                </a:solidFill>
                <a:ea typeface="仿宋_GB2312" pitchFamily="49" charset="-122"/>
              </a:rPr>
              <a:t>1) + (</a:t>
            </a:r>
            <a:r>
              <a:rPr kumimoji="1" lang="en-US" altLang="zh-CN" sz="2800" b="0" i="1" dirty="0">
                <a:solidFill>
                  <a:srgbClr val="FF0000"/>
                </a:solidFill>
                <a:ea typeface="仿宋_GB2312" pitchFamily="49" charset="-122"/>
              </a:rPr>
              <a:t>n</a:t>
            </a:r>
            <a:r>
              <a:rPr kumimoji="1" lang="en-US" altLang="zh-CN" sz="2800" b="0" dirty="0">
                <a:solidFill>
                  <a:srgbClr val="FF0000"/>
                </a:solidFill>
                <a:latin typeface="楷体_GB2312" pitchFamily="49" charset="-122"/>
              </a:rPr>
              <a:t>-</a:t>
            </a:r>
            <a:r>
              <a:rPr kumimoji="1" lang="en-US" altLang="zh-CN" sz="2800" b="0" dirty="0">
                <a:solidFill>
                  <a:srgbClr val="FF0000"/>
                </a:solidFill>
                <a:ea typeface="仿宋_GB2312" pitchFamily="49" charset="-122"/>
              </a:rPr>
              <a:t>2) + </a:t>
            </a:r>
            <a:r>
              <a:rPr kumimoji="1" lang="en-US" altLang="zh-CN" sz="2800" b="0" dirty="0">
                <a:solidFill>
                  <a:srgbClr val="FF0000"/>
                </a:solidFill>
                <a:ea typeface="仿宋_GB2312" pitchFamily="49" charset="-122"/>
                <a:sym typeface="Wingdings" panose="05000000000000000000" pitchFamily="2" charset="2"/>
              </a:rPr>
              <a:t></a:t>
            </a:r>
            <a:r>
              <a:rPr kumimoji="1" lang="en-US" altLang="zh-CN" sz="2800" b="0" dirty="0">
                <a:solidFill>
                  <a:srgbClr val="FF0000"/>
                </a:solidFill>
                <a:ea typeface="仿宋_GB2312" pitchFamily="49" charset="-122"/>
              </a:rPr>
              <a:t> + (</a:t>
            </a:r>
            <a:r>
              <a:rPr kumimoji="1" lang="en-US" altLang="zh-CN" sz="2800" b="0" i="1" dirty="0">
                <a:solidFill>
                  <a:srgbClr val="FF0000"/>
                </a:solidFill>
                <a:ea typeface="仿宋_GB2312" pitchFamily="49" charset="-122"/>
              </a:rPr>
              <a:t>n</a:t>
            </a:r>
            <a:r>
              <a:rPr kumimoji="1" lang="en-US" altLang="zh-CN" sz="2800" b="0" dirty="0">
                <a:solidFill>
                  <a:srgbClr val="FF0000"/>
                </a:solidFill>
                <a:latin typeface="楷体_GB2312" pitchFamily="49" charset="-122"/>
              </a:rPr>
              <a:t>-</a:t>
            </a:r>
            <a:r>
              <a:rPr kumimoji="1" lang="en-US" altLang="zh-CN" sz="2800" b="0" i="1" dirty="0">
                <a:solidFill>
                  <a:srgbClr val="FF0000"/>
                </a:solidFill>
                <a:ea typeface="仿宋_GB2312" pitchFamily="49" charset="-122"/>
              </a:rPr>
              <a:t>i</a:t>
            </a:r>
            <a:r>
              <a:rPr kumimoji="1" lang="en-US" altLang="zh-CN" sz="2800" b="0" dirty="0">
                <a:solidFill>
                  <a:srgbClr val="FF0000"/>
                </a:solidFill>
                <a:ea typeface="仿宋_GB2312" pitchFamily="49" charset="-122"/>
              </a:rPr>
              <a:t>+1) + </a:t>
            </a:r>
            <a:r>
              <a:rPr kumimoji="1" lang="en-US" altLang="zh-CN" sz="2800" b="0" i="1" dirty="0">
                <a:solidFill>
                  <a:srgbClr val="FF0000"/>
                </a:solidFill>
                <a:ea typeface="仿宋_GB2312" pitchFamily="49" charset="-122"/>
              </a:rPr>
              <a:t>j</a:t>
            </a:r>
            <a:r>
              <a:rPr kumimoji="1" lang="en-US" altLang="zh-CN" sz="2800" b="0" dirty="0">
                <a:solidFill>
                  <a:srgbClr val="FF0000"/>
                </a:solidFill>
                <a:latin typeface="楷体_GB2312" pitchFamily="49" charset="-122"/>
              </a:rPr>
              <a:t>-</a:t>
            </a:r>
            <a:r>
              <a:rPr kumimoji="1" lang="en-US" altLang="zh-CN" sz="2800" b="0" i="1" dirty="0" err="1">
                <a:solidFill>
                  <a:srgbClr val="FF0000"/>
                </a:solidFill>
                <a:ea typeface="仿宋_GB2312" pitchFamily="49" charset="-122"/>
              </a:rPr>
              <a:t>i</a:t>
            </a:r>
            <a:endParaRPr kumimoji="1" lang="en-US" altLang="zh-CN" sz="2800" b="0" dirty="0">
              <a:solidFill>
                <a:srgbClr val="FF0000"/>
              </a:solidFill>
              <a:ea typeface="仿宋_GB2312" pitchFamily="49" charset="-122"/>
            </a:endParaRPr>
          </a:p>
        </p:txBody>
      </p:sp>
      <p:sp>
        <p:nvSpPr>
          <p:cNvPr id="46" name="AutoShape 22">
            <a:extLst>
              <a:ext uri="{FF2B5EF4-FFF2-40B4-BE49-F238E27FC236}">
                <a16:creationId xmlns:a16="http://schemas.microsoft.com/office/drawing/2014/main" id="{B71A8CC6-CC51-4856-8C17-208B5DA2DF7B}"/>
              </a:ext>
            </a:extLst>
          </p:cNvPr>
          <p:cNvSpPr>
            <a:spLocks/>
          </p:cNvSpPr>
          <p:nvPr/>
        </p:nvSpPr>
        <p:spPr bwMode="auto">
          <a:xfrm rot="16200000">
            <a:off x="4123989" y="3915932"/>
            <a:ext cx="99741" cy="4684712"/>
          </a:xfrm>
          <a:prstGeom prst="leftBrace">
            <a:avLst>
              <a:gd name="adj1" fmla="val 630550"/>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kumimoji="1" lang="zh-CN" altLang="zh-CN" b="0">
              <a:solidFill>
                <a:srgbClr val="000099"/>
              </a:solidFill>
              <a:ea typeface="宋体" panose="02010600030101010101" pitchFamily="2" charset="-122"/>
            </a:endParaRPr>
          </a:p>
        </p:txBody>
      </p:sp>
      <p:sp>
        <p:nvSpPr>
          <p:cNvPr id="47" name="Text Box 23">
            <a:extLst>
              <a:ext uri="{FF2B5EF4-FFF2-40B4-BE49-F238E27FC236}">
                <a16:creationId xmlns:a16="http://schemas.microsoft.com/office/drawing/2014/main" id="{272F5DF6-5FA8-414D-9667-ADC5EC3B1D47}"/>
              </a:ext>
            </a:extLst>
          </p:cNvPr>
          <p:cNvSpPr txBox="1">
            <a:spLocks noChangeArrowheads="1"/>
          </p:cNvSpPr>
          <p:nvPr/>
        </p:nvSpPr>
        <p:spPr bwMode="auto">
          <a:xfrm>
            <a:off x="2483767" y="6351711"/>
            <a:ext cx="666965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zh-CN" altLang="en-US" b="0" dirty="0">
                <a:solidFill>
                  <a:srgbClr val="0000FF"/>
                </a:solidFill>
                <a:latin typeface="+mn-ea"/>
                <a:ea typeface="+mn-ea"/>
              </a:rPr>
              <a:t>前 </a:t>
            </a:r>
            <a:r>
              <a:rPr kumimoji="1" lang="en-US" altLang="zh-CN" b="0" i="1" dirty="0" err="1">
                <a:solidFill>
                  <a:srgbClr val="0000FF"/>
                </a:solidFill>
                <a:latin typeface="+mn-lt"/>
                <a:ea typeface="+mn-ea"/>
              </a:rPr>
              <a:t>i</a:t>
            </a:r>
            <a:r>
              <a:rPr kumimoji="1" lang="en-US" altLang="zh-CN" b="0" i="1" dirty="0">
                <a:solidFill>
                  <a:srgbClr val="0000FF"/>
                </a:solidFill>
                <a:latin typeface="+mn-lt"/>
                <a:ea typeface="+mn-ea"/>
              </a:rPr>
              <a:t> </a:t>
            </a:r>
            <a:r>
              <a:rPr kumimoji="1" lang="zh-CN" altLang="en-US" b="0" dirty="0">
                <a:solidFill>
                  <a:srgbClr val="0000FF"/>
                </a:solidFill>
                <a:latin typeface="+mn-ea"/>
                <a:ea typeface="+mn-ea"/>
              </a:rPr>
              <a:t>行</a:t>
            </a:r>
            <a:r>
              <a:rPr kumimoji="1" lang="zh-CN" altLang="en-US" b="0" dirty="0">
                <a:latin typeface="+mn-ea"/>
                <a:ea typeface="+mn-ea"/>
              </a:rPr>
              <a:t>元素总数     </a:t>
            </a:r>
            <a:r>
              <a:rPr kumimoji="1" lang="zh-CN" altLang="en-US" b="0" dirty="0">
                <a:solidFill>
                  <a:srgbClr val="0000FF"/>
                </a:solidFill>
                <a:latin typeface="+mn-ea"/>
                <a:ea typeface="+mn-ea"/>
              </a:rPr>
              <a:t>第</a:t>
            </a:r>
            <a:r>
              <a:rPr kumimoji="1" lang="en-US" altLang="zh-CN" b="0" i="1" dirty="0">
                <a:solidFill>
                  <a:srgbClr val="0000FF"/>
                </a:solidFill>
                <a:latin typeface="+mn-lt"/>
                <a:ea typeface="+mn-ea"/>
              </a:rPr>
              <a:t>i+1</a:t>
            </a:r>
            <a:r>
              <a:rPr kumimoji="1" lang="zh-CN" altLang="en-US" b="0" dirty="0">
                <a:solidFill>
                  <a:srgbClr val="0000FF"/>
                </a:solidFill>
                <a:latin typeface="+mn-ea"/>
                <a:ea typeface="+mn-ea"/>
              </a:rPr>
              <a:t>行第</a:t>
            </a:r>
            <a:r>
              <a:rPr kumimoji="1" lang="en-US" altLang="zh-CN" b="0" i="1" dirty="0">
                <a:solidFill>
                  <a:srgbClr val="0000FF"/>
                </a:solidFill>
                <a:latin typeface="+mn-lt"/>
                <a:ea typeface="+mn-ea"/>
              </a:rPr>
              <a:t>j</a:t>
            </a:r>
            <a:r>
              <a:rPr kumimoji="1" lang="zh-CN" altLang="en-US" b="0" dirty="0">
                <a:solidFill>
                  <a:srgbClr val="0000FF"/>
                </a:solidFill>
                <a:latin typeface="+mn-ea"/>
                <a:ea typeface="+mn-ea"/>
              </a:rPr>
              <a:t>个</a:t>
            </a:r>
            <a:r>
              <a:rPr kumimoji="1" lang="zh-CN" altLang="en-US" b="0" dirty="0">
                <a:latin typeface="+mn-ea"/>
                <a:ea typeface="+mn-ea"/>
              </a:rPr>
              <a:t>元素前元素个数</a:t>
            </a:r>
          </a:p>
        </p:txBody>
      </p:sp>
      <p:sp>
        <p:nvSpPr>
          <p:cNvPr id="48" name="AutoShape 24">
            <a:extLst>
              <a:ext uri="{FF2B5EF4-FFF2-40B4-BE49-F238E27FC236}">
                <a16:creationId xmlns:a16="http://schemas.microsoft.com/office/drawing/2014/main" id="{5712DD69-F9B0-4987-ABFD-5A4FDFB8801E}"/>
              </a:ext>
            </a:extLst>
          </p:cNvPr>
          <p:cNvSpPr>
            <a:spLocks/>
          </p:cNvSpPr>
          <p:nvPr/>
        </p:nvSpPr>
        <p:spPr bwMode="auto">
          <a:xfrm rot="16200000">
            <a:off x="6982673" y="5986936"/>
            <a:ext cx="76200" cy="501650"/>
          </a:xfrm>
          <a:prstGeom prst="leftBrace">
            <a:avLst>
              <a:gd name="adj1" fmla="val 54861"/>
              <a:gd name="adj2" fmla="val 50000"/>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kumimoji="1" lang="zh-CN" altLang="zh-CN" b="0">
              <a:solidFill>
                <a:srgbClr val="000099"/>
              </a:solidFill>
              <a:ea typeface="宋体" panose="02010600030101010101" pitchFamily="2" charset="-122"/>
            </a:endParaRPr>
          </a:p>
        </p:txBody>
      </p:sp>
      <p:sp>
        <p:nvSpPr>
          <p:cNvPr id="49" name="AutoShape 25">
            <a:extLst>
              <a:ext uri="{FF2B5EF4-FFF2-40B4-BE49-F238E27FC236}">
                <a16:creationId xmlns:a16="http://schemas.microsoft.com/office/drawing/2014/main" id="{5D0F9AF7-2910-4CDF-961C-4BFC1A9C8F0A}"/>
              </a:ext>
            </a:extLst>
          </p:cNvPr>
          <p:cNvSpPr>
            <a:spLocks noChangeArrowheads="1"/>
          </p:cNvSpPr>
          <p:nvPr/>
        </p:nvSpPr>
        <p:spPr bwMode="auto">
          <a:xfrm>
            <a:off x="6539740" y="4653136"/>
            <a:ext cx="219075" cy="381000"/>
          </a:xfrm>
          <a:prstGeom prst="triangle">
            <a:avLst>
              <a:gd name="adj" fmla="val 50000"/>
            </a:avLst>
          </a:prstGeom>
          <a:solidFill>
            <a:srgbClr val="FF0000"/>
          </a:solidFill>
          <a:ln w="9525">
            <a:solidFill>
              <a:srgbClr val="FF33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50" name="Text Box 26">
            <a:extLst>
              <a:ext uri="{FF2B5EF4-FFF2-40B4-BE49-F238E27FC236}">
                <a16:creationId xmlns:a16="http://schemas.microsoft.com/office/drawing/2014/main" id="{3CEB93C4-652B-4760-A9D7-8613EA921DA7}"/>
              </a:ext>
            </a:extLst>
          </p:cNvPr>
          <p:cNvSpPr txBox="1">
            <a:spLocks noChangeArrowheads="1"/>
          </p:cNvSpPr>
          <p:nvPr/>
        </p:nvSpPr>
        <p:spPr bwMode="auto">
          <a:xfrm>
            <a:off x="395535" y="893763"/>
            <a:ext cx="24018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kumimoji="1" lang="zh-CN" altLang="en-US" sz="3200" dirty="0">
                <a:solidFill>
                  <a:srgbClr val="000099"/>
                </a:solidFill>
                <a:latin typeface="隶书" panose="02010509060101010101" pitchFamily="49" charset="-122"/>
                <a:ea typeface="隶书" panose="02010509060101010101" pitchFamily="49" charset="-122"/>
              </a:rPr>
              <a:t>以</a:t>
            </a:r>
            <a:r>
              <a:rPr kumimoji="1" lang="en-US" altLang="zh-CN" sz="3200" i="1" dirty="0">
                <a:solidFill>
                  <a:srgbClr val="000099"/>
                </a:solidFill>
                <a:ea typeface="宋体" panose="02010600030101010101" pitchFamily="2" charset="-122"/>
              </a:rPr>
              <a:t>n</a:t>
            </a:r>
            <a:r>
              <a:rPr kumimoji="1" lang="en-US" altLang="zh-CN" sz="3200" dirty="0">
                <a:solidFill>
                  <a:srgbClr val="000099"/>
                </a:solidFill>
                <a:ea typeface="宋体" panose="02010600030101010101" pitchFamily="2" charset="-122"/>
              </a:rPr>
              <a:t> = 4</a:t>
            </a:r>
            <a:r>
              <a:rPr kumimoji="1" lang="zh-CN" altLang="en-US" sz="3200" b="0" dirty="0">
                <a:solidFill>
                  <a:srgbClr val="000099"/>
                </a:solidFill>
                <a:ea typeface="隶书" panose="02010509060101010101" pitchFamily="49" charset="-122"/>
              </a:rPr>
              <a:t>为例</a:t>
            </a:r>
          </a:p>
        </p:txBody>
      </p:sp>
    </p:spTree>
    <p:extLst>
      <p:ext uri="{BB962C8B-B14F-4D97-AF65-F5344CB8AC3E}">
        <p14:creationId xmlns:p14="http://schemas.microsoft.com/office/powerpoint/2010/main" val="3491457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BDAA8D-DC04-46E0-87E5-AE3561B16FD4}"/>
              </a:ext>
            </a:extLst>
          </p:cNvPr>
          <p:cNvSpPr>
            <a:spLocks noGrp="1"/>
          </p:cNvSpPr>
          <p:nvPr>
            <p:ph type="title"/>
          </p:nvPr>
        </p:nvSpPr>
        <p:spPr/>
        <p:txBody>
          <a:bodyPr/>
          <a:lstStyle/>
          <a:p>
            <a:r>
              <a:rPr lang="zh-CN" altLang="en-US" dirty="0"/>
              <a:t>上三角矩阵的压缩存储</a:t>
            </a:r>
          </a:p>
        </p:txBody>
      </p:sp>
      <p:sp>
        <p:nvSpPr>
          <p:cNvPr id="3" name="内容占位符 2">
            <a:extLst>
              <a:ext uri="{FF2B5EF4-FFF2-40B4-BE49-F238E27FC236}">
                <a16:creationId xmlns:a16="http://schemas.microsoft.com/office/drawing/2014/main" id="{C55BD573-80BA-44AB-9ADF-20E77AC4B74F}"/>
              </a:ext>
            </a:extLst>
          </p:cNvPr>
          <p:cNvSpPr>
            <a:spLocks noGrp="1"/>
          </p:cNvSpPr>
          <p:nvPr>
            <p:ph idx="1"/>
          </p:nvPr>
        </p:nvSpPr>
        <p:spPr>
          <a:xfrm>
            <a:off x="179512" y="727075"/>
            <a:ext cx="8784976" cy="5861050"/>
          </a:xfrm>
        </p:spPr>
        <p:txBody>
          <a:bodyPr/>
          <a:lstStyle/>
          <a:p>
            <a:pPr>
              <a:buClr>
                <a:srgbClr val="990099"/>
              </a:buClr>
              <a:buSzPct val="50000"/>
              <a:buFont typeface="Wingdings" panose="05000000000000000000" pitchFamily="2" charset="2"/>
              <a:buChar char="n"/>
            </a:pPr>
            <a:r>
              <a:rPr kumimoji="1" lang="zh-CN" altLang="en-US" sz="2800" dirty="0">
                <a:latin typeface="+mn-ea"/>
                <a:ea typeface="+mn-ea"/>
              </a:rPr>
              <a:t>此时，数组元素</a:t>
            </a:r>
            <a:r>
              <a:rPr kumimoji="1" lang="zh-CN" altLang="en-US" sz="2800" dirty="0">
                <a:ea typeface="+mn-ea"/>
              </a:rPr>
              <a:t> </a:t>
            </a:r>
            <a:r>
              <a:rPr kumimoji="1" lang="en-US" altLang="zh-CN" sz="2800" dirty="0">
                <a:ea typeface="+mn-ea"/>
              </a:rPr>
              <a:t>A[</a:t>
            </a:r>
            <a:r>
              <a:rPr kumimoji="1" lang="en-US" altLang="zh-CN" sz="2800" i="1" dirty="0" err="1">
                <a:ea typeface="+mn-ea"/>
              </a:rPr>
              <a:t>i</a:t>
            </a:r>
            <a:r>
              <a:rPr kumimoji="1" lang="en-US" altLang="zh-CN" sz="2800" dirty="0">
                <a:ea typeface="+mn-ea"/>
              </a:rPr>
              <a:t>][</a:t>
            </a:r>
            <a:r>
              <a:rPr kumimoji="1" lang="en-US" altLang="zh-CN" sz="2800" i="1" dirty="0">
                <a:ea typeface="+mn-ea"/>
              </a:rPr>
              <a:t>j</a:t>
            </a:r>
            <a:r>
              <a:rPr kumimoji="1" lang="en-US" altLang="zh-CN" sz="2800" dirty="0">
                <a:ea typeface="+mn-ea"/>
              </a:rPr>
              <a:t>] </a:t>
            </a:r>
            <a:r>
              <a:rPr kumimoji="1" lang="zh-CN" altLang="en-US" sz="2800" dirty="0">
                <a:latin typeface="+mn-ea"/>
                <a:ea typeface="+mn-ea"/>
              </a:rPr>
              <a:t>在数组 </a:t>
            </a:r>
            <a:r>
              <a:rPr kumimoji="1" lang="en-US" altLang="zh-CN" sz="2800" dirty="0">
                <a:ea typeface="+mn-ea"/>
              </a:rPr>
              <a:t>B </a:t>
            </a:r>
            <a:r>
              <a:rPr kumimoji="1" lang="zh-CN" altLang="en-US" sz="2800" dirty="0">
                <a:latin typeface="+mn-ea"/>
                <a:ea typeface="+mn-ea"/>
              </a:rPr>
              <a:t>中的存放位置 </a:t>
            </a:r>
            <a:r>
              <a:rPr kumimoji="1" lang="en-US" altLang="zh-CN" sz="2800" i="1" dirty="0">
                <a:ea typeface="+mn-ea"/>
              </a:rPr>
              <a:t>k</a:t>
            </a:r>
            <a:r>
              <a:rPr kumimoji="1" lang="en-US" altLang="zh-CN" sz="2800" dirty="0">
                <a:latin typeface="+mn-ea"/>
                <a:ea typeface="+mn-ea"/>
              </a:rPr>
              <a:t> </a:t>
            </a:r>
            <a:r>
              <a:rPr kumimoji="1" lang="zh-CN" altLang="en-US" sz="2800" dirty="0">
                <a:latin typeface="+mn-ea"/>
                <a:ea typeface="+mn-ea"/>
              </a:rPr>
              <a:t>为</a:t>
            </a:r>
          </a:p>
          <a:p>
            <a:pPr>
              <a:buClr>
                <a:srgbClr val="990099"/>
              </a:buClr>
              <a:buSzPct val="50000"/>
              <a:buFont typeface="Wingdings" panose="05000000000000000000" pitchFamily="2" charset="2"/>
              <a:buNone/>
            </a:pPr>
            <a:r>
              <a:rPr kumimoji="1" lang="zh-CN" altLang="en-US" sz="2800" dirty="0">
                <a:solidFill>
                  <a:srgbClr val="FF0000"/>
                </a:solidFill>
                <a:ea typeface="+mn-ea"/>
              </a:rPr>
              <a:t>       </a:t>
            </a:r>
            <a:r>
              <a:rPr kumimoji="1" lang="en-US" altLang="zh-CN" sz="2800" i="1" dirty="0">
                <a:solidFill>
                  <a:srgbClr val="FF0000"/>
                </a:solidFill>
                <a:ea typeface="+mn-ea"/>
              </a:rPr>
              <a:t>n</a:t>
            </a:r>
            <a:r>
              <a:rPr kumimoji="1" lang="en-US" altLang="zh-CN" sz="2800" dirty="0">
                <a:solidFill>
                  <a:srgbClr val="FF0000"/>
                </a:solidFill>
                <a:ea typeface="+mn-ea"/>
              </a:rPr>
              <a:t> + (</a:t>
            </a:r>
            <a:r>
              <a:rPr kumimoji="1" lang="en-US" altLang="zh-CN" sz="2800" i="1" dirty="0">
                <a:solidFill>
                  <a:srgbClr val="FF0000"/>
                </a:solidFill>
                <a:ea typeface="+mn-ea"/>
              </a:rPr>
              <a:t>n</a:t>
            </a:r>
            <a:r>
              <a:rPr kumimoji="1" lang="en-US" altLang="zh-CN" sz="2800" dirty="0">
                <a:solidFill>
                  <a:srgbClr val="FF0000"/>
                </a:solidFill>
                <a:ea typeface="+mn-ea"/>
              </a:rPr>
              <a:t>-1) + (</a:t>
            </a:r>
            <a:r>
              <a:rPr kumimoji="1" lang="en-US" altLang="zh-CN" sz="2800" i="1" dirty="0">
                <a:solidFill>
                  <a:srgbClr val="FF0000"/>
                </a:solidFill>
                <a:ea typeface="+mn-ea"/>
              </a:rPr>
              <a:t>n</a:t>
            </a:r>
            <a:r>
              <a:rPr kumimoji="1" lang="en-US" altLang="zh-CN" sz="2800" dirty="0">
                <a:solidFill>
                  <a:srgbClr val="FF0000"/>
                </a:solidFill>
                <a:ea typeface="+mn-ea"/>
              </a:rPr>
              <a:t>-2) + </a:t>
            </a:r>
            <a:r>
              <a:rPr kumimoji="1" lang="en-US" altLang="zh-CN" sz="2800" dirty="0">
                <a:solidFill>
                  <a:srgbClr val="FF0000"/>
                </a:solidFill>
                <a:ea typeface="+mn-ea"/>
                <a:sym typeface="Wingdings" panose="05000000000000000000" pitchFamily="2" charset="2"/>
              </a:rPr>
              <a:t></a:t>
            </a:r>
            <a:r>
              <a:rPr kumimoji="1" lang="en-US" altLang="zh-CN" sz="2800" dirty="0">
                <a:solidFill>
                  <a:srgbClr val="FF0000"/>
                </a:solidFill>
                <a:ea typeface="+mn-ea"/>
              </a:rPr>
              <a:t> + (</a:t>
            </a:r>
            <a:r>
              <a:rPr kumimoji="1" lang="en-US" altLang="zh-CN" sz="2800" i="1" dirty="0">
                <a:solidFill>
                  <a:srgbClr val="FF0000"/>
                </a:solidFill>
                <a:ea typeface="+mn-ea"/>
              </a:rPr>
              <a:t>n</a:t>
            </a:r>
            <a:r>
              <a:rPr kumimoji="1" lang="en-US" altLang="zh-CN" sz="2800" dirty="0">
                <a:solidFill>
                  <a:srgbClr val="FF0000"/>
                </a:solidFill>
                <a:ea typeface="+mn-ea"/>
              </a:rPr>
              <a:t>-</a:t>
            </a:r>
            <a:r>
              <a:rPr kumimoji="1" lang="en-US" altLang="zh-CN" sz="2800" i="1" dirty="0">
                <a:solidFill>
                  <a:srgbClr val="FF0000"/>
                </a:solidFill>
                <a:ea typeface="+mn-ea"/>
              </a:rPr>
              <a:t>i</a:t>
            </a:r>
            <a:r>
              <a:rPr kumimoji="1" lang="en-US" altLang="zh-CN" sz="2800" dirty="0">
                <a:solidFill>
                  <a:srgbClr val="FF0000"/>
                </a:solidFill>
                <a:ea typeface="+mn-ea"/>
              </a:rPr>
              <a:t>+1) + </a:t>
            </a:r>
            <a:r>
              <a:rPr kumimoji="1" lang="en-US" altLang="zh-CN" sz="2800" i="1" dirty="0">
                <a:solidFill>
                  <a:srgbClr val="FF0000"/>
                </a:solidFill>
                <a:ea typeface="+mn-ea"/>
              </a:rPr>
              <a:t>j</a:t>
            </a:r>
            <a:r>
              <a:rPr kumimoji="1" lang="en-US" altLang="zh-CN" sz="2800" dirty="0">
                <a:solidFill>
                  <a:srgbClr val="FF0000"/>
                </a:solidFill>
                <a:ea typeface="+mn-ea"/>
              </a:rPr>
              <a:t>-</a:t>
            </a:r>
            <a:r>
              <a:rPr kumimoji="1" lang="en-US" altLang="zh-CN" sz="2800" i="1" dirty="0" err="1">
                <a:solidFill>
                  <a:srgbClr val="FF0000"/>
                </a:solidFill>
                <a:ea typeface="+mn-ea"/>
              </a:rPr>
              <a:t>i</a:t>
            </a:r>
            <a:r>
              <a:rPr kumimoji="1" lang="en-US" altLang="zh-CN" sz="2800" dirty="0">
                <a:solidFill>
                  <a:srgbClr val="FF0000"/>
                </a:solidFill>
                <a:ea typeface="+mn-ea"/>
              </a:rPr>
              <a:t> =</a:t>
            </a:r>
          </a:p>
          <a:p>
            <a:pPr>
              <a:buClr>
                <a:srgbClr val="990099"/>
              </a:buClr>
              <a:buSzPct val="50000"/>
              <a:buFont typeface="Wingdings" panose="05000000000000000000" pitchFamily="2" charset="2"/>
              <a:buNone/>
            </a:pPr>
            <a:r>
              <a:rPr kumimoji="1" lang="en-US" altLang="zh-CN" sz="2800" dirty="0">
                <a:solidFill>
                  <a:srgbClr val="FF0000"/>
                </a:solidFill>
                <a:ea typeface="+mn-ea"/>
              </a:rPr>
              <a:t>       = (2*</a:t>
            </a:r>
            <a:r>
              <a:rPr kumimoji="1" lang="en-US" altLang="zh-CN" sz="2800" i="1" dirty="0">
                <a:solidFill>
                  <a:srgbClr val="FF0000"/>
                </a:solidFill>
                <a:ea typeface="+mn-ea"/>
              </a:rPr>
              <a:t>n</a:t>
            </a:r>
            <a:r>
              <a:rPr kumimoji="1" lang="en-US" altLang="zh-CN" sz="2800" dirty="0">
                <a:solidFill>
                  <a:srgbClr val="FF0000"/>
                </a:solidFill>
                <a:ea typeface="+mn-ea"/>
              </a:rPr>
              <a:t>-</a:t>
            </a:r>
            <a:r>
              <a:rPr kumimoji="1" lang="en-US" altLang="zh-CN" sz="2800" i="1" dirty="0">
                <a:solidFill>
                  <a:srgbClr val="FF0000"/>
                </a:solidFill>
                <a:ea typeface="+mn-ea"/>
              </a:rPr>
              <a:t>i</a:t>
            </a:r>
            <a:r>
              <a:rPr kumimoji="1" lang="en-US" altLang="zh-CN" sz="2800" dirty="0">
                <a:solidFill>
                  <a:srgbClr val="FF0000"/>
                </a:solidFill>
                <a:ea typeface="+mn-ea"/>
              </a:rPr>
              <a:t>+1) * </a:t>
            </a:r>
            <a:r>
              <a:rPr kumimoji="1" lang="en-US" altLang="zh-CN" sz="2800" i="1" dirty="0" err="1">
                <a:solidFill>
                  <a:srgbClr val="FF0000"/>
                </a:solidFill>
                <a:ea typeface="+mn-ea"/>
              </a:rPr>
              <a:t>i</a:t>
            </a:r>
            <a:r>
              <a:rPr kumimoji="1" lang="en-US" altLang="zh-CN" sz="2800" dirty="0">
                <a:solidFill>
                  <a:srgbClr val="FF0000"/>
                </a:solidFill>
                <a:ea typeface="+mn-ea"/>
              </a:rPr>
              <a:t> / 2 + </a:t>
            </a:r>
            <a:r>
              <a:rPr kumimoji="1" lang="en-US" altLang="zh-CN" sz="2800" i="1" dirty="0">
                <a:solidFill>
                  <a:srgbClr val="FF0000"/>
                </a:solidFill>
                <a:ea typeface="+mn-ea"/>
              </a:rPr>
              <a:t>j</a:t>
            </a:r>
            <a:r>
              <a:rPr kumimoji="1" lang="en-US" altLang="zh-CN" sz="2800" dirty="0">
                <a:solidFill>
                  <a:srgbClr val="FF0000"/>
                </a:solidFill>
                <a:ea typeface="+mn-ea"/>
              </a:rPr>
              <a:t>-</a:t>
            </a:r>
            <a:r>
              <a:rPr kumimoji="1" lang="en-US" altLang="zh-CN" sz="2800" i="1" dirty="0" err="1">
                <a:solidFill>
                  <a:srgbClr val="FF0000"/>
                </a:solidFill>
                <a:ea typeface="+mn-ea"/>
              </a:rPr>
              <a:t>i</a:t>
            </a:r>
            <a:endParaRPr kumimoji="1" lang="en-US" altLang="zh-CN" sz="2800" dirty="0">
              <a:solidFill>
                <a:srgbClr val="FF0000"/>
              </a:solidFill>
              <a:ea typeface="+mn-ea"/>
            </a:endParaRPr>
          </a:p>
          <a:p>
            <a:pPr>
              <a:buClr>
                <a:srgbClr val="990099"/>
              </a:buClr>
              <a:buSzPct val="50000"/>
              <a:buFont typeface="Wingdings" panose="05000000000000000000" pitchFamily="2" charset="2"/>
              <a:buNone/>
            </a:pPr>
            <a:r>
              <a:rPr kumimoji="1" lang="en-US" altLang="zh-CN" sz="2800" dirty="0">
                <a:solidFill>
                  <a:srgbClr val="FF0000"/>
                </a:solidFill>
                <a:ea typeface="+mn-ea"/>
              </a:rPr>
              <a:t>       = </a:t>
            </a:r>
            <a:r>
              <a:rPr kumimoji="1" lang="en-US" altLang="zh-CN" sz="2800" b="1" dirty="0">
                <a:solidFill>
                  <a:srgbClr val="FF0000"/>
                </a:solidFill>
                <a:ea typeface="+mn-ea"/>
              </a:rPr>
              <a:t>(2*</a:t>
            </a:r>
            <a:r>
              <a:rPr kumimoji="1" lang="en-US" altLang="zh-CN" sz="2800" b="1" i="1" dirty="0">
                <a:solidFill>
                  <a:srgbClr val="FF0000"/>
                </a:solidFill>
                <a:ea typeface="+mn-ea"/>
              </a:rPr>
              <a:t>n</a:t>
            </a:r>
            <a:r>
              <a:rPr kumimoji="1" lang="en-US" altLang="zh-CN" sz="2800" b="1" dirty="0">
                <a:solidFill>
                  <a:srgbClr val="FF0000"/>
                </a:solidFill>
                <a:ea typeface="+mn-ea"/>
              </a:rPr>
              <a:t>-</a:t>
            </a:r>
            <a:r>
              <a:rPr kumimoji="1" lang="en-US" altLang="zh-CN" sz="2800" b="1" i="1" dirty="0">
                <a:solidFill>
                  <a:srgbClr val="FF0000"/>
                </a:solidFill>
                <a:ea typeface="+mn-ea"/>
              </a:rPr>
              <a:t>i</a:t>
            </a:r>
            <a:r>
              <a:rPr kumimoji="1" lang="en-US" altLang="zh-CN" sz="2800" b="1" dirty="0">
                <a:solidFill>
                  <a:srgbClr val="FF0000"/>
                </a:solidFill>
                <a:ea typeface="+mn-ea"/>
              </a:rPr>
              <a:t>-1) * </a:t>
            </a:r>
            <a:r>
              <a:rPr kumimoji="1" lang="en-US" altLang="zh-CN" sz="2800" b="1" i="1" dirty="0" err="1">
                <a:solidFill>
                  <a:srgbClr val="FF0000"/>
                </a:solidFill>
                <a:ea typeface="+mn-ea"/>
              </a:rPr>
              <a:t>i</a:t>
            </a:r>
            <a:r>
              <a:rPr kumimoji="1" lang="en-US" altLang="zh-CN" sz="2800" b="1" dirty="0">
                <a:solidFill>
                  <a:srgbClr val="FF0000"/>
                </a:solidFill>
                <a:ea typeface="+mn-ea"/>
              </a:rPr>
              <a:t> / 2 + </a:t>
            </a:r>
            <a:r>
              <a:rPr kumimoji="1" lang="en-US" altLang="zh-CN" sz="2800" b="1" i="1" dirty="0">
                <a:solidFill>
                  <a:srgbClr val="FF0000"/>
                </a:solidFill>
                <a:ea typeface="+mn-ea"/>
              </a:rPr>
              <a:t>j</a:t>
            </a:r>
          </a:p>
          <a:p>
            <a:pPr>
              <a:buClr>
                <a:srgbClr val="990099"/>
              </a:buClr>
              <a:buSzPct val="50000"/>
              <a:buFont typeface="Wingdings" panose="05000000000000000000" pitchFamily="2" charset="2"/>
              <a:buChar char="n"/>
            </a:pPr>
            <a:r>
              <a:rPr kumimoji="1" lang="zh-CN" altLang="en-US" sz="2800" dirty="0">
                <a:latin typeface="+mn-ea"/>
                <a:ea typeface="+mn-ea"/>
              </a:rPr>
              <a:t>若 </a:t>
            </a:r>
            <a:r>
              <a:rPr kumimoji="1" lang="en-US" altLang="zh-CN" sz="2800" b="1" i="1" dirty="0" err="1">
                <a:solidFill>
                  <a:srgbClr val="0000FF"/>
                </a:solidFill>
                <a:ea typeface="+mn-ea"/>
              </a:rPr>
              <a:t>i</a:t>
            </a:r>
            <a:r>
              <a:rPr kumimoji="1" lang="en-US" altLang="zh-CN" sz="2800" b="1" dirty="0">
                <a:solidFill>
                  <a:srgbClr val="0000FF"/>
                </a:solidFill>
                <a:ea typeface="+mn-ea"/>
              </a:rPr>
              <a:t> &gt;</a:t>
            </a:r>
            <a:r>
              <a:rPr kumimoji="1" lang="en-US" altLang="zh-CN" sz="2800" b="1" i="1" dirty="0">
                <a:solidFill>
                  <a:srgbClr val="0000FF"/>
                </a:solidFill>
                <a:ea typeface="+mn-ea"/>
              </a:rPr>
              <a:t>j</a:t>
            </a:r>
            <a:r>
              <a:rPr kumimoji="1" lang="zh-CN" altLang="en-US" sz="2800" dirty="0">
                <a:latin typeface="+mn-ea"/>
                <a:ea typeface="+mn-ea"/>
              </a:rPr>
              <a:t>，数组元素 </a:t>
            </a:r>
            <a:r>
              <a:rPr kumimoji="1" lang="en-US" altLang="zh-CN" sz="2800" dirty="0">
                <a:ea typeface="+mn-ea"/>
              </a:rPr>
              <a:t>A[</a:t>
            </a:r>
            <a:r>
              <a:rPr kumimoji="1" lang="en-US" altLang="zh-CN" sz="2800" i="1" dirty="0" err="1">
                <a:ea typeface="+mn-ea"/>
              </a:rPr>
              <a:t>i</a:t>
            </a:r>
            <a:r>
              <a:rPr kumimoji="1" lang="en-US" altLang="zh-CN" sz="2800" dirty="0">
                <a:ea typeface="+mn-ea"/>
              </a:rPr>
              <a:t>][</a:t>
            </a:r>
            <a:r>
              <a:rPr kumimoji="1" lang="en-US" altLang="zh-CN" sz="2800" i="1" dirty="0">
                <a:ea typeface="+mn-ea"/>
              </a:rPr>
              <a:t>j</a:t>
            </a:r>
            <a:r>
              <a:rPr kumimoji="1" lang="en-US" altLang="zh-CN" sz="2800" dirty="0">
                <a:ea typeface="+mn-ea"/>
              </a:rPr>
              <a:t>] </a:t>
            </a:r>
            <a:r>
              <a:rPr kumimoji="1" lang="zh-CN" altLang="en-US" sz="2800" dirty="0">
                <a:latin typeface="+mn-ea"/>
                <a:ea typeface="+mn-ea"/>
              </a:rPr>
              <a:t>在矩阵的下三角部分，在数组 </a:t>
            </a:r>
            <a:r>
              <a:rPr kumimoji="1" lang="en-US" altLang="zh-CN" sz="2800" dirty="0">
                <a:ea typeface="+mn-ea"/>
              </a:rPr>
              <a:t>B</a:t>
            </a:r>
            <a:r>
              <a:rPr kumimoji="1" lang="en-US" altLang="zh-CN" sz="2800" dirty="0">
                <a:latin typeface="+mn-ea"/>
                <a:ea typeface="+mn-ea"/>
              </a:rPr>
              <a:t> </a:t>
            </a:r>
            <a:r>
              <a:rPr kumimoji="1" lang="zh-CN" altLang="en-US" sz="2800" dirty="0">
                <a:latin typeface="+mn-ea"/>
                <a:ea typeface="+mn-ea"/>
              </a:rPr>
              <a:t>中没有存放。因此，找它的对称元素 </a:t>
            </a:r>
            <a:r>
              <a:rPr kumimoji="1" lang="en-US" altLang="zh-CN" sz="2800" dirty="0">
                <a:solidFill>
                  <a:srgbClr val="0000FF"/>
                </a:solidFill>
                <a:ea typeface="+mn-ea"/>
              </a:rPr>
              <a:t>A[</a:t>
            </a:r>
            <a:r>
              <a:rPr kumimoji="1" lang="en-US" altLang="zh-CN" sz="2800" i="1" dirty="0">
                <a:solidFill>
                  <a:srgbClr val="0000FF"/>
                </a:solidFill>
                <a:ea typeface="+mn-ea"/>
              </a:rPr>
              <a:t>j</a:t>
            </a:r>
            <a:r>
              <a:rPr kumimoji="1" lang="en-US" altLang="zh-CN" sz="2800" dirty="0">
                <a:solidFill>
                  <a:srgbClr val="0000FF"/>
                </a:solidFill>
                <a:ea typeface="+mn-ea"/>
              </a:rPr>
              <a:t>][</a:t>
            </a:r>
            <a:r>
              <a:rPr kumimoji="1" lang="en-US" altLang="zh-CN" sz="2800" i="1" dirty="0" err="1">
                <a:solidFill>
                  <a:srgbClr val="0000FF"/>
                </a:solidFill>
                <a:ea typeface="+mn-ea"/>
              </a:rPr>
              <a:t>i</a:t>
            </a:r>
            <a:r>
              <a:rPr kumimoji="1" lang="en-US" altLang="zh-CN" sz="2800" dirty="0">
                <a:solidFill>
                  <a:srgbClr val="0000FF"/>
                </a:solidFill>
                <a:ea typeface="+mn-ea"/>
              </a:rPr>
              <a:t>]</a:t>
            </a:r>
            <a:r>
              <a:rPr kumimoji="1" lang="zh-CN" altLang="en-US" sz="2800" dirty="0">
                <a:latin typeface="+mn-ea"/>
                <a:ea typeface="+mn-ea"/>
              </a:rPr>
              <a:t>。</a:t>
            </a:r>
            <a:r>
              <a:rPr kumimoji="1" lang="en-US" altLang="zh-CN" sz="2800" dirty="0">
                <a:ea typeface="+mn-ea"/>
              </a:rPr>
              <a:t>A[</a:t>
            </a:r>
            <a:r>
              <a:rPr kumimoji="1" lang="en-US" altLang="zh-CN" sz="2800" i="1" dirty="0">
                <a:ea typeface="+mn-ea"/>
              </a:rPr>
              <a:t>j</a:t>
            </a:r>
            <a:r>
              <a:rPr kumimoji="1" lang="en-US" altLang="zh-CN" sz="2800" dirty="0">
                <a:ea typeface="+mn-ea"/>
              </a:rPr>
              <a:t>][</a:t>
            </a:r>
            <a:r>
              <a:rPr kumimoji="1" lang="en-US" altLang="zh-CN" sz="2800" i="1" dirty="0" err="1">
                <a:ea typeface="+mn-ea"/>
              </a:rPr>
              <a:t>i</a:t>
            </a:r>
            <a:r>
              <a:rPr kumimoji="1" lang="en-US" altLang="zh-CN" sz="2800" dirty="0">
                <a:ea typeface="+mn-ea"/>
              </a:rPr>
              <a:t>] </a:t>
            </a:r>
            <a:r>
              <a:rPr kumimoji="1" lang="zh-CN" altLang="en-US" sz="2800" dirty="0">
                <a:latin typeface="+mn-ea"/>
                <a:ea typeface="+mn-ea"/>
              </a:rPr>
              <a:t>在数组 </a:t>
            </a:r>
            <a:r>
              <a:rPr kumimoji="1" lang="en-US" altLang="zh-CN" sz="2800" dirty="0">
                <a:ea typeface="+mn-ea"/>
              </a:rPr>
              <a:t>B</a:t>
            </a:r>
            <a:r>
              <a:rPr kumimoji="1" lang="en-US" altLang="zh-CN" sz="2800" dirty="0">
                <a:latin typeface="+mn-ea"/>
                <a:ea typeface="+mn-ea"/>
              </a:rPr>
              <a:t> </a:t>
            </a:r>
            <a:r>
              <a:rPr kumimoji="1" lang="zh-CN" altLang="en-US" sz="2800" dirty="0">
                <a:latin typeface="+mn-ea"/>
                <a:ea typeface="+mn-ea"/>
              </a:rPr>
              <a:t>中的</a:t>
            </a:r>
            <a:r>
              <a:rPr kumimoji="1" lang="zh-CN" altLang="en-US" dirty="0">
                <a:latin typeface="+mn-ea"/>
                <a:ea typeface="+mn-ea"/>
              </a:rPr>
              <a:t>位置 </a:t>
            </a:r>
            <a:r>
              <a:rPr kumimoji="1" lang="en-US" altLang="zh-CN" i="1" dirty="0">
                <a:ea typeface="+mn-ea"/>
              </a:rPr>
              <a:t>k</a:t>
            </a:r>
            <a:r>
              <a:rPr kumimoji="1" lang="en-US" altLang="zh-CN" dirty="0">
                <a:latin typeface="+mn-ea"/>
                <a:ea typeface="+mn-ea"/>
              </a:rPr>
              <a:t> </a:t>
            </a:r>
            <a:r>
              <a:rPr kumimoji="1" lang="zh-CN" altLang="en-US" dirty="0">
                <a:latin typeface="+mn-ea"/>
                <a:ea typeface="+mn-ea"/>
              </a:rPr>
              <a:t>为 </a:t>
            </a:r>
            <a:r>
              <a:rPr kumimoji="1" lang="en-US" altLang="zh-CN" sz="2800" b="1" dirty="0">
                <a:solidFill>
                  <a:srgbClr val="FF0000"/>
                </a:solidFill>
                <a:ea typeface="+mn-ea"/>
              </a:rPr>
              <a:t>(2*</a:t>
            </a:r>
            <a:r>
              <a:rPr kumimoji="1" lang="en-US" altLang="zh-CN" sz="2800" b="1" i="1" dirty="0">
                <a:solidFill>
                  <a:srgbClr val="FF0000"/>
                </a:solidFill>
                <a:ea typeface="+mn-ea"/>
              </a:rPr>
              <a:t>n</a:t>
            </a:r>
            <a:r>
              <a:rPr kumimoji="1" lang="en-US" altLang="zh-CN" sz="2800" b="1" dirty="0">
                <a:solidFill>
                  <a:srgbClr val="FF0000"/>
                </a:solidFill>
                <a:ea typeface="+mn-ea"/>
              </a:rPr>
              <a:t>-</a:t>
            </a:r>
            <a:r>
              <a:rPr kumimoji="1" lang="en-US" altLang="zh-CN" sz="2800" b="1" i="1" dirty="0">
                <a:solidFill>
                  <a:srgbClr val="FF0000"/>
                </a:solidFill>
                <a:ea typeface="+mn-ea"/>
              </a:rPr>
              <a:t>j</a:t>
            </a:r>
            <a:r>
              <a:rPr kumimoji="1" lang="en-US" altLang="zh-CN" sz="2800" b="1" dirty="0">
                <a:solidFill>
                  <a:srgbClr val="FF0000"/>
                </a:solidFill>
                <a:ea typeface="+mn-ea"/>
              </a:rPr>
              <a:t>-1) * </a:t>
            </a:r>
            <a:r>
              <a:rPr kumimoji="1" lang="en-US" altLang="zh-CN" sz="2800" b="1" i="1" dirty="0">
                <a:solidFill>
                  <a:srgbClr val="FF0000"/>
                </a:solidFill>
                <a:ea typeface="+mn-ea"/>
              </a:rPr>
              <a:t>j</a:t>
            </a:r>
            <a:r>
              <a:rPr kumimoji="1" lang="en-US" altLang="zh-CN" sz="2800" b="1" dirty="0">
                <a:solidFill>
                  <a:srgbClr val="FF0000"/>
                </a:solidFill>
                <a:ea typeface="+mn-ea"/>
              </a:rPr>
              <a:t> / 2 + </a:t>
            </a:r>
            <a:r>
              <a:rPr kumimoji="1" lang="en-US" altLang="zh-CN" sz="2800" b="1" i="1" dirty="0" err="1">
                <a:solidFill>
                  <a:srgbClr val="FF0000"/>
                </a:solidFill>
                <a:ea typeface="+mn-ea"/>
              </a:rPr>
              <a:t>i</a:t>
            </a:r>
            <a:r>
              <a:rPr kumimoji="1" lang="en-US" altLang="zh-CN" sz="2800" b="1" dirty="0">
                <a:solidFill>
                  <a:srgbClr val="FF0000"/>
                </a:solidFill>
                <a:ea typeface="+mn-ea"/>
              </a:rPr>
              <a:t> </a:t>
            </a:r>
          </a:p>
        </p:txBody>
      </p:sp>
    </p:spTree>
    <p:extLst>
      <p:ext uri="{BB962C8B-B14F-4D97-AF65-F5344CB8AC3E}">
        <p14:creationId xmlns:p14="http://schemas.microsoft.com/office/powerpoint/2010/main" val="33049895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5A6D56-6206-4170-AE93-2EFB1CE0459A}"/>
              </a:ext>
            </a:extLst>
          </p:cNvPr>
          <p:cNvSpPr>
            <a:spLocks noGrp="1"/>
          </p:cNvSpPr>
          <p:nvPr>
            <p:ph type="title"/>
          </p:nvPr>
        </p:nvSpPr>
        <p:spPr/>
        <p:txBody>
          <a:bodyPr/>
          <a:lstStyle/>
          <a:p>
            <a:r>
              <a:rPr lang="zh-CN" altLang="en-US" dirty="0"/>
              <a:t>课堂练习 </a:t>
            </a:r>
            <a:r>
              <a:rPr lang="en-US" altLang="zh-CN" dirty="0"/>
              <a:t>5</a:t>
            </a:r>
            <a:endParaRPr lang="zh-CN" altLang="en-US" dirty="0"/>
          </a:p>
        </p:txBody>
      </p:sp>
      <p:sp>
        <p:nvSpPr>
          <p:cNvPr id="3" name="内容占位符 2">
            <a:extLst>
              <a:ext uri="{FF2B5EF4-FFF2-40B4-BE49-F238E27FC236}">
                <a16:creationId xmlns:a16="http://schemas.microsoft.com/office/drawing/2014/main" id="{A93F0680-01FE-472D-AC3B-0D14E2D2E4FD}"/>
              </a:ext>
            </a:extLst>
          </p:cNvPr>
          <p:cNvSpPr>
            <a:spLocks noGrp="1"/>
          </p:cNvSpPr>
          <p:nvPr>
            <p:ph idx="1"/>
          </p:nvPr>
        </p:nvSpPr>
        <p:spPr>
          <a:xfrm>
            <a:off x="249822" y="727075"/>
            <a:ext cx="8786674" cy="5861050"/>
          </a:xfrm>
        </p:spPr>
        <p:txBody>
          <a:bodyPr/>
          <a:lstStyle/>
          <a:p>
            <a:pPr marL="0" indent="0">
              <a:buNone/>
            </a:pP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若将 </a:t>
            </a:r>
            <a:r>
              <a:rPr lang="en-US" altLang="zh-CN" i="1" dirty="0">
                <a:solidFill>
                  <a:schemeClr val="tx1"/>
                </a:solidFill>
                <a:ea typeface="微软雅黑" panose="020B0503020204020204" pitchFamily="34" charset="-122"/>
                <a:cs typeface="楷体" panose="02010609060101010101" pitchFamily="49" charset="-122"/>
              </a:rPr>
              <a:t>n</a:t>
            </a:r>
            <a:r>
              <a:rPr lang="en-US" altLang="zh-CN" i="1"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阶上三角矩阵 </a:t>
            </a:r>
            <a:r>
              <a:rPr lang="en-US" altLang="zh-CN" i="1" dirty="0">
                <a:solidFill>
                  <a:schemeClr val="tx1"/>
                </a:solidFill>
                <a:ea typeface="微软雅黑" panose="020B0503020204020204" pitchFamily="34" charset="-122"/>
                <a:cs typeface="楷体" panose="02010609060101010101" pitchFamily="49" charset="-122"/>
              </a:rPr>
              <a:t>A</a:t>
            </a:r>
            <a:r>
              <a:rPr lang="en-US" altLang="zh-CN" i="1"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 </a:t>
            </a:r>
            <a:r>
              <a:rPr lang="zh-CN" altLang="en-US" dirty="0">
                <a:solidFill>
                  <a:srgbClr val="FF0000"/>
                </a:solidFill>
                <a:latin typeface="微软雅黑" panose="020B0503020204020204" pitchFamily="34" charset="-122"/>
                <a:ea typeface="微软雅黑" panose="020B0503020204020204" pitchFamily="34" charset="-122"/>
                <a:cs typeface="楷体" panose="02010609060101010101" pitchFamily="49" charset="-122"/>
              </a:rPr>
              <a:t>按列优先</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顺序压缩存放在一维数组 </a:t>
            </a:r>
            <a:r>
              <a:rPr lang="en-US" altLang="zh-CN" i="1" dirty="0">
                <a:solidFill>
                  <a:schemeClr val="tx1"/>
                </a:solidFill>
                <a:ea typeface="微软雅黑" panose="020B0503020204020204" pitchFamily="34" charset="-122"/>
                <a:cs typeface="楷体" panose="02010609060101010101" pitchFamily="49" charset="-122"/>
              </a:rPr>
              <a:t>B</a:t>
            </a:r>
            <a:r>
              <a:rPr lang="en-US" altLang="zh-CN" dirty="0">
                <a:solidFill>
                  <a:schemeClr val="tx1"/>
                </a:solidFill>
                <a:ea typeface="微软雅黑" panose="020B0503020204020204" pitchFamily="34" charset="-122"/>
                <a:cs typeface="楷体" panose="02010609060101010101" pitchFamily="49" charset="-122"/>
              </a:rPr>
              <a:t>[1..</a:t>
            </a:r>
            <a:r>
              <a:rPr lang="en-US" altLang="zh-CN" i="1" dirty="0">
                <a:solidFill>
                  <a:schemeClr val="tx1"/>
                </a:solidFill>
                <a:ea typeface="微软雅黑" panose="020B0503020204020204" pitchFamily="34" charset="-122"/>
                <a:cs typeface="楷体" panose="02010609060101010101" pitchFamily="49" charset="-122"/>
              </a:rPr>
              <a:t>n</a:t>
            </a:r>
            <a:r>
              <a:rPr lang="en-US" altLang="zh-CN" dirty="0">
                <a:solidFill>
                  <a:schemeClr val="tx1"/>
                </a:solidFill>
                <a:ea typeface="微软雅黑" panose="020B0503020204020204" pitchFamily="34" charset="-122"/>
                <a:cs typeface="楷体" panose="02010609060101010101" pitchFamily="49" charset="-122"/>
              </a:rPr>
              <a:t>(</a:t>
            </a:r>
            <a:r>
              <a:rPr lang="en-US" altLang="zh-CN" i="1" dirty="0">
                <a:solidFill>
                  <a:schemeClr val="tx1"/>
                </a:solidFill>
                <a:ea typeface="微软雅黑" panose="020B0503020204020204" pitchFamily="34" charset="-122"/>
                <a:cs typeface="楷体" panose="02010609060101010101" pitchFamily="49" charset="-122"/>
              </a:rPr>
              <a:t>n</a:t>
            </a:r>
            <a:r>
              <a:rPr lang="en-US" altLang="zh-CN" dirty="0">
                <a:solidFill>
                  <a:schemeClr val="tx1"/>
                </a:solidFill>
                <a:ea typeface="微软雅黑" panose="020B0503020204020204" pitchFamily="34" charset="-122"/>
                <a:cs typeface="楷体" panose="02010609060101010101" pitchFamily="49" charset="-122"/>
              </a:rPr>
              <a:t>+1)/2]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中，</a:t>
            </a:r>
            <a:r>
              <a:rPr lang="en-US" altLang="zh-CN" i="1" dirty="0">
                <a:solidFill>
                  <a:schemeClr val="tx1"/>
                </a:solidFill>
                <a:ea typeface="微软雅黑" panose="020B0503020204020204" pitchFamily="34" charset="-122"/>
                <a:cs typeface="楷体" panose="02010609060101010101" pitchFamily="49" charset="-122"/>
              </a:rPr>
              <a:t>A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中第一个非零元素 </a:t>
            </a:r>
            <a:r>
              <a:rPr lang="en-US" altLang="zh-CN" i="1" dirty="0">
                <a:solidFill>
                  <a:schemeClr val="tx1"/>
                </a:solidFill>
                <a:ea typeface="微软雅黑" panose="020B0503020204020204" pitchFamily="34" charset="-122"/>
                <a:cs typeface="楷体" panose="02010609060101010101" pitchFamily="49" charset="-122"/>
              </a:rPr>
              <a:t>a</a:t>
            </a:r>
            <a:r>
              <a:rPr lang="en-US" altLang="zh-CN" i="1" baseline="-25000" dirty="0">
                <a:solidFill>
                  <a:schemeClr val="tx1"/>
                </a:solidFill>
                <a:ea typeface="微软雅黑" panose="020B0503020204020204" pitchFamily="34" charset="-122"/>
                <a:cs typeface="楷体" panose="02010609060101010101" pitchFamily="49" charset="-122"/>
              </a:rPr>
              <a:t>1,1</a:t>
            </a:r>
            <a:r>
              <a:rPr lang="en-US" altLang="zh-CN" baseline="-25000" dirty="0">
                <a:solidFill>
                  <a:schemeClr val="tx1"/>
                </a:solidFill>
                <a:ea typeface="微软雅黑" panose="020B0503020204020204" pitchFamily="34" charset="-122"/>
                <a:cs typeface="楷体" panose="0201060906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存于 </a:t>
            </a:r>
            <a:r>
              <a:rPr lang="en-US" altLang="zh-CN" i="1" dirty="0">
                <a:solidFill>
                  <a:schemeClr val="tx1"/>
                </a:solidFill>
                <a:ea typeface="微软雅黑" panose="020B0503020204020204" pitchFamily="34" charset="-122"/>
                <a:cs typeface="楷体" panose="02010609060101010101" pitchFamily="49" charset="-122"/>
              </a:rPr>
              <a:t>B</a:t>
            </a:r>
            <a:r>
              <a:rPr lang="en-US" altLang="zh-CN" i="1"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数组的 </a:t>
            </a:r>
            <a:r>
              <a:rPr lang="en-US" altLang="zh-CN" i="1" dirty="0">
                <a:solidFill>
                  <a:schemeClr val="tx1"/>
                </a:solidFill>
                <a:ea typeface="微软雅黑" panose="020B0503020204020204" pitchFamily="34" charset="-122"/>
                <a:cs typeface="楷体" panose="02010609060101010101" pitchFamily="49" charset="-122"/>
              </a:rPr>
              <a:t>b</a:t>
            </a:r>
            <a:r>
              <a:rPr lang="en-US" altLang="zh-CN" baseline="-25000" dirty="0">
                <a:solidFill>
                  <a:schemeClr val="tx1"/>
                </a:solidFill>
                <a:ea typeface="微软雅黑" panose="020B0503020204020204" pitchFamily="34" charset="-122"/>
                <a:cs typeface="楷体" panose="02010609060101010101" pitchFamily="49" charset="-122"/>
              </a:rPr>
              <a:t>1</a:t>
            </a:r>
            <a:r>
              <a:rPr lang="en-US" altLang="zh-CN" baseline="-25000"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中，则应存放到 </a:t>
            </a:r>
            <a:r>
              <a:rPr lang="en-US" altLang="zh-CN" i="1" dirty="0">
                <a:solidFill>
                  <a:schemeClr val="tx1"/>
                </a:solidFill>
                <a:ea typeface="微软雅黑" panose="020B0503020204020204" pitchFamily="34" charset="-122"/>
                <a:cs typeface="楷体" panose="02010609060101010101" pitchFamily="49" charset="-122"/>
              </a:rPr>
              <a:t>b</a:t>
            </a:r>
            <a:r>
              <a:rPr lang="en-US" altLang="zh-CN" i="1" baseline="-25000" dirty="0">
                <a:solidFill>
                  <a:schemeClr val="tx1"/>
                </a:solidFill>
                <a:ea typeface="微软雅黑" panose="020B0503020204020204" pitchFamily="34" charset="-122"/>
                <a:cs typeface="楷体" panose="02010609060101010101" pitchFamily="49" charset="-122"/>
              </a:rPr>
              <a:t>k</a:t>
            </a:r>
            <a:r>
              <a:rPr lang="en-US" altLang="zh-CN" i="1" baseline="-25000"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中的非零元素 </a:t>
            </a:r>
            <a:r>
              <a:rPr lang="en-US" altLang="zh-CN" i="1" dirty="0" err="1">
                <a:solidFill>
                  <a:schemeClr val="tx1"/>
                </a:solidFill>
                <a:ea typeface="微软雅黑" panose="020B0503020204020204" pitchFamily="34" charset="-122"/>
                <a:cs typeface="楷体" panose="02010609060101010101" pitchFamily="49" charset="-122"/>
              </a:rPr>
              <a:t>a</a:t>
            </a:r>
            <a:r>
              <a:rPr lang="en-US" altLang="zh-CN" i="1" baseline="-25000" dirty="0" err="1">
                <a:solidFill>
                  <a:schemeClr val="tx1"/>
                </a:solidFill>
                <a:ea typeface="微软雅黑" panose="020B0503020204020204" pitchFamily="34" charset="-122"/>
                <a:cs typeface="楷体" panose="02010609060101010101" pitchFamily="49" charset="-122"/>
              </a:rPr>
              <a:t>i</a:t>
            </a:r>
            <a:r>
              <a:rPr lang="en-US" altLang="zh-CN" baseline="-25000" dirty="0" err="1">
                <a:solidFill>
                  <a:schemeClr val="tx1"/>
                </a:solidFill>
                <a:ea typeface="微软雅黑" panose="020B0503020204020204" pitchFamily="34" charset="-122"/>
                <a:cs typeface="楷体" panose="02010609060101010101" pitchFamily="49" charset="-122"/>
              </a:rPr>
              <a:t>,</a:t>
            </a:r>
            <a:r>
              <a:rPr lang="en-US" altLang="zh-CN" i="1" baseline="-25000" dirty="0" err="1">
                <a:solidFill>
                  <a:schemeClr val="tx1"/>
                </a:solidFill>
                <a:ea typeface="微软雅黑" panose="020B0503020204020204" pitchFamily="34" charset="-122"/>
                <a:cs typeface="楷体" panose="02010609060101010101" pitchFamily="49" charset="-122"/>
              </a:rPr>
              <a:t>j</a:t>
            </a:r>
            <a:r>
              <a:rPr lang="zh-CN" altLang="en-US" dirty="0">
                <a:solidFill>
                  <a:schemeClr val="tx1"/>
                </a:solidFill>
                <a:ea typeface="微软雅黑" panose="020B0503020204020204" pitchFamily="34" charset="-122"/>
                <a:cs typeface="楷体" panose="02010609060101010101" pitchFamily="49" charset="-122"/>
              </a:rPr>
              <a:t>（</a:t>
            </a:r>
            <a:r>
              <a:rPr kumimoji="1" lang="en-US" altLang="zh-CN" i="1" dirty="0" err="1">
                <a:solidFill>
                  <a:schemeClr val="tx1"/>
                </a:solidFill>
                <a:ea typeface="微软雅黑" panose="020B0503020204020204" pitchFamily="34" charset="-122"/>
                <a:cs typeface="楷体" panose="02010609060101010101" pitchFamily="49" charset="-122"/>
              </a:rPr>
              <a:t>i</a:t>
            </a:r>
            <a:r>
              <a:rPr kumimoji="1" lang="en-US" altLang="zh-CN" dirty="0" err="1">
                <a:solidFill>
                  <a:schemeClr val="tx1"/>
                </a:solidFill>
                <a:ea typeface="微软雅黑" panose="020B0503020204020204" pitchFamily="34" charset="-122"/>
                <a:cs typeface="楷体" panose="02010609060101010101" pitchFamily="49" charset="-122"/>
              </a:rPr>
              <a:t>≤</a:t>
            </a:r>
            <a:r>
              <a:rPr kumimoji="1" lang="en-US" altLang="zh-CN" i="1" dirty="0" err="1">
                <a:solidFill>
                  <a:schemeClr val="tx1"/>
                </a:solidFill>
                <a:ea typeface="微软雅黑" panose="020B0503020204020204" pitchFamily="34" charset="-122"/>
                <a:cs typeface="楷体" panose="02010609060101010101" pitchFamily="49" charset="-122"/>
              </a:rPr>
              <a:t>j</a:t>
            </a:r>
            <a:r>
              <a:rPr lang="zh-CN" altLang="en-US" dirty="0">
                <a:solidFill>
                  <a:schemeClr val="tx1"/>
                </a:solidFill>
                <a:ea typeface="微软雅黑" panose="020B0503020204020204" pitchFamily="34" charset="-122"/>
                <a:cs typeface="楷体" panose="02010609060101010101" pitchFamily="49" charset="-122"/>
              </a:rPr>
              <a:t>）</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的下标 </a:t>
            </a:r>
            <a:r>
              <a:rPr lang="en-US" altLang="zh-CN" i="1" dirty="0" err="1">
                <a:solidFill>
                  <a:schemeClr val="tx1"/>
                </a:solidFill>
                <a:ea typeface="微软雅黑" panose="020B0503020204020204" pitchFamily="34" charset="-122"/>
                <a:cs typeface="楷体" panose="02010609060101010101" pitchFamily="49" charset="-122"/>
              </a:rPr>
              <a:t>i</a:t>
            </a:r>
            <a:r>
              <a:rPr lang="zh-CN" altLang="en-US" dirty="0">
                <a:solidFill>
                  <a:schemeClr val="tx1"/>
                </a:solidFill>
                <a:ea typeface="微软雅黑" panose="020B0503020204020204" pitchFamily="34" charset="-122"/>
                <a:cs typeface="楷体" panose="02010609060101010101" pitchFamily="49" charset="-122"/>
              </a:rPr>
              <a:t>、</a:t>
            </a:r>
            <a:r>
              <a:rPr lang="en-US" altLang="zh-CN" i="1" dirty="0">
                <a:solidFill>
                  <a:schemeClr val="tx1"/>
                </a:solidFill>
                <a:ea typeface="微软雅黑" panose="020B0503020204020204" pitchFamily="34" charset="-122"/>
                <a:cs typeface="楷体" panose="02010609060101010101" pitchFamily="49" charset="-122"/>
              </a:rPr>
              <a:t>j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与 </a:t>
            </a:r>
            <a:r>
              <a:rPr lang="en-US" altLang="zh-CN" i="1" dirty="0">
                <a:solidFill>
                  <a:schemeClr val="tx1"/>
                </a:solidFill>
                <a:ea typeface="微软雅黑" panose="020B0503020204020204" pitchFamily="34" charset="-122"/>
                <a:cs typeface="楷体" panose="02010609060101010101" pitchFamily="49" charset="-122"/>
              </a:rPr>
              <a:t>k </a:t>
            </a:r>
            <a:r>
              <a:rPr lang="zh-CN" altLang="en-US" dirty="0">
                <a:solidFill>
                  <a:schemeClr val="tx1"/>
                </a:solidFill>
                <a:latin typeface="微软雅黑" panose="020B0503020204020204" pitchFamily="34" charset="-122"/>
                <a:ea typeface="微软雅黑" panose="020B0503020204020204" pitchFamily="34" charset="-122"/>
                <a:cs typeface="楷体" panose="02010609060101010101" pitchFamily="49" charset="-122"/>
              </a:rPr>
              <a:t>的对应关系是（  ）。</a:t>
            </a:r>
            <a:endParaRPr lang="en-US" altLang="zh-CN" dirty="0">
              <a:solidFill>
                <a:schemeClr val="tx1"/>
              </a:solidFill>
              <a:latin typeface="微软雅黑" panose="020B0503020204020204" pitchFamily="34" charset="-122"/>
              <a:ea typeface="微软雅黑" panose="020B0503020204020204" pitchFamily="34" charset="-122"/>
              <a:cs typeface="楷体" panose="02010609060101010101" pitchFamily="49" charset="-122"/>
            </a:endParaRPr>
          </a:p>
          <a:p>
            <a:pPr marL="0" indent="0">
              <a:buNone/>
            </a:pPr>
            <a:r>
              <a:rPr lang="en-US" altLang="zh-CN" sz="3200" dirty="0"/>
              <a:t>A. k = </a:t>
            </a:r>
            <a:r>
              <a:rPr lang="en-US" altLang="zh-CN" sz="3200" dirty="0" err="1"/>
              <a:t>i</a:t>
            </a:r>
            <a:r>
              <a:rPr lang="en-US" altLang="zh-CN" sz="3200" dirty="0"/>
              <a:t>(i+1)/2+j			B. k = </a:t>
            </a:r>
            <a:r>
              <a:rPr lang="en-US" altLang="zh-CN" sz="3200" dirty="0" err="1"/>
              <a:t>i</a:t>
            </a:r>
            <a:r>
              <a:rPr lang="en-US" altLang="zh-CN" sz="3200" dirty="0"/>
              <a:t>(i-1)/2+j</a:t>
            </a:r>
          </a:p>
          <a:p>
            <a:pPr marL="0" indent="0">
              <a:buNone/>
            </a:pPr>
            <a:r>
              <a:rPr lang="en-US" altLang="zh-CN" sz="3200" dirty="0"/>
              <a:t>C. k = j(j+1)/2+i			D. k = j(j-1)/2+i </a:t>
            </a:r>
          </a:p>
        </p:txBody>
      </p:sp>
    </p:spTree>
    <p:extLst>
      <p:ext uri="{BB962C8B-B14F-4D97-AF65-F5344CB8AC3E}">
        <p14:creationId xmlns:p14="http://schemas.microsoft.com/office/powerpoint/2010/main" val="1803585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BEB1D3-2B0A-4F9E-9572-E1AD87E3F2E9}"/>
              </a:ext>
            </a:extLst>
          </p:cNvPr>
          <p:cNvSpPr>
            <a:spLocks noGrp="1"/>
          </p:cNvSpPr>
          <p:nvPr>
            <p:ph type="title"/>
          </p:nvPr>
        </p:nvSpPr>
        <p:spPr/>
        <p:txBody>
          <a:bodyPr/>
          <a:lstStyle/>
          <a:p>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对角矩阵（带状矩阵）</a:t>
            </a:r>
            <a:endParaRPr lang="zh-CN" altLang="en-US" dirty="0"/>
          </a:p>
        </p:txBody>
      </p:sp>
      <p:sp>
        <p:nvSpPr>
          <p:cNvPr id="3" name="内容占位符 2">
            <a:extLst>
              <a:ext uri="{FF2B5EF4-FFF2-40B4-BE49-F238E27FC236}">
                <a16:creationId xmlns:a16="http://schemas.microsoft.com/office/drawing/2014/main" id="{93668CC6-3DC4-4F7D-91C9-6838619E31E2}"/>
              </a:ext>
            </a:extLst>
          </p:cNvPr>
          <p:cNvSpPr>
            <a:spLocks noGrp="1"/>
          </p:cNvSpPr>
          <p:nvPr>
            <p:ph idx="1"/>
          </p:nvPr>
        </p:nvSpPr>
        <p:spPr/>
        <p:txBody>
          <a:bodyPr/>
          <a:lstStyle/>
          <a:p>
            <a:pPr marL="0" indent="0">
              <a:buNone/>
            </a:pPr>
            <a:r>
              <a:rPr lang="zh-CN" altLang="en-US" dirty="0"/>
              <a:t>在 </a:t>
            </a:r>
            <a:r>
              <a:rPr lang="en-US" altLang="zh-CN" dirty="0"/>
              <a:t>n </a:t>
            </a:r>
            <a:r>
              <a:rPr lang="zh-CN" altLang="en-US" dirty="0"/>
              <a:t>阶方阵中，非零元素集中在主对角线及其两侧共 </a:t>
            </a:r>
            <a:r>
              <a:rPr lang="en-US" altLang="zh-CN" b="1" i="1" dirty="0">
                <a:solidFill>
                  <a:srgbClr val="0000FF"/>
                </a:solidFill>
              </a:rPr>
              <a:t>L</a:t>
            </a:r>
            <a:r>
              <a:rPr lang="zh-CN" altLang="en-US" dirty="0"/>
              <a:t>（奇数）条对角线的带状区域内，称为 </a:t>
            </a:r>
            <a:r>
              <a:rPr lang="en-US" altLang="zh-CN" b="1" i="1" dirty="0">
                <a:solidFill>
                  <a:srgbClr val="FF0000"/>
                </a:solidFill>
              </a:rPr>
              <a:t>L </a:t>
            </a:r>
            <a:r>
              <a:rPr lang="zh-CN" altLang="en-US" b="1" dirty="0">
                <a:solidFill>
                  <a:srgbClr val="FF0000"/>
                </a:solidFill>
              </a:rPr>
              <a:t>对角矩阵</a:t>
            </a:r>
            <a:r>
              <a:rPr lang="zh-CN" altLang="en-US" dirty="0"/>
              <a:t>。</a:t>
            </a:r>
          </a:p>
        </p:txBody>
      </p:sp>
      <p:graphicFrame>
        <p:nvGraphicFramePr>
          <p:cNvPr id="27" name="Object 4">
            <a:extLst>
              <a:ext uri="{FF2B5EF4-FFF2-40B4-BE49-F238E27FC236}">
                <a16:creationId xmlns:a16="http://schemas.microsoft.com/office/drawing/2014/main" id="{A900EE33-CCC7-4D63-A026-92AB710B2315}"/>
              </a:ext>
            </a:extLst>
          </p:cNvPr>
          <p:cNvGraphicFramePr>
            <a:graphicFrameLocks noChangeAspect="1"/>
          </p:cNvGraphicFramePr>
          <p:nvPr>
            <p:extLst>
              <p:ext uri="{D42A27DB-BD31-4B8C-83A1-F6EECF244321}">
                <p14:modId xmlns:p14="http://schemas.microsoft.com/office/powerpoint/2010/main" val="2783098959"/>
              </p:ext>
            </p:extLst>
          </p:nvPr>
        </p:nvGraphicFramePr>
        <p:xfrm>
          <a:off x="1109538" y="2020713"/>
          <a:ext cx="6769100" cy="3257550"/>
        </p:xfrm>
        <a:graphic>
          <a:graphicData uri="http://schemas.openxmlformats.org/presentationml/2006/ole">
            <mc:AlternateContent xmlns:mc="http://schemas.openxmlformats.org/markup-compatibility/2006">
              <mc:Choice xmlns:v="urn:schemas-microsoft-com:vml" Requires="v">
                <p:oleObj spid="_x0000_s20561" name="公式" r:id="rId3" imgW="2641320" imgH="1117440" progId="Equation.3">
                  <p:embed/>
                </p:oleObj>
              </mc:Choice>
              <mc:Fallback>
                <p:oleObj name="公式" r:id="rId3" imgW="2641320" imgH="1117440" progId="Equation.3">
                  <p:embed/>
                  <p:pic>
                    <p:nvPicPr>
                      <p:cNvPr id="456708" name="Object 4">
                        <a:extLst>
                          <a:ext uri="{FF2B5EF4-FFF2-40B4-BE49-F238E27FC236}">
                            <a16:creationId xmlns:a16="http://schemas.microsoft.com/office/drawing/2014/main" id="{C07F34B3-5569-497B-8006-420F74BBB5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9538" y="2020713"/>
                        <a:ext cx="6769100" cy="325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 name="Rectangle 5">
            <a:extLst>
              <a:ext uri="{FF2B5EF4-FFF2-40B4-BE49-F238E27FC236}">
                <a16:creationId xmlns:a16="http://schemas.microsoft.com/office/drawing/2014/main" id="{497ABB06-C29B-4563-858D-B79661FA6E50}"/>
              </a:ext>
            </a:extLst>
          </p:cNvPr>
          <p:cNvSpPr>
            <a:spLocks noChangeArrowheads="1"/>
          </p:cNvSpPr>
          <p:nvPr/>
        </p:nvSpPr>
        <p:spPr bwMode="auto">
          <a:xfrm>
            <a:off x="1023813" y="5898975"/>
            <a:ext cx="7710487" cy="609600"/>
          </a:xfrm>
          <a:prstGeom prst="rect">
            <a:avLst/>
          </a:prstGeom>
          <a:solidFill>
            <a:srgbClr val="CCFFCC"/>
          </a:solidFill>
          <a:ln w="9525">
            <a:solidFill>
              <a:srgbClr val="000099"/>
            </a:solidFill>
            <a:miter lim="800000"/>
            <a:headEnd/>
            <a:tailEnd/>
          </a:ln>
          <a:effectLst>
            <a:outerShdw dist="107763"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9" name="Text Box 6">
            <a:extLst>
              <a:ext uri="{FF2B5EF4-FFF2-40B4-BE49-F238E27FC236}">
                <a16:creationId xmlns:a16="http://schemas.microsoft.com/office/drawing/2014/main" id="{0DBF5C40-E13A-4008-A109-7E1A8CD42501}"/>
              </a:ext>
            </a:extLst>
          </p:cNvPr>
          <p:cNvSpPr txBox="1">
            <a:spLocks noChangeArrowheads="1"/>
          </p:cNvSpPr>
          <p:nvPr/>
        </p:nvSpPr>
        <p:spPr bwMode="auto">
          <a:xfrm>
            <a:off x="409700" y="5877272"/>
            <a:ext cx="87020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kumimoji="1" lang="en-US" altLang="zh-CN" sz="3200" b="0" dirty="0">
                <a:solidFill>
                  <a:srgbClr val="000099"/>
                </a:solidFill>
                <a:ea typeface="宋体" panose="02010600030101010101" pitchFamily="2" charset="-122"/>
              </a:rPr>
              <a:t>B  </a:t>
            </a:r>
            <a:r>
              <a:rPr kumimoji="1" lang="en-US" altLang="zh-CN" sz="3200" b="0" i="1" dirty="0">
                <a:solidFill>
                  <a:srgbClr val="000099"/>
                </a:solidFill>
                <a:ea typeface="宋体" panose="02010600030101010101" pitchFamily="2" charset="-122"/>
              </a:rPr>
              <a:t>  a</a:t>
            </a:r>
            <a:r>
              <a:rPr kumimoji="1" lang="en-US" altLang="zh-CN" sz="3200" b="0" baseline="-25000" dirty="0">
                <a:solidFill>
                  <a:srgbClr val="000099"/>
                </a:solidFill>
                <a:ea typeface="宋体" panose="02010600030101010101" pitchFamily="2" charset="-122"/>
              </a:rPr>
              <a:t>00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01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10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11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12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21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22  </a:t>
            </a:r>
            <a:r>
              <a:rPr kumimoji="1" lang="en-US" altLang="zh-CN" sz="3200" b="0" i="1" dirty="0">
                <a:solidFill>
                  <a:srgbClr val="000099"/>
                </a:solidFill>
                <a:ea typeface="宋体" panose="02010600030101010101" pitchFamily="2" charset="-122"/>
              </a:rPr>
              <a:t>a</a:t>
            </a:r>
            <a:r>
              <a:rPr kumimoji="1" lang="en-US" altLang="zh-CN" sz="3200" b="0" baseline="-25000" dirty="0">
                <a:solidFill>
                  <a:srgbClr val="000099"/>
                </a:solidFill>
                <a:ea typeface="宋体" panose="02010600030101010101" pitchFamily="2" charset="-122"/>
              </a:rPr>
              <a:t>23   </a:t>
            </a:r>
            <a:r>
              <a:rPr kumimoji="1" lang="en-US" altLang="zh-CN" sz="3200" b="0" i="1" dirty="0">
                <a:solidFill>
                  <a:srgbClr val="000099"/>
                </a:solidFill>
                <a:ea typeface="宋体" panose="02010600030101010101" pitchFamily="2" charset="-122"/>
              </a:rPr>
              <a:t>…</a:t>
            </a:r>
            <a:r>
              <a:rPr kumimoji="1" lang="en-US" altLang="zh-CN" sz="3200" b="0" dirty="0">
                <a:solidFill>
                  <a:srgbClr val="000099"/>
                </a:solidFill>
                <a:ea typeface="宋体" panose="02010600030101010101" pitchFamily="2" charset="-122"/>
              </a:rPr>
              <a:t>  </a:t>
            </a:r>
            <a:r>
              <a:rPr kumimoji="1" lang="en-US" altLang="zh-CN" sz="3200" b="0" i="1" dirty="0">
                <a:solidFill>
                  <a:srgbClr val="000099"/>
                </a:solidFill>
                <a:ea typeface="宋体" panose="02010600030101010101" pitchFamily="2" charset="-122"/>
              </a:rPr>
              <a:t>a</a:t>
            </a:r>
            <a:r>
              <a:rPr kumimoji="1" lang="en-US" altLang="zh-CN" sz="3200" b="0" i="1" baseline="-25000" dirty="0">
                <a:solidFill>
                  <a:srgbClr val="000099"/>
                </a:solidFill>
                <a:ea typeface="宋体" panose="02010600030101010101" pitchFamily="2" charset="-122"/>
              </a:rPr>
              <a:t>n</a:t>
            </a:r>
            <a:r>
              <a:rPr kumimoji="1" lang="en-US" altLang="zh-CN" sz="3200" b="0" baseline="-25000" dirty="0">
                <a:solidFill>
                  <a:srgbClr val="000099"/>
                </a:solidFill>
                <a:ea typeface="宋体" panose="02010600030101010101" pitchFamily="2" charset="-122"/>
              </a:rPr>
              <a:t>-1</a:t>
            </a:r>
            <a:r>
              <a:rPr kumimoji="1" lang="en-US" altLang="zh-CN" sz="3200" b="0" i="1" baseline="-25000" dirty="0">
                <a:solidFill>
                  <a:srgbClr val="000099"/>
                </a:solidFill>
                <a:ea typeface="宋体" panose="02010600030101010101" pitchFamily="2" charset="-122"/>
              </a:rPr>
              <a:t>n</a:t>
            </a:r>
            <a:r>
              <a:rPr kumimoji="1" lang="en-US" altLang="zh-CN" sz="3200" b="0" baseline="-25000" dirty="0">
                <a:solidFill>
                  <a:srgbClr val="000099"/>
                </a:solidFill>
                <a:ea typeface="宋体" panose="02010600030101010101" pitchFamily="2" charset="-122"/>
              </a:rPr>
              <a:t>-2  </a:t>
            </a:r>
            <a:r>
              <a:rPr kumimoji="1" lang="en-US" altLang="zh-CN" sz="3200" b="0" i="1" dirty="0">
                <a:solidFill>
                  <a:srgbClr val="000099"/>
                </a:solidFill>
                <a:ea typeface="宋体" panose="02010600030101010101" pitchFamily="2" charset="-122"/>
              </a:rPr>
              <a:t>a</a:t>
            </a:r>
            <a:r>
              <a:rPr kumimoji="1" lang="en-US" altLang="zh-CN" sz="3200" b="0" i="1" baseline="-25000" dirty="0">
                <a:solidFill>
                  <a:srgbClr val="000099"/>
                </a:solidFill>
                <a:ea typeface="宋体" panose="02010600030101010101" pitchFamily="2" charset="-122"/>
              </a:rPr>
              <a:t>n</a:t>
            </a:r>
            <a:r>
              <a:rPr kumimoji="1" lang="en-US" altLang="zh-CN" sz="3200" b="0" baseline="-25000" dirty="0">
                <a:solidFill>
                  <a:srgbClr val="000099"/>
                </a:solidFill>
                <a:ea typeface="宋体" panose="02010600030101010101" pitchFamily="2" charset="-122"/>
              </a:rPr>
              <a:t>-1</a:t>
            </a:r>
            <a:r>
              <a:rPr kumimoji="1" lang="en-US" altLang="zh-CN" sz="3200" b="0" i="1" baseline="-25000" dirty="0">
                <a:solidFill>
                  <a:srgbClr val="000099"/>
                </a:solidFill>
                <a:ea typeface="宋体" panose="02010600030101010101" pitchFamily="2" charset="-122"/>
              </a:rPr>
              <a:t>n</a:t>
            </a:r>
            <a:r>
              <a:rPr kumimoji="1" lang="en-US" altLang="zh-CN" sz="3200" b="0" baseline="-25000" dirty="0">
                <a:solidFill>
                  <a:srgbClr val="000099"/>
                </a:solidFill>
                <a:ea typeface="宋体" panose="02010600030101010101" pitchFamily="2" charset="-122"/>
              </a:rPr>
              <a:t>-1</a:t>
            </a:r>
            <a:r>
              <a:rPr kumimoji="1" lang="en-US" altLang="zh-CN" sz="3200" b="0" dirty="0">
                <a:solidFill>
                  <a:srgbClr val="000099"/>
                </a:solidFill>
                <a:ea typeface="宋体" panose="02010600030101010101" pitchFamily="2" charset="-122"/>
              </a:rPr>
              <a:t>  </a:t>
            </a:r>
            <a:endParaRPr kumimoji="1" lang="en-US" altLang="zh-CN" sz="3200" b="0" dirty="0">
              <a:solidFill>
                <a:srgbClr val="000099"/>
              </a:solidFill>
              <a:latin typeface="宋体" panose="02010600030101010101" pitchFamily="2" charset="-122"/>
              <a:ea typeface="宋体" panose="02010600030101010101" pitchFamily="2" charset="-122"/>
            </a:endParaRPr>
          </a:p>
        </p:txBody>
      </p:sp>
      <p:sp>
        <p:nvSpPr>
          <p:cNvPr id="30" name="Line 7">
            <a:extLst>
              <a:ext uri="{FF2B5EF4-FFF2-40B4-BE49-F238E27FC236}">
                <a16:creationId xmlns:a16="http://schemas.microsoft.com/office/drawing/2014/main" id="{731E1C85-097A-4965-B7B3-9A910013BCC1}"/>
              </a:ext>
            </a:extLst>
          </p:cNvPr>
          <p:cNvSpPr>
            <a:spLocks noChangeShapeType="1"/>
          </p:cNvSpPr>
          <p:nvPr/>
        </p:nvSpPr>
        <p:spPr bwMode="auto">
          <a:xfrm>
            <a:off x="16334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1" name="Line 8">
            <a:extLst>
              <a:ext uri="{FF2B5EF4-FFF2-40B4-BE49-F238E27FC236}">
                <a16:creationId xmlns:a16="http://schemas.microsoft.com/office/drawing/2014/main" id="{10690ECC-AD7A-469D-8D0C-ADADD0F6E3FE}"/>
              </a:ext>
            </a:extLst>
          </p:cNvPr>
          <p:cNvSpPr>
            <a:spLocks noChangeShapeType="1"/>
          </p:cNvSpPr>
          <p:nvPr/>
        </p:nvSpPr>
        <p:spPr bwMode="auto">
          <a:xfrm>
            <a:off x="22430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2" name="Line 9">
            <a:extLst>
              <a:ext uri="{FF2B5EF4-FFF2-40B4-BE49-F238E27FC236}">
                <a16:creationId xmlns:a16="http://schemas.microsoft.com/office/drawing/2014/main" id="{9C503D22-C793-4F28-96CC-6FDA2FCBC52A}"/>
              </a:ext>
            </a:extLst>
          </p:cNvPr>
          <p:cNvSpPr>
            <a:spLocks noChangeShapeType="1"/>
          </p:cNvSpPr>
          <p:nvPr/>
        </p:nvSpPr>
        <p:spPr bwMode="auto">
          <a:xfrm>
            <a:off x="28526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3" name="Line 10">
            <a:extLst>
              <a:ext uri="{FF2B5EF4-FFF2-40B4-BE49-F238E27FC236}">
                <a16:creationId xmlns:a16="http://schemas.microsoft.com/office/drawing/2014/main" id="{53177263-F8E8-440C-BB29-C7DF4CA763C3}"/>
              </a:ext>
            </a:extLst>
          </p:cNvPr>
          <p:cNvSpPr>
            <a:spLocks noChangeShapeType="1"/>
          </p:cNvSpPr>
          <p:nvPr/>
        </p:nvSpPr>
        <p:spPr bwMode="auto">
          <a:xfrm>
            <a:off x="34622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4" name="Line 11">
            <a:extLst>
              <a:ext uri="{FF2B5EF4-FFF2-40B4-BE49-F238E27FC236}">
                <a16:creationId xmlns:a16="http://schemas.microsoft.com/office/drawing/2014/main" id="{431FEB1B-C31C-41AD-A3E1-B1FF53BFD73C}"/>
              </a:ext>
            </a:extLst>
          </p:cNvPr>
          <p:cNvSpPr>
            <a:spLocks noChangeShapeType="1"/>
          </p:cNvSpPr>
          <p:nvPr/>
        </p:nvSpPr>
        <p:spPr bwMode="auto">
          <a:xfrm>
            <a:off x="40718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5" name="Line 12">
            <a:extLst>
              <a:ext uri="{FF2B5EF4-FFF2-40B4-BE49-F238E27FC236}">
                <a16:creationId xmlns:a16="http://schemas.microsoft.com/office/drawing/2014/main" id="{EE88A9E6-7F39-4BC4-ACC2-337748D7B7D8}"/>
              </a:ext>
            </a:extLst>
          </p:cNvPr>
          <p:cNvSpPr>
            <a:spLocks noChangeShapeType="1"/>
          </p:cNvSpPr>
          <p:nvPr/>
        </p:nvSpPr>
        <p:spPr bwMode="auto">
          <a:xfrm>
            <a:off x="46814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6" name="Line 13">
            <a:extLst>
              <a:ext uri="{FF2B5EF4-FFF2-40B4-BE49-F238E27FC236}">
                <a16:creationId xmlns:a16="http://schemas.microsoft.com/office/drawing/2014/main" id="{79572D4F-79AA-4054-8579-E50DCAE30393}"/>
              </a:ext>
            </a:extLst>
          </p:cNvPr>
          <p:cNvSpPr>
            <a:spLocks noChangeShapeType="1"/>
          </p:cNvSpPr>
          <p:nvPr/>
        </p:nvSpPr>
        <p:spPr bwMode="auto">
          <a:xfrm>
            <a:off x="52910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7" name="Line 14">
            <a:extLst>
              <a:ext uri="{FF2B5EF4-FFF2-40B4-BE49-F238E27FC236}">
                <a16:creationId xmlns:a16="http://schemas.microsoft.com/office/drawing/2014/main" id="{30161F48-C4F1-4044-8CDA-EE69C25E8BBE}"/>
              </a:ext>
            </a:extLst>
          </p:cNvPr>
          <p:cNvSpPr>
            <a:spLocks noChangeShapeType="1"/>
          </p:cNvSpPr>
          <p:nvPr/>
        </p:nvSpPr>
        <p:spPr bwMode="auto">
          <a:xfrm>
            <a:off x="59006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8" name="Line 15">
            <a:extLst>
              <a:ext uri="{FF2B5EF4-FFF2-40B4-BE49-F238E27FC236}">
                <a16:creationId xmlns:a16="http://schemas.microsoft.com/office/drawing/2014/main" id="{CEEDF2E8-E3F6-4602-B13B-187F8D1FC81E}"/>
              </a:ext>
            </a:extLst>
          </p:cNvPr>
          <p:cNvSpPr>
            <a:spLocks noChangeShapeType="1"/>
          </p:cNvSpPr>
          <p:nvPr/>
        </p:nvSpPr>
        <p:spPr bwMode="auto">
          <a:xfrm>
            <a:off x="6510213"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39" name="Text Box 16">
            <a:extLst>
              <a:ext uri="{FF2B5EF4-FFF2-40B4-BE49-F238E27FC236}">
                <a16:creationId xmlns:a16="http://schemas.microsoft.com/office/drawing/2014/main" id="{2E42C982-C634-4322-B88C-F4AC7DFC1037}"/>
              </a:ext>
            </a:extLst>
          </p:cNvPr>
          <p:cNvSpPr txBox="1">
            <a:spLocks noChangeArrowheads="1"/>
          </p:cNvSpPr>
          <p:nvPr/>
        </p:nvSpPr>
        <p:spPr bwMode="auto">
          <a:xfrm>
            <a:off x="1084138" y="5483050"/>
            <a:ext cx="7118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CN" b="0">
                <a:solidFill>
                  <a:srgbClr val="000099"/>
                </a:solidFill>
                <a:ea typeface="宋体" panose="02010600030101010101" pitchFamily="2" charset="-122"/>
              </a:rPr>
              <a:t>0     1      2      3      4      5      6      7      8       9             10</a:t>
            </a:r>
          </a:p>
        </p:txBody>
      </p:sp>
      <p:sp>
        <p:nvSpPr>
          <p:cNvPr id="40" name="Line 17">
            <a:extLst>
              <a:ext uri="{FF2B5EF4-FFF2-40B4-BE49-F238E27FC236}">
                <a16:creationId xmlns:a16="http://schemas.microsoft.com/office/drawing/2014/main" id="{8D55077C-B5BA-4563-A489-D8EE62B1ADFB}"/>
              </a:ext>
            </a:extLst>
          </p:cNvPr>
          <p:cNvSpPr>
            <a:spLocks noChangeShapeType="1"/>
          </p:cNvSpPr>
          <p:nvPr/>
        </p:nvSpPr>
        <p:spPr bwMode="auto">
          <a:xfrm>
            <a:off x="7667500" y="5898975"/>
            <a:ext cx="0" cy="6096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1" name="AutoShape 18">
            <a:extLst>
              <a:ext uri="{FF2B5EF4-FFF2-40B4-BE49-F238E27FC236}">
                <a16:creationId xmlns:a16="http://schemas.microsoft.com/office/drawing/2014/main" id="{01237783-A1E4-4DF0-B022-BB4BD87A8342}"/>
              </a:ext>
            </a:extLst>
          </p:cNvPr>
          <p:cNvSpPr>
            <a:spLocks/>
          </p:cNvSpPr>
          <p:nvPr/>
        </p:nvSpPr>
        <p:spPr bwMode="auto">
          <a:xfrm rot="16200000">
            <a:off x="1571500" y="6203775"/>
            <a:ext cx="152400" cy="1066800"/>
          </a:xfrm>
          <a:prstGeom prst="leftBrace">
            <a:avLst>
              <a:gd name="adj1" fmla="val 58333"/>
              <a:gd name="adj2" fmla="val 52528"/>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kumimoji="1" lang="zh-CN" altLang="zh-CN" b="0">
              <a:solidFill>
                <a:srgbClr val="000099"/>
              </a:solidFill>
              <a:ea typeface="宋体" panose="02010600030101010101" pitchFamily="2" charset="-122"/>
            </a:endParaRPr>
          </a:p>
        </p:txBody>
      </p:sp>
      <p:sp>
        <p:nvSpPr>
          <p:cNvPr id="42" name="AutoShape 19">
            <a:extLst>
              <a:ext uri="{FF2B5EF4-FFF2-40B4-BE49-F238E27FC236}">
                <a16:creationId xmlns:a16="http://schemas.microsoft.com/office/drawing/2014/main" id="{FAE8173C-A36E-403C-9FB1-402F5DB60675}"/>
              </a:ext>
            </a:extLst>
          </p:cNvPr>
          <p:cNvSpPr>
            <a:spLocks/>
          </p:cNvSpPr>
          <p:nvPr/>
        </p:nvSpPr>
        <p:spPr bwMode="auto">
          <a:xfrm rot="16200000">
            <a:off x="3095500" y="5898975"/>
            <a:ext cx="152400" cy="1676400"/>
          </a:xfrm>
          <a:prstGeom prst="leftBrace">
            <a:avLst>
              <a:gd name="adj1" fmla="val 91667"/>
              <a:gd name="adj2" fmla="val 52528"/>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kumimoji="1" lang="zh-CN" altLang="zh-CN" b="0">
              <a:solidFill>
                <a:srgbClr val="000099"/>
              </a:solidFill>
              <a:ea typeface="宋体" panose="02010600030101010101" pitchFamily="2" charset="-122"/>
            </a:endParaRPr>
          </a:p>
        </p:txBody>
      </p:sp>
      <p:sp>
        <p:nvSpPr>
          <p:cNvPr id="43" name="AutoShape 20">
            <a:extLst>
              <a:ext uri="{FF2B5EF4-FFF2-40B4-BE49-F238E27FC236}">
                <a16:creationId xmlns:a16="http://schemas.microsoft.com/office/drawing/2014/main" id="{1FB5D6B1-1CE1-4204-8327-787E00047C5A}"/>
              </a:ext>
            </a:extLst>
          </p:cNvPr>
          <p:cNvSpPr>
            <a:spLocks/>
          </p:cNvSpPr>
          <p:nvPr/>
        </p:nvSpPr>
        <p:spPr bwMode="auto">
          <a:xfrm rot="16200000">
            <a:off x="4924300" y="5898975"/>
            <a:ext cx="152400" cy="1676400"/>
          </a:xfrm>
          <a:prstGeom prst="leftBrace">
            <a:avLst>
              <a:gd name="adj1" fmla="val 91667"/>
              <a:gd name="adj2" fmla="val 52528"/>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kumimoji="1" lang="zh-CN" altLang="zh-CN" b="0">
              <a:solidFill>
                <a:srgbClr val="000099"/>
              </a:solidFill>
              <a:ea typeface="宋体" panose="02010600030101010101" pitchFamily="2" charset="-122"/>
            </a:endParaRPr>
          </a:p>
        </p:txBody>
      </p:sp>
      <p:sp>
        <p:nvSpPr>
          <p:cNvPr id="44" name="AutoShape 21">
            <a:extLst>
              <a:ext uri="{FF2B5EF4-FFF2-40B4-BE49-F238E27FC236}">
                <a16:creationId xmlns:a16="http://schemas.microsoft.com/office/drawing/2014/main" id="{2850CCE3-55F8-4462-8072-8723FFAECB91}"/>
              </a:ext>
            </a:extLst>
          </p:cNvPr>
          <p:cNvSpPr>
            <a:spLocks/>
          </p:cNvSpPr>
          <p:nvPr/>
        </p:nvSpPr>
        <p:spPr bwMode="auto">
          <a:xfrm rot="16200000">
            <a:off x="7553200" y="5708475"/>
            <a:ext cx="152400" cy="2057400"/>
          </a:xfrm>
          <a:prstGeom prst="leftBrace">
            <a:avLst>
              <a:gd name="adj1" fmla="val 112500"/>
              <a:gd name="adj2" fmla="val 52528"/>
            </a:avLst>
          </a:prstGeom>
          <a:noFill/>
          <a:ln w="28575">
            <a:solidFill>
              <a:srgbClr val="8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kumimoji="1" lang="zh-CN" altLang="zh-CN" b="0">
              <a:solidFill>
                <a:srgbClr val="000099"/>
              </a:solidFill>
              <a:ea typeface="宋体" panose="02010600030101010101" pitchFamily="2" charset="-122"/>
            </a:endParaRPr>
          </a:p>
        </p:txBody>
      </p:sp>
      <p:sp>
        <p:nvSpPr>
          <p:cNvPr id="45" name="AutoShape 25">
            <a:extLst>
              <a:ext uri="{FF2B5EF4-FFF2-40B4-BE49-F238E27FC236}">
                <a16:creationId xmlns:a16="http://schemas.microsoft.com/office/drawing/2014/main" id="{9BA65F85-A362-4CC0-9623-D23C274EDEDE}"/>
              </a:ext>
            </a:extLst>
          </p:cNvPr>
          <p:cNvSpPr>
            <a:spLocks noChangeArrowheads="1"/>
          </p:cNvSpPr>
          <p:nvPr/>
        </p:nvSpPr>
        <p:spPr bwMode="auto">
          <a:xfrm rot="1725769" flipV="1">
            <a:off x="2445461" y="3324066"/>
            <a:ext cx="5076566" cy="301671"/>
          </a:xfrm>
          <a:custGeom>
            <a:avLst/>
            <a:gdLst>
              <a:gd name="G0" fmla="+- 0 0 0"/>
              <a:gd name="G1" fmla="+- 21600 0 0"/>
              <a:gd name="G2" fmla="*/ 0 1 2"/>
              <a:gd name="G3" fmla="+- 21600 0 G2"/>
              <a:gd name="G4" fmla="+/ 0 21600 2"/>
              <a:gd name="G5" fmla="+/ G1 0 2"/>
              <a:gd name="G6" fmla="*/ 21600 21600 0"/>
              <a:gd name="G7" fmla="*/ G6 1 2"/>
              <a:gd name="G8" fmla="+- 21600 0 G7"/>
              <a:gd name="G9" fmla="*/ 21600 1 2"/>
              <a:gd name="G10" fmla="+- 0 0 G9"/>
              <a:gd name="G11" fmla="?: G10 G8 0"/>
              <a:gd name="G12" fmla="?: G10 G7 21600"/>
              <a:gd name="T0" fmla="*/ 21600 w 21600"/>
              <a:gd name="T1" fmla="*/ 10800 h 21600"/>
              <a:gd name="T2" fmla="*/ 10800 w 21600"/>
              <a:gd name="T3" fmla="*/ 21600 h 21600"/>
              <a:gd name="T4" fmla="*/ 0 w 21600"/>
              <a:gd name="T5" fmla="*/ 10800 h 21600"/>
              <a:gd name="T6" fmla="*/ 10800 w 21600"/>
              <a:gd name="T7" fmla="*/ 0 h 21600"/>
              <a:gd name="T8" fmla="*/ 1800 w 21600"/>
              <a:gd name="T9" fmla="*/ 1800 h 21600"/>
              <a:gd name="T10" fmla="*/ 19800 w 21600"/>
              <a:gd name="T11" fmla="*/ 19800 h 21600"/>
            </a:gdLst>
            <a:ahLst/>
            <a:cxnLst>
              <a:cxn ang="0">
                <a:pos x="T0" y="T1"/>
              </a:cxn>
              <a:cxn ang="0">
                <a:pos x="T2" y="T3"/>
              </a:cxn>
              <a:cxn ang="0">
                <a:pos x="T4" y="T5"/>
              </a:cxn>
              <a:cxn ang="0">
                <a:pos x="T6" y="T7"/>
              </a:cxn>
            </a:cxnLst>
            <a:rect l="T8" t="T9" r="T10" b="T11"/>
            <a:pathLst>
              <a:path w="21600" h="21600">
                <a:moveTo>
                  <a:pt x="0" y="0"/>
                </a:moveTo>
                <a:lnTo>
                  <a:pt x="0" y="21600"/>
                </a:lnTo>
                <a:lnTo>
                  <a:pt x="21600" y="21600"/>
                </a:lnTo>
                <a:lnTo>
                  <a:pt x="21600" y="0"/>
                </a:lnTo>
                <a:close/>
              </a:path>
            </a:pathLst>
          </a:custGeom>
          <a:solidFill>
            <a:srgbClr val="0000CC">
              <a:alpha val="19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 name="AutoShape 26">
            <a:extLst>
              <a:ext uri="{FF2B5EF4-FFF2-40B4-BE49-F238E27FC236}">
                <a16:creationId xmlns:a16="http://schemas.microsoft.com/office/drawing/2014/main" id="{EA9CBDA8-87EE-4271-BACF-0AF835F517B3}"/>
              </a:ext>
            </a:extLst>
          </p:cNvPr>
          <p:cNvSpPr>
            <a:spLocks noChangeArrowheads="1"/>
          </p:cNvSpPr>
          <p:nvPr/>
        </p:nvSpPr>
        <p:spPr bwMode="auto">
          <a:xfrm rot="1725769" flipV="1">
            <a:off x="1640923" y="3615125"/>
            <a:ext cx="5950803" cy="347830"/>
          </a:xfrm>
          <a:custGeom>
            <a:avLst/>
            <a:gdLst>
              <a:gd name="G0" fmla="+- 0 0 0"/>
              <a:gd name="G1" fmla="+- 21600 0 0"/>
              <a:gd name="G2" fmla="*/ 0 1 2"/>
              <a:gd name="G3" fmla="+- 21600 0 G2"/>
              <a:gd name="G4" fmla="+/ 0 21600 2"/>
              <a:gd name="G5" fmla="+/ G1 0 2"/>
              <a:gd name="G6" fmla="*/ 21600 21600 0"/>
              <a:gd name="G7" fmla="*/ G6 1 2"/>
              <a:gd name="G8" fmla="+- 21600 0 G7"/>
              <a:gd name="G9" fmla="*/ 21600 1 2"/>
              <a:gd name="G10" fmla="+- 0 0 G9"/>
              <a:gd name="G11" fmla="?: G10 G8 0"/>
              <a:gd name="G12" fmla="?: G10 G7 21600"/>
              <a:gd name="T0" fmla="*/ 21600 w 21600"/>
              <a:gd name="T1" fmla="*/ 10800 h 21600"/>
              <a:gd name="T2" fmla="*/ 10800 w 21600"/>
              <a:gd name="T3" fmla="*/ 21600 h 21600"/>
              <a:gd name="T4" fmla="*/ 0 w 21600"/>
              <a:gd name="T5" fmla="*/ 10800 h 21600"/>
              <a:gd name="T6" fmla="*/ 10800 w 21600"/>
              <a:gd name="T7" fmla="*/ 0 h 21600"/>
              <a:gd name="T8" fmla="*/ 1800 w 21600"/>
              <a:gd name="T9" fmla="*/ 1800 h 21600"/>
              <a:gd name="T10" fmla="*/ 19800 w 21600"/>
              <a:gd name="T11" fmla="*/ 19800 h 21600"/>
            </a:gdLst>
            <a:ahLst/>
            <a:cxnLst>
              <a:cxn ang="0">
                <a:pos x="T0" y="T1"/>
              </a:cxn>
              <a:cxn ang="0">
                <a:pos x="T2" y="T3"/>
              </a:cxn>
              <a:cxn ang="0">
                <a:pos x="T4" y="T5"/>
              </a:cxn>
              <a:cxn ang="0">
                <a:pos x="T6" y="T7"/>
              </a:cxn>
            </a:cxnLst>
            <a:rect l="T8" t="T9" r="T10" b="T11"/>
            <a:pathLst>
              <a:path w="21600" h="21600">
                <a:moveTo>
                  <a:pt x="0" y="0"/>
                </a:moveTo>
                <a:lnTo>
                  <a:pt x="0" y="21600"/>
                </a:lnTo>
                <a:lnTo>
                  <a:pt x="21600" y="21600"/>
                </a:lnTo>
                <a:lnTo>
                  <a:pt x="21600" y="0"/>
                </a:lnTo>
                <a:close/>
              </a:path>
            </a:pathLst>
          </a:custGeom>
          <a:solidFill>
            <a:srgbClr val="3366FF">
              <a:alpha val="28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7" name="AutoShape 27">
            <a:extLst>
              <a:ext uri="{FF2B5EF4-FFF2-40B4-BE49-F238E27FC236}">
                <a16:creationId xmlns:a16="http://schemas.microsoft.com/office/drawing/2014/main" id="{1E054DA5-8359-4B48-8A7A-1469FE4C4E1A}"/>
              </a:ext>
            </a:extLst>
          </p:cNvPr>
          <p:cNvSpPr>
            <a:spLocks noChangeArrowheads="1"/>
          </p:cNvSpPr>
          <p:nvPr/>
        </p:nvSpPr>
        <p:spPr bwMode="auto">
          <a:xfrm rot="1725769" flipV="1">
            <a:off x="1678804" y="3837540"/>
            <a:ext cx="4699202" cy="282911"/>
          </a:xfrm>
          <a:custGeom>
            <a:avLst/>
            <a:gdLst>
              <a:gd name="G0" fmla="+- 0 0 0"/>
              <a:gd name="G1" fmla="+- 21600 0 0"/>
              <a:gd name="G2" fmla="*/ 0 1 2"/>
              <a:gd name="G3" fmla="+- 21600 0 G2"/>
              <a:gd name="G4" fmla="+/ 0 21600 2"/>
              <a:gd name="G5" fmla="+/ G1 0 2"/>
              <a:gd name="G6" fmla="*/ 21600 21600 0"/>
              <a:gd name="G7" fmla="*/ G6 1 2"/>
              <a:gd name="G8" fmla="+- 21600 0 G7"/>
              <a:gd name="G9" fmla="*/ 21600 1 2"/>
              <a:gd name="G10" fmla="+- 0 0 G9"/>
              <a:gd name="G11" fmla="?: G10 G8 0"/>
              <a:gd name="G12" fmla="?: G10 G7 21600"/>
              <a:gd name="T0" fmla="*/ 21600 w 21600"/>
              <a:gd name="T1" fmla="*/ 10800 h 21600"/>
              <a:gd name="T2" fmla="*/ 10800 w 21600"/>
              <a:gd name="T3" fmla="*/ 21600 h 21600"/>
              <a:gd name="T4" fmla="*/ 0 w 21600"/>
              <a:gd name="T5" fmla="*/ 10800 h 21600"/>
              <a:gd name="T6" fmla="*/ 10800 w 21600"/>
              <a:gd name="T7" fmla="*/ 0 h 21600"/>
              <a:gd name="T8" fmla="*/ 1800 w 21600"/>
              <a:gd name="T9" fmla="*/ 1800 h 21600"/>
              <a:gd name="T10" fmla="*/ 19800 w 21600"/>
              <a:gd name="T11" fmla="*/ 19800 h 21600"/>
            </a:gdLst>
            <a:ahLst/>
            <a:cxnLst>
              <a:cxn ang="0">
                <a:pos x="T0" y="T1"/>
              </a:cxn>
              <a:cxn ang="0">
                <a:pos x="T2" y="T3"/>
              </a:cxn>
              <a:cxn ang="0">
                <a:pos x="T4" y="T5"/>
              </a:cxn>
              <a:cxn ang="0">
                <a:pos x="T6" y="T7"/>
              </a:cxn>
            </a:cxnLst>
            <a:rect l="T8" t="T9" r="T10" b="T11"/>
            <a:pathLst>
              <a:path w="21600" h="21600">
                <a:moveTo>
                  <a:pt x="0" y="0"/>
                </a:moveTo>
                <a:lnTo>
                  <a:pt x="0" y="21600"/>
                </a:lnTo>
                <a:lnTo>
                  <a:pt x="21600" y="21600"/>
                </a:lnTo>
                <a:lnTo>
                  <a:pt x="21600" y="0"/>
                </a:lnTo>
                <a:close/>
              </a:path>
            </a:pathLst>
          </a:custGeom>
          <a:solidFill>
            <a:srgbClr val="3366FF">
              <a:alpha val="28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48" name="文本框 47">
            <a:extLst>
              <a:ext uri="{FF2B5EF4-FFF2-40B4-BE49-F238E27FC236}">
                <a16:creationId xmlns:a16="http://schemas.microsoft.com/office/drawing/2014/main" id="{DF5AFAAF-0548-4542-AD93-4667B02DD1D3}"/>
              </a:ext>
            </a:extLst>
          </p:cNvPr>
          <p:cNvSpPr txBox="1"/>
          <p:nvPr/>
        </p:nvSpPr>
        <p:spPr>
          <a:xfrm>
            <a:off x="8034462" y="2445982"/>
            <a:ext cx="531812" cy="2554545"/>
          </a:xfrm>
          <a:prstGeom prst="rect">
            <a:avLst/>
          </a:prstGeom>
          <a:noFill/>
        </p:spPr>
        <p:txBody>
          <a:bodyPr wrap="square" rtlCol="0">
            <a:spAutoFit/>
          </a:bodyPr>
          <a:lstStyle/>
          <a:p>
            <a:r>
              <a:rPr lang="zh-CN" altLang="en-US" sz="3200" dirty="0">
                <a:solidFill>
                  <a:srgbClr val="0000FF"/>
                </a:solidFill>
                <a:latin typeface="华文新魏" panose="02010800040101010101" pitchFamily="2" charset="-122"/>
                <a:ea typeface="华文新魏" panose="02010800040101010101" pitchFamily="2" charset="-122"/>
              </a:rPr>
              <a:t>三对角矩阵</a:t>
            </a:r>
          </a:p>
        </p:txBody>
      </p:sp>
    </p:spTree>
    <p:extLst>
      <p:ext uri="{BB962C8B-B14F-4D97-AF65-F5344CB8AC3E}">
        <p14:creationId xmlns:p14="http://schemas.microsoft.com/office/powerpoint/2010/main" val="3564901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CB41F7-001C-42D1-B7E1-4F5D55F05046}"/>
              </a:ext>
            </a:extLst>
          </p:cNvPr>
          <p:cNvSpPr>
            <a:spLocks noGrp="1"/>
          </p:cNvSpPr>
          <p:nvPr>
            <p:ph type="title"/>
          </p:nvPr>
        </p:nvSpPr>
        <p:spPr/>
        <p:txBody>
          <a:bodyPr/>
          <a:lstStyle/>
          <a:p>
            <a:r>
              <a:rPr lang="zh-CN" altLang="en-US" dirty="0"/>
              <a:t>三对角阵的压缩存储</a:t>
            </a:r>
          </a:p>
        </p:txBody>
      </p:sp>
      <p:sp>
        <p:nvSpPr>
          <p:cNvPr id="3" name="内容占位符 2">
            <a:extLst>
              <a:ext uri="{FF2B5EF4-FFF2-40B4-BE49-F238E27FC236}">
                <a16:creationId xmlns:a16="http://schemas.microsoft.com/office/drawing/2014/main" id="{32423AEF-5CB4-4EB3-84F1-6CB61C548F91}"/>
              </a:ext>
            </a:extLst>
          </p:cNvPr>
          <p:cNvSpPr>
            <a:spLocks noGrp="1"/>
          </p:cNvSpPr>
          <p:nvPr>
            <p:ph idx="1"/>
          </p:nvPr>
        </p:nvSpPr>
        <p:spPr>
          <a:xfrm>
            <a:off x="214646" y="764704"/>
            <a:ext cx="8714666" cy="5861050"/>
          </a:xfrm>
        </p:spPr>
        <p:txBody>
          <a:bodyPr/>
          <a:lstStyle/>
          <a:p>
            <a:pPr>
              <a:buClr>
                <a:srgbClr val="990099"/>
              </a:buClr>
              <a:buSzPct val="50000"/>
              <a:buFont typeface="Wingdings" panose="05000000000000000000" pitchFamily="2" charset="2"/>
              <a:buChar char="l"/>
            </a:pPr>
            <a:r>
              <a:rPr lang="zh-CN" altLang="en-US" dirty="0">
                <a:latin typeface="+mn-ea"/>
                <a:ea typeface="+mn-ea"/>
              </a:rPr>
              <a:t>三对角矩阵中除主对角线及在主对角线上下最临近的两条对角线上的元素外，所有其它元素均为</a:t>
            </a:r>
            <a:r>
              <a:rPr lang="en-US" altLang="zh-CN" dirty="0">
                <a:latin typeface="+mn-ea"/>
                <a:ea typeface="+mn-ea"/>
              </a:rPr>
              <a:t>0</a:t>
            </a:r>
            <a:r>
              <a:rPr lang="zh-CN" altLang="en-US" dirty="0">
                <a:latin typeface="+mn-ea"/>
                <a:ea typeface="+mn-ea"/>
              </a:rPr>
              <a:t>。总共有</a:t>
            </a:r>
            <a:r>
              <a:rPr lang="zh-CN" altLang="en-US" b="1" dirty="0">
                <a:latin typeface="+mn-ea"/>
                <a:ea typeface="+mn-ea"/>
              </a:rPr>
              <a:t> </a:t>
            </a:r>
            <a:r>
              <a:rPr lang="en-US" altLang="zh-CN" b="1" dirty="0">
                <a:solidFill>
                  <a:srgbClr val="FF0000"/>
                </a:solidFill>
                <a:ea typeface="+mn-ea"/>
              </a:rPr>
              <a:t>3</a:t>
            </a:r>
            <a:r>
              <a:rPr lang="en-US" altLang="zh-CN" b="1" i="1" dirty="0">
                <a:solidFill>
                  <a:srgbClr val="FF0000"/>
                </a:solidFill>
                <a:ea typeface="+mn-ea"/>
              </a:rPr>
              <a:t>n</a:t>
            </a:r>
            <a:r>
              <a:rPr lang="en-US" altLang="zh-CN" b="1" dirty="0">
                <a:solidFill>
                  <a:srgbClr val="FF0000"/>
                </a:solidFill>
                <a:ea typeface="+mn-ea"/>
              </a:rPr>
              <a:t>-2</a:t>
            </a:r>
            <a:r>
              <a:rPr lang="en-US" altLang="zh-CN" b="1" dirty="0">
                <a:latin typeface="+mn-ea"/>
                <a:ea typeface="+mn-ea"/>
              </a:rPr>
              <a:t> </a:t>
            </a:r>
            <a:r>
              <a:rPr lang="zh-CN" altLang="en-US" dirty="0">
                <a:latin typeface="+mn-ea"/>
                <a:ea typeface="+mn-ea"/>
              </a:rPr>
              <a:t>个</a:t>
            </a:r>
            <a:r>
              <a:rPr lang="zh-CN" altLang="en-US" dirty="0">
                <a:solidFill>
                  <a:srgbClr val="0000FF"/>
                </a:solidFill>
                <a:latin typeface="+mn-ea"/>
                <a:ea typeface="+mn-ea"/>
              </a:rPr>
              <a:t>非零元素</a:t>
            </a:r>
            <a:r>
              <a:rPr lang="zh-CN" altLang="en-US" dirty="0">
                <a:latin typeface="+mn-ea"/>
                <a:ea typeface="+mn-ea"/>
              </a:rPr>
              <a:t>。</a:t>
            </a:r>
          </a:p>
          <a:p>
            <a:pPr>
              <a:buClr>
                <a:srgbClr val="990099"/>
              </a:buClr>
              <a:buSzPct val="50000"/>
              <a:buFont typeface="Wingdings" panose="05000000000000000000" pitchFamily="2" charset="2"/>
              <a:buChar char="l"/>
            </a:pPr>
            <a:r>
              <a:rPr lang="zh-CN" altLang="en-US" dirty="0">
                <a:latin typeface="+mn-ea"/>
                <a:ea typeface="+mn-ea"/>
              </a:rPr>
              <a:t>将三对角矩阵</a:t>
            </a:r>
            <a:r>
              <a:rPr lang="zh-CN" altLang="en-US" dirty="0">
                <a:ea typeface="+mn-ea"/>
              </a:rPr>
              <a:t> </a:t>
            </a:r>
            <a:r>
              <a:rPr lang="en-US" altLang="zh-CN" dirty="0">
                <a:ea typeface="+mn-ea"/>
              </a:rPr>
              <a:t>A </a:t>
            </a:r>
            <a:r>
              <a:rPr lang="zh-CN" altLang="en-US" dirty="0">
                <a:latin typeface="+mn-ea"/>
                <a:ea typeface="+mn-ea"/>
              </a:rPr>
              <a:t>中三条对角线上的元素按行存放在一维数组 </a:t>
            </a:r>
            <a:r>
              <a:rPr lang="en-US" altLang="zh-CN" dirty="0">
                <a:ea typeface="+mn-ea"/>
              </a:rPr>
              <a:t>B</a:t>
            </a:r>
            <a:r>
              <a:rPr lang="en-US" altLang="zh-CN" dirty="0">
                <a:latin typeface="+mn-ea"/>
                <a:ea typeface="+mn-ea"/>
              </a:rPr>
              <a:t> </a:t>
            </a:r>
            <a:r>
              <a:rPr lang="zh-CN" altLang="en-US" dirty="0">
                <a:latin typeface="+mn-ea"/>
                <a:ea typeface="+mn-ea"/>
              </a:rPr>
              <a:t>中，且</a:t>
            </a:r>
            <a:r>
              <a:rPr lang="zh-CN" altLang="en-US" dirty="0">
                <a:ea typeface="+mn-ea"/>
              </a:rPr>
              <a:t> </a:t>
            </a:r>
            <a:r>
              <a:rPr lang="en-US" altLang="zh-CN" i="1" dirty="0">
                <a:solidFill>
                  <a:srgbClr val="FF0000"/>
                </a:solidFill>
                <a:ea typeface="+mn-ea"/>
              </a:rPr>
              <a:t>a</a:t>
            </a:r>
            <a:r>
              <a:rPr lang="en-US" altLang="zh-CN" baseline="-25000" dirty="0">
                <a:solidFill>
                  <a:srgbClr val="FF0000"/>
                </a:solidFill>
                <a:ea typeface="+mn-ea"/>
              </a:rPr>
              <a:t>00 </a:t>
            </a:r>
            <a:r>
              <a:rPr lang="zh-CN" altLang="en-US" dirty="0">
                <a:latin typeface="+mn-ea"/>
                <a:ea typeface="+mn-ea"/>
              </a:rPr>
              <a:t>存放于 </a:t>
            </a:r>
            <a:r>
              <a:rPr lang="en-US" altLang="zh-CN" dirty="0">
                <a:solidFill>
                  <a:srgbClr val="FF0000"/>
                </a:solidFill>
                <a:ea typeface="+mn-ea"/>
              </a:rPr>
              <a:t>B[0]</a:t>
            </a:r>
            <a:r>
              <a:rPr lang="zh-CN" altLang="en-US" dirty="0">
                <a:latin typeface="+mn-ea"/>
                <a:ea typeface="+mn-ea"/>
              </a:rPr>
              <a:t>。在三条对角线上的元素 </a:t>
            </a:r>
            <a:r>
              <a:rPr lang="en-US" altLang="zh-CN" i="1" dirty="0" err="1">
                <a:solidFill>
                  <a:srgbClr val="FF0000"/>
                </a:solidFill>
                <a:ea typeface="+mn-ea"/>
              </a:rPr>
              <a:t>a</a:t>
            </a:r>
            <a:r>
              <a:rPr lang="en-US" altLang="zh-CN" i="1" baseline="-25000" dirty="0" err="1">
                <a:solidFill>
                  <a:srgbClr val="FF0000"/>
                </a:solidFill>
                <a:ea typeface="+mn-ea"/>
              </a:rPr>
              <a:t>ij</a:t>
            </a:r>
            <a:r>
              <a:rPr lang="en-US" altLang="zh-CN" baseline="-25000" dirty="0">
                <a:solidFill>
                  <a:srgbClr val="FF0000"/>
                </a:solidFill>
                <a:ea typeface="+mn-ea"/>
              </a:rPr>
              <a:t> </a:t>
            </a:r>
            <a:r>
              <a:rPr lang="en-US" altLang="zh-CN" baseline="-25000" dirty="0">
                <a:solidFill>
                  <a:srgbClr val="FF0000"/>
                </a:solidFill>
                <a:latin typeface="+mn-ea"/>
                <a:ea typeface="+mn-ea"/>
              </a:rPr>
              <a:t> </a:t>
            </a:r>
            <a:r>
              <a:rPr lang="zh-CN" altLang="zh-CN" dirty="0">
                <a:latin typeface="+mn-ea"/>
                <a:ea typeface="+mn-ea"/>
              </a:rPr>
              <a:t>满足</a:t>
            </a:r>
            <a:r>
              <a:rPr lang="en-US" altLang="zh-CN" dirty="0">
                <a:latin typeface="+mn-ea"/>
                <a:ea typeface="+mn-ea"/>
              </a:rPr>
              <a:t> </a:t>
            </a:r>
            <a:r>
              <a:rPr lang="zh-CN" altLang="zh-CN" dirty="0">
                <a:solidFill>
                  <a:srgbClr val="0000FF"/>
                </a:solidFill>
                <a:ea typeface="+mn-ea"/>
              </a:rPr>
              <a:t>0 </a:t>
            </a:r>
            <a:r>
              <a:rPr lang="en-US" altLang="zh-CN" dirty="0">
                <a:solidFill>
                  <a:srgbClr val="0000FF"/>
                </a:solidFill>
                <a:ea typeface="+mn-ea"/>
                <a:sym typeface="Symbol" panose="05050102010706020507" pitchFamily="18" charset="2"/>
              </a:rPr>
              <a:t></a:t>
            </a:r>
            <a:r>
              <a:rPr lang="en-US" altLang="zh-CN" dirty="0">
                <a:solidFill>
                  <a:srgbClr val="0000FF"/>
                </a:solidFill>
                <a:ea typeface="+mn-ea"/>
              </a:rPr>
              <a:t> </a:t>
            </a:r>
            <a:r>
              <a:rPr lang="en-US" altLang="zh-CN" i="1" dirty="0" err="1">
                <a:solidFill>
                  <a:srgbClr val="0000FF"/>
                </a:solidFill>
                <a:ea typeface="+mn-ea"/>
              </a:rPr>
              <a:t>i</a:t>
            </a:r>
            <a:r>
              <a:rPr lang="en-US" altLang="zh-CN" dirty="0">
                <a:solidFill>
                  <a:srgbClr val="0000FF"/>
                </a:solidFill>
                <a:ea typeface="+mn-ea"/>
              </a:rPr>
              <a:t> </a:t>
            </a:r>
            <a:r>
              <a:rPr lang="en-US" altLang="zh-CN" dirty="0">
                <a:solidFill>
                  <a:srgbClr val="0000FF"/>
                </a:solidFill>
                <a:ea typeface="+mn-ea"/>
                <a:sym typeface="Symbol" panose="05050102010706020507" pitchFamily="18" charset="2"/>
              </a:rPr>
              <a:t></a:t>
            </a:r>
            <a:r>
              <a:rPr lang="en-US" altLang="zh-CN" dirty="0">
                <a:solidFill>
                  <a:srgbClr val="0000FF"/>
                </a:solidFill>
                <a:ea typeface="+mn-ea"/>
              </a:rPr>
              <a:t> </a:t>
            </a:r>
            <a:r>
              <a:rPr lang="en-US" altLang="zh-CN" i="1" dirty="0">
                <a:solidFill>
                  <a:srgbClr val="0000FF"/>
                </a:solidFill>
                <a:ea typeface="+mn-ea"/>
              </a:rPr>
              <a:t>n</a:t>
            </a:r>
            <a:r>
              <a:rPr lang="en-US" altLang="zh-CN" dirty="0">
                <a:solidFill>
                  <a:srgbClr val="0000FF"/>
                </a:solidFill>
                <a:ea typeface="+mn-ea"/>
              </a:rPr>
              <a:t>-1</a:t>
            </a:r>
            <a:r>
              <a:rPr lang="zh-CN" altLang="en-US" dirty="0">
                <a:solidFill>
                  <a:srgbClr val="0000FF"/>
                </a:solidFill>
                <a:ea typeface="+mn-ea"/>
              </a:rPr>
              <a:t>，</a:t>
            </a:r>
            <a:r>
              <a:rPr lang="en-US" altLang="zh-CN" i="1" dirty="0">
                <a:solidFill>
                  <a:srgbClr val="0000FF"/>
                </a:solidFill>
                <a:ea typeface="+mn-ea"/>
              </a:rPr>
              <a:t>i</a:t>
            </a:r>
            <a:r>
              <a:rPr lang="en-US" altLang="zh-CN" dirty="0">
                <a:solidFill>
                  <a:srgbClr val="0000FF"/>
                </a:solidFill>
                <a:ea typeface="+mn-ea"/>
              </a:rPr>
              <a:t>-1 </a:t>
            </a:r>
            <a:r>
              <a:rPr lang="en-US" altLang="zh-CN" dirty="0">
                <a:solidFill>
                  <a:srgbClr val="0000FF"/>
                </a:solidFill>
                <a:ea typeface="+mn-ea"/>
                <a:sym typeface="Symbol" panose="05050102010706020507" pitchFamily="18" charset="2"/>
              </a:rPr>
              <a:t></a:t>
            </a:r>
            <a:r>
              <a:rPr lang="en-US" altLang="zh-CN" dirty="0">
                <a:solidFill>
                  <a:srgbClr val="0000FF"/>
                </a:solidFill>
                <a:ea typeface="+mn-ea"/>
              </a:rPr>
              <a:t> </a:t>
            </a:r>
            <a:r>
              <a:rPr lang="en-US" altLang="zh-CN" i="1" dirty="0">
                <a:solidFill>
                  <a:srgbClr val="0000FF"/>
                </a:solidFill>
                <a:ea typeface="+mn-ea"/>
              </a:rPr>
              <a:t>j</a:t>
            </a:r>
            <a:r>
              <a:rPr lang="en-US" altLang="zh-CN" dirty="0">
                <a:solidFill>
                  <a:srgbClr val="0000FF"/>
                </a:solidFill>
                <a:ea typeface="+mn-ea"/>
              </a:rPr>
              <a:t> </a:t>
            </a:r>
            <a:r>
              <a:rPr lang="en-US" altLang="zh-CN" dirty="0">
                <a:solidFill>
                  <a:srgbClr val="0000FF"/>
                </a:solidFill>
                <a:ea typeface="+mn-ea"/>
                <a:sym typeface="Symbol" panose="05050102010706020507" pitchFamily="18" charset="2"/>
              </a:rPr>
              <a:t></a:t>
            </a:r>
            <a:r>
              <a:rPr lang="en-US" altLang="zh-CN" dirty="0">
                <a:solidFill>
                  <a:srgbClr val="0000FF"/>
                </a:solidFill>
                <a:ea typeface="+mn-ea"/>
              </a:rPr>
              <a:t> </a:t>
            </a:r>
            <a:r>
              <a:rPr lang="en-US" altLang="zh-CN" i="1" dirty="0">
                <a:solidFill>
                  <a:srgbClr val="0000FF"/>
                </a:solidFill>
                <a:ea typeface="+mn-ea"/>
              </a:rPr>
              <a:t>i</a:t>
            </a:r>
            <a:r>
              <a:rPr lang="en-US" altLang="zh-CN" dirty="0">
                <a:solidFill>
                  <a:srgbClr val="0000FF"/>
                </a:solidFill>
                <a:ea typeface="+mn-ea"/>
              </a:rPr>
              <a:t>+1</a:t>
            </a:r>
            <a:r>
              <a:rPr lang="zh-CN" altLang="en-US" dirty="0">
                <a:ea typeface="+mn-ea"/>
              </a:rPr>
              <a:t>。</a:t>
            </a:r>
            <a:endParaRPr lang="en-US" altLang="zh-CN" dirty="0">
              <a:ea typeface="+mn-ea"/>
            </a:endParaRPr>
          </a:p>
          <a:p>
            <a:pPr>
              <a:buClr>
                <a:srgbClr val="990099"/>
              </a:buClr>
              <a:buSzPct val="50000"/>
              <a:buFont typeface="Wingdings" panose="05000000000000000000" pitchFamily="2" charset="2"/>
              <a:buChar char="l"/>
            </a:pPr>
            <a:r>
              <a:rPr lang="zh-CN" altLang="en-US" dirty="0">
                <a:latin typeface="+mn-ea"/>
                <a:ea typeface="+mn-ea"/>
              </a:rPr>
              <a:t>在一维数组 </a:t>
            </a:r>
            <a:r>
              <a:rPr lang="en-US" altLang="zh-CN" dirty="0">
                <a:ea typeface="+mn-ea"/>
              </a:rPr>
              <a:t>B</a:t>
            </a:r>
            <a:r>
              <a:rPr lang="en-US" altLang="zh-CN" dirty="0">
                <a:latin typeface="+mn-ea"/>
                <a:ea typeface="+mn-ea"/>
              </a:rPr>
              <a:t> </a:t>
            </a:r>
            <a:r>
              <a:rPr lang="zh-CN" altLang="en-US" dirty="0">
                <a:latin typeface="+mn-ea"/>
                <a:ea typeface="+mn-ea"/>
              </a:rPr>
              <a:t>中，</a:t>
            </a:r>
            <a:r>
              <a:rPr lang="en-US" altLang="zh-CN" dirty="0">
                <a:ea typeface="+mn-ea"/>
              </a:rPr>
              <a:t>A[</a:t>
            </a:r>
            <a:r>
              <a:rPr lang="en-US" altLang="zh-CN" i="1" dirty="0" err="1">
                <a:ea typeface="+mn-ea"/>
              </a:rPr>
              <a:t>i</a:t>
            </a:r>
            <a:r>
              <a:rPr lang="en-US" altLang="zh-CN" dirty="0">
                <a:ea typeface="+mn-ea"/>
              </a:rPr>
              <a:t>][</a:t>
            </a:r>
            <a:r>
              <a:rPr lang="en-US" altLang="zh-CN" i="1" dirty="0">
                <a:ea typeface="+mn-ea"/>
              </a:rPr>
              <a:t>j</a:t>
            </a:r>
            <a:r>
              <a:rPr lang="en-US" altLang="zh-CN" dirty="0">
                <a:ea typeface="+mn-ea"/>
              </a:rPr>
              <a:t>] </a:t>
            </a:r>
            <a:r>
              <a:rPr lang="zh-CN" altLang="en-US" dirty="0">
                <a:latin typeface="+mn-ea"/>
                <a:ea typeface="+mn-ea"/>
              </a:rPr>
              <a:t>在第 </a:t>
            </a:r>
            <a:r>
              <a:rPr lang="en-US" altLang="zh-CN" i="1" dirty="0" err="1">
                <a:latin typeface="+mn-ea"/>
                <a:ea typeface="+mn-ea"/>
              </a:rPr>
              <a:t>i</a:t>
            </a:r>
            <a:r>
              <a:rPr lang="en-US" altLang="zh-CN" i="1" dirty="0">
                <a:latin typeface="+mn-ea"/>
                <a:ea typeface="+mn-ea"/>
              </a:rPr>
              <a:t> </a:t>
            </a:r>
            <a:r>
              <a:rPr lang="zh-CN" altLang="en-US" dirty="0">
                <a:latin typeface="+mn-ea"/>
                <a:ea typeface="+mn-ea"/>
              </a:rPr>
              <a:t>行前面有 </a:t>
            </a:r>
            <a:r>
              <a:rPr lang="en-US" altLang="zh-CN" dirty="0">
                <a:solidFill>
                  <a:srgbClr val="FF0000"/>
                </a:solidFill>
                <a:ea typeface="+mn-ea"/>
              </a:rPr>
              <a:t>3*</a:t>
            </a:r>
            <a:r>
              <a:rPr lang="en-US" altLang="zh-CN" i="1" dirty="0">
                <a:solidFill>
                  <a:srgbClr val="FF0000"/>
                </a:solidFill>
                <a:ea typeface="+mn-ea"/>
              </a:rPr>
              <a:t>i</a:t>
            </a:r>
            <a:r>
              <a:rPr lang="en-US" altLang="zh-CN" dirty="0">
                <a:solidFill>
                  <a:srgbClr val="FF0000"/>
                </a:solidFill>
                <a:ea typeface="+mn-ea"/>
              </a:rPr>
              <a:t>-1 </a:t>
            </a:r>
            <a:r>
              <a:rPr lang="zh-CN" altLang="en-US" dirty="0">
                <a:latin typeface="+mn-ea"/>
                <a:ea typeface="+mn-ea"/>
              </a:rPr>
              <a:t>个非零元素</a:t>
            </a:r>
            <a:r>
              <a:rPr lang="en-US" altLang="zh-CN" dirty="0">
                <a:latin typeface="+mn-ea"/>
                <a:ea typeface="+mn-ea"/>
              </a:rPr>
              <a:t>, </a:t>
            </a:r>
            <a:r>
              <a:rPr lang="zh-CN" altLang="en-US" dirty="0">
                <a:latin typeface="+mn-ea"/>
                <a:ea typeface="+mn-ea"/>
              </a:rPr>
              <a:t>在本行中第 </a:t>
            </a:r>
            <a:r>
              <a:rPr lang="en-US" altLang="zh-CN" i="1" dirty="0">
                <a:latin typeface="+mn-ea"/>
                <a:ea typeface="+mn-ea"/>
              </a:rPr>
              <a:t>j</a:t>
            </a:r>
            <a:r>
              <a:rPr lang="en-US" altLang="zh-CN" dirty="0">
                <a:latin typeface="+mn-ea"/>
                <a:ea typeface="+mn-ea"/>
              </a:rPr>
              <a:t> </a:t>
            </a:r>
            <a:r>
              <a:rPr lang="zh-CN" altLang="en-US" dirty="0">
                <a:latin typeface="+mn-ea"/>
                <a:ea typeface="+mn-ea"/>
              </a:rPr>
              <a:t>列前面有 </a:t>
            </a:r>
            <a:r>
              <a:rPr lang="en-US" altLang="zh-CN" i="1" dirty="0">
                <a:solidFill>
                  <a:srgbClr val="FF0000"/>
                </a:solidFill>
                <a:ea typeface="+mn-ea"/>
              </a:rPr>
              <a:t>j</a:t>
            </a:r>
            <a:r>
              <a:rPr lang="en-US" altLang="zh-CN" dirty="0">
                <a:solidFill>
                  <a:srgbClr val="FF0000"/>
                </a:solidFill>
                <a:ea typeface="+mn-ea"/>
              </a:rPr>
              <a:t>-</a:t>
            </a:r>
            <a:r>
              <a:rPr lang="en-US" altLang="zh-CN" i="1" dirty="0">
                <a:solidFill>
                  <a:srgbClr val="FF0000"/>
                </a:solidFill>
                <a:ea typeface="+mn-ea"/>
              </a:rPr>
              <a:t>i</a:t>
            </a:r>
            <a:r>
              <a:rPr lang="en-US" altLang="zh-CN" dirty="0">
                <a:solidFill>
                  <a:srgbClr val="FF0000"/>
                </a:solidFill>
                <a:ea typeface="+mn-ea"/>
              </a:rPr>
              <a:t>+1 </a:t>
            </a:r>
            <a:r>
              <a:rPr lang="zh-CN" altLang="en-US" dirty="0">
                <a:latin typeface="+mn-ea"/>
                <a:ea typeface="+mn-ea"/>
              </a:rPr>
              <a:t>个非零元素，所以元素</a:t>
            </a:r>
            <a:r>
              <a:rPr lang="zh-CN" altLang="en-US" dirty="0">
                <a:ea typeface="+mn-ea"/>
              </a:rPr>
              <a:t> </a:t>
            </a:r>
            <a:r>
              <a:rPr lang="en-US" altLang="zh-CN" dirty="0">
                <a:ea typeface="+mn-ea"/>
              </a:rPr>
              <a:t>A[</a:t>
            </a:r>
            <a:r>
              <a:rPr lang="en-US" altLang="zh-CN" i="1" dirty="0" err="1">
                <a:ea typeface="+mn-ea"/>
              </a:rPr>
              <a:t>i</a:t>
            </a:r>
            <a:r>
              <a:rPr lang="en-US" altLang="zh-CN" dirty="0">
                <a:ea typeface="+mn-ea"/>
              </a:rPr>
              <a:t>][</a:t>
            </a:r>
            <a:r>
              <a:rPr lang="en-US" altLang="zh-CN" i="1" dirty="0">
                <a:ea typeface="+mn-ea"/>
              </a:rPr>
              <a:t>j</a:t>
            </a:r>
            <a:r>
              <a:rPr lang="en-US" altLang="zh-CN" dirty="0">
                <a:ea typeface="+mn-ea"/>
              </a:rPr>
              <a:t>] </a:t>
            </a:r>
            <a:r>
              <a:rPr lang="zh-CN" altLang="en-US" dirty="0">
                <a:latin typeface="+mn-ea"/>
                <a:ea typeface="+mn-ea"/>
              </a:rPr>
              <a:t>在 </a:t>
            </a:r>
            <a:r>
              <a:rPr lang="en-US" altLang="zh-CN" dirty="0">
                <a:ea typeface="+mn-ea"/>
              </a:rPr>
              <a:t>B </a:t>
            </a:r>
            <a:r>
              <a:rPr lang="zh-CN" altLang="en-US" dirty="0">
                <a:latin typeface="+mn-ea"/>
                <a:ea typeface="+mn-ea"/>
              </a:rPr>
              <a:t>中的位置为 </a:t>
            </a:r>
            <a:r>
              <a:rPr lang="en-US" altLang="zh-CN" b="1" i="1" dirty="0">
                <a:solidFill>
                  <a:srgbClr val="FF0000"/>
                </a:solidFill>
                <a:ea typeface="+mn-ea"/>
              </a:rPr>
              <a:t>k</a:t>
            </a:r>
            <a:r>
              <a:rPr lang="en-US" altLang="zh-CN" b="1" dirty="0">
                <a:solidFill>
                  <a:srgbClr val="FF0000"/>
                </a:solidFill>
                <a:ea typeface="+mn-ea"/>
              </a:rPr>
              <a:t> = 2*</a:t>
            </a:r>
            <a:r>
              <a:rPr lang="en-US" altLang="zh-CN" b="1" i="1" dirty="0" err="1">
                <a:solidFill>
                  <a:srgbClr val="FF0000"/>
                </a:solidFill>
                <a:ea typeface="+mn-ea"/>
              </a:rPr>
              <a:t>i</a:t>
            </a:r>
            <a:r>
              <a:rPr lang="en-US" altLang="zh-CN" b="1" i="1" dirty="0">
                <a:solidFill>
                  <a:srgbClr val="FF0000"/>
                </a:solidFill>
                <a:ea typeface="+mn-ea"/>
              </a:rPr>
              <a:t> </a:t>
            </a:r>
            <a:r>
              <a:rPr lang="en-US" altLang="zh-CN" b="1" dirty="0">
                <a:solidFill>
                  <a:srgbClr val="FF0000"/>
                </a:solidFill>
                <a:ea typeface="+mn-ea"/>
              </a:rPr>
              <a:t>+ </a:t>
            </a:r>
            <a:r>
              <a:rPr lang="en-US" altLang="zh-CN" b="1" i="1" dirty="0">
                <a:solidFill>
                  <a:srgbClr val="FF0000"/>
                </a:solidFill>
                <a:ea typeface="+mn-ea"/>
              </a:rPr>
              <a:t>j</a:t>
            </a:r>
            <a:r>
              <a:rPr lang="zh-CN" altLang="en-US" dirty="0">
                <a:latin typeface="+mn-ea"/>
                <a:ea typeface="+mn-ea"/>
              </a:rPr>
              <a:t>。</a:t>
            </a:r>
          </a:p>
        </p:txBody>
      </p:sp>
    </p:spTree>
    <p:extLst>
      <p:ext uri="{BB962C8B-B14F-4D97-AF65-F5344CB8AC3E}">
        <p14:creationId xmlns:p14="http://schemas.microsoft.com/office/powerpoint/2010/main" val="1332858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数组的顺序表示和实现</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latin typeface="黑体" panose="02010609060101010101" pitchFamily="49" charset="-122"/>
                <a:ea typeface="黑体" panose="02010609060101010101" pitchFamily="49" charset="-122"/>
              </a:rPr>
              <a:t>矩阵的压缩存储</a:t>
            </a:r>
            <a:endParaRPr lang="en-US" altLang="zh-CN" sz="2800" dirty="0">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特殊矩阵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latin typeface="黑体" panose="02010609060101010101" pitchFamily="49" charset="-122"/>
                <a:ea typeface="黑体" panose="02010609060101010101" pitchFamily="49" charset="-122"/>
              </a:rPr>
              <a:t>稀疏矩阵</a:t>
            </a:r>
            <a:endParaRPr lang="en-US" altLang="zh-CN" sz="2400" dirty="0">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广义表的存储结构</a:t>
            </a:r>
          </a:p>
        </p:txBody>
      </p:sp>
    </p:spTree>
    <p:extLst>
      <p:ext uri="{BB962C8B-B14F-4D97-AF65-F5344CB8AC3E}">
        <p14:creationId xmlns:p14="http://schemas.microsoft.com/office/powerpoint/2010/main" val="1855159838"/>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9CE085-24C9-4CE7-B757-36F54EB4CBF6}"/>
              </a:ext>
            </a:extLst>
          </p:cNvPr>
          <p:cNvSpPr>
            <a:spLocks noGrp="1"/>
          </p:cNvSpPr>
          <p:nvPr>
            <p:ph type="title"/>
          </p:nvPr>
        </p:nvSpPr>
        <p:spPr/>
        <p:txBody>
          <a:bodyPr/>
          <a:lstStyle/>
          <a:p>
            <a:r>
              <a:rPr lang="zh-CN" altLang="en-US" dirty="0"/>
              <a:t>稀疏矩阵</a:t>
            </a:r>
          </a:p>
        </p:txBody>
      </p:sp>
      <p:sp>
        <p:nvSpPr>
          <p:cNvPr id="3" name="内容占位符 2">
            <a:extLst>
              <a:ext uri="{FF2B5EF4-FFF2-40B4-BE49-F238E27FC236}">
                <a16:creationId xmlns:a16="http://schemas.microsoft.com/office/drawing/2014/main" id="{6C386352-F658-408F-A35A-BB0089ABA11D}"/>
              </a:ext>
            </a:extLst>
          </p:cNvPr>
          <p:cNvSpPr>
            <a:spLocks noGrp="1"/>
          </p:cNvSpPr>
          <p:nvPr>
            <p:ph idx="1"/>
          </p:nvPr>
        </p:nvSpPr>
        <p:spPr/>
        <p:txBody>
          <a:bodyPr/>
          <a:lstStyle/>
          <a:p>
            <a:pPr marL="0" indent="0">
              <a:buNone/>
            </a:pPr>
            <a:r>
              <a:rPr lang="zh-CN" altLang="en-US" dirty="0"/>
              <a:t>若矩阵中非零元素的个数远远小于矩阵元素的总数，并且</a:t>
            </a:r>
            <a:r>
              <a:rPr lang="zh-CN" altLang="en-US" dirty="0">
                <a:solidFill>
                  <a:srgbClr val="0000FF"/>
                </a:solidFill>
              </a:rPr>
              <a:t>非零元素分布没有规律</a:t>
            </a:r>
            <a:r>
              <a:rPr lang="zh-CN" altLang="en-US" dirty="0"/>
              <a:t>，则称之为</a:t>
            </a:r>
            <a:r>
              <a:rPr lang="zh-CN" altLang="en-US" dirty="0">
                <a:solidFill>
                  <a:srgbClr val="FF0000"/>
                </a:solidFill>
              </a:rPr>
              <a:t>稀疏矩阵</a:t>
            </a:r>
            <a:r>
              <a:rPr lang="zh-CN" altLang="en-US" dirty="0"/>
              <a:t>。</a:t>
            </a:r>
          </a:p>
        </p:txBody>
      </p:sp>
      <p:graphicFrame>
        <p:nvGraphicFramePr>
          <p:cNvPr id="4" name="Object 2">
            <a:extLst>
              <a:ext uri="{FF2B5EF4-FFF2-40B4-BE49-F238E27FC236}">
                <a16:creationId xmlns:a16="http://schemas.microsoft.com/office/drawing/2014/main" id="{2BADCDD5-6BF8-42E3-9322-F8563D0D58DC}"/>
              </a:ext>
            </a:extLst>
          </p:cNvPr>
          <p:cNvGraphicFramePr>
            <a:graphicFrameLocks noChangeAspect="1"/>
          </p:cNvGraphicFramePr>
          <p:nvPr>
            <p:extLst>
              <p:ext uri="{D42A27DB-BD31-4B8C-83A1-F6EECF244321}">
                <p14:modId xmlns:p14="http://schemas.microsoft.com/office/powerpoint/2010/main" val="2830772810"/>
              </p:ext>
            </p:extLst>
          </p:nvPr>
        </p:nvGraphicFramePr>
        <p:xfrm>
          <a:off x="792548" y="2348879"/>
          <a:ext cx="7451859" cy="3978421"/>
        </p:xfrm>
        <a:graphic>
          <a:graphicData uri="http://schemas.openxmlformats.org/presentationml/2006/ole">
            <mc:AlternateContent xmlns:mc="http://schemas.openxmlformats.org/markup-compatibility/2006">
              <mc:Choice xmlns:v="urn:schemas-microsoft-com:vml" Requires="v">
                <p:oleObj spid="_x0000_s21584" name="公式" r:id="rId3" imgW="2501640" imgH="1371600" progId="Equation.3">
                  <p:embed/>
                </p:oleObj>
              </mc:Choice>
              <mc:Fallback>
                <p:oleObj name="公式" r:id="rId3" imgW="2501640" imgH="1371600" progId="Equation.3">
                  <p:embed/>
                  <p:pic>
                    <p:nvPicPr>
                      <p:cNvPr id="311298" name="Object 2">
                        <a:extLst>
                          <a:ext uri="{FF2B5EF4-FFF2-40B4-BE49-F238E27FC236}">
                            <a16:creationId xmlns:a16="http://schemas.microsoft.com/office/drawing/2014/main" id="{FE0C0766-2FCB-46D7-BCFC-9DA959930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548" y="2348879"/>
                        <a:ext cx="7451859" cy="397842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23736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5ED607-4E4E-43E6-831F-D621A9B9216C}"/>
              </a:ext>
            </a:extLst>
          </p:cNvPr>
          <p:cNvSpPr>
            <a:spLocks noGrp="1"/>
          </p:cNvSpPr>
          <p:nvPr>
            <p:ph type="title"/>
          </p:nvPr>
        </p:nvSpPr>
        <p:spPr/>
        <p:txBody>
          <a:bodyPr/>
          <a:lstStyle/>
          <a:p>
            <a:r>
              <a:rPr lang="zh-CN" altLang="en-US" dirty="0"/>
              <a:t>稀疏矩阵</a:t>
            </a:r>
          </a:p>
        </p:txBody>
      </p:sp>
      <p:sp>
        <p:nvSpPr>
          <p:cNvPr id="3" name="内容占位符 2">
            <a:extLst>
              <a:ext uri="{FF2B5EF4-FFF2-40B4-BE49-F238E27FC236}">
                <a16:creationId xmlns:a16="http://schemas.microsoft.com/office/drawing/2014/main" id="{5E8B5DF4-CA2F-4EFD-BA67-D14E61E4852C}"/>
              </a:ext>
            </a:extLst>
          </p:cNvPr>
          <p:cNvSpPr>
            <a:spLocks noGrp="1"/>
          </p:cNvSpPr>
          <p:nvPr>
            <p:ph idx="1"/>
          </p:nvPr>
        </p:nvSpPr>
        <p:spPr>
          <a:xfrm>
            <a:off x="35496" y="808310"/>
            <a:ext cx="9001000" cy="5861050"/>
          </a:xfrm>
        </p:spPr>
        <p:txBody>
          <a:bodyPr/>
          <a:lstStyle/>
          <a:p>
            <a:pPr>
              <a:buClr>
                <a:srgbClr val="990099"/>
              </a:buClr>
              <a:buSzPct val="50000"/>
              <a:buFont typeface="Wingdings" panose="05000000000000000000" pitchFamily="2" charset="2"/>
              <a:buChar char="l"/>
            </a:pPr>
            <a:r>
              <a:rPr lang="zh-CN" altLang="en-US" sz="2800" dirty="0">
                <a:latin typeface="+mn-ea"/>
                <a:ea typeface="+mn-ea"/>
              </a:rPr>
              <a:t>设 </a:t>
            </a:r>
            <a:r>
              <a:rPr lang="en-US" altLang="zh-CN" dirty="0" err="1"/>
              <a:t>m×n</a:t>
            </a:r>
            <a:r>
              <a:rPr lang="en-US" altLang="zh-CN" dirty="0"/>
              <a:t> </a:t>
            </a:r>
            <a:r>
              <a:rPr lang="zh-CN" altLang="en-US" dirty="0"/>
              <a:t>的</a:t>
            </a:r>
            <a:r>
              <a:rPr lang="zh-CN" altLang="en-US" sz="2800" dirty="0">
                <a:latin typeface="+mn-ea"/>
                <a:ea typeface="+mn-ea"/>
              </a:rPr>
              <a:t>矩阵中有 </a:t>
            </a:r>
            <a:r>
              <a:rPr lang="en-US" altLang="zh-CN" sz="2800" dirty="0">
                <a:latin typeface="+mn-ea"/>
                <a:ea typeface="+mn-ea"/>
              </a:rPr>
              <a:t>s </a:t>
            </a:r>
            <a:r>
              <a:rPr lang="zh-CN" altLang="en-US" sz="2800" dirty="0">
                <a:latin typeface="+mn-ea"/>
                <a:ea typeface="+mn-ea"/>
              </a:rPr>
              <a:t>个非零元素。令 </a:t>
            </a:r>
            <a:r>
              <a:rPr lang="en-US" altLang="zh-CN" sz="2800" dirty="0">
                <a:solidFill>
                  <a:srgbClr val="0000FF"/>
                </a:solidFill>
                <a:latin typeface="+mn-ea"/>
                <a:ea typeface="+mn-ea"/>
              </a:rPr>
              <a:t>e = s/(m*n)</a:t>
            </a:r>
            <a:r>
              <a:rPr lang="zh-CN" altLang="en-US" sz="2800" dirty="0">
                <a:latin typeface="+mn-ea"/>
                <a:ea typeface="+mn-ea"/>
              </a:rPr>
              <a:t>，称 </a:t>
            </a:r>
            <a:r>
              <a:rPr lang="en-US" altLang="zh-CN" sz="2800" dirty="0">
                <a:latin typeface="+mn-ea"/>
                <a:ea typeface="+mn-ea"/>
              </a:rPr>
              <a:t>e </a:t>
            </a:r>
            <a:r>
              <a:rPr lang="zh-CN" altLang="en-US" sz="2800" dirty="0">
                <a:latin typeface="+mn-ea"/>
                <a:ea typeface="+mn-ea"/>
              </a:rPr>
              <a:t>为矩阵的</a:t>
            </a:r>
            <a:r>
              <a:rPr lang="zh-CN" altLang="en-US" sz="2800" dirty="0">
                <a:solidFill>
                  <a:srgbClr val="FF0000"/>
                </a:solidFill>
                <a:latin typeface="+mn-ea"/>
                <a:ea typeface="+mn-ea"/>
              </a:rPr>
              <a:t>稀疏因子</a:t>
            </a:r>
            <a:r>
              <a:rPr lang="zh-CN" altLang="en-US" sz="2800" dirty="0">
                <a:latin typeface="+mn-ea"/>
                <a:ea typeface="+mn-ea"/>
              </a:rPr>
              <a:t>。</a:t>
            </a:r>
          </a:p>
          <a:p>
            <a:pPr>
              <a:buClr>
                <a:srgbClr val="990099"/>
              </a:buClr>
              <a:buSzPct val="50000"/>
              <a:buFont typeface="Wingdings" panose="05000000000000000000" pitchFamily="2" charset="2"/>
              <a:buChar char="l"/>
            </a:pPr>
            <a:r>
              <a:rPr lang="zh-CN" altLang="en-US" sz="2800" dirty="0">
                <a:latin typeface="+mn-ea"/>
                <a:ea typeface="+mn-ea"/>
              </a:rPr>
              <a:t>有人认为 </a:t>
            </a:r>
            <a:r>
              <a:rPr lang="en-US" altLang="zh-CN" sz="2800" dirty="0">
                <a:latin typeface="+mn-ea"/>
                <a:ea typeface="+mn-ea"/>
              </a:rPr>
              <a:t>e</a:t>
            </a:r>
            <a:r>
              <a:rPr kumimoji="1" lang="en-US" altLang="zh-CN" sz="2800" dirty="0">
                <a:latin typeface="+mn-ea"/>
                <a:ea typeface="+mn-ea"/>
              </a:rPr>
              <a:t>≤</a:t>
            </a:r>
            <a:r>
              <a:rPr lang="en-US" altLang="zh-CN" sz="2800" dirty="0">
                <a:latin typeface="+mn-ea"/>
                <a:ea typeface="+mn-ea"/>
              </a:rPr>
              <a:t>0.05 </a:t>
            </a:r>
            <a:r>
              <a:rPr lang="zh-CN" altLang="en-US" sz="2800" dirty="0">
                <a:latin typeface="+mn-ea"/>
                <a:ea typeface="+mn-ea"/>
              </a:rPr>
              <a:t>时称之为稀疏矩阵。</a:t>
            </a:r>
          </a:p>
          <a:p>
            <a:pPr>
              <a:buClr>
                <a:srgbClr val="990099"/>
              </a:buClr>
              <a:buSzPct val="50000"/>
              <a:buFont typeface="Wingdings" panose="05000000000000000000" pitchFamily="2" charset="2"/>
              <a:buChar char="l"/>
            </a:pPr>
            <a:r>
              <a:rPr lang="zh-CN" altLang="en-US" sz="2800" dirty="0">
                <a:latin typeface="+mn-ea"/>
                <a:ea typeface="+mn-ea"/>
              </a:rPr>
              <a:t>存储稀疏矩阵时，为节省空间，应</a:t>
            </a:r>
            <a:r>
              <a:rPr lang="zh-CN" altLang="en-US" sz="2800" dirty="0">
                <a:solidFill>
                  <a:srgbClr val="0000FF"/>
                </a:solidFill>
                <a:latin typeface="+mn-ea"/>
                <a:ea typeface="+mn-ea"/>
              </a:rPr>
              <a:t>只存储非零元素</a:t>
            </a:r>
            <a:r>
              <a:rPr lang="zh-CN" altLang="en-US" sz="2800" dirty="0">
                <a:latin typeface="+mn-ea"/>
                <a:ea typeface="+mn-ea"/>
              </a:rPr>
              <a:t>。但通常非零元素的分布没有规律，故在存储非零元素时，必须记下它所在的行和列的位置 </a:t>
            </a:r>
            <a:r>
              <a:rPr lang="en-US" altLang="zh-CN" sz="2800" dirty="0">
                <a:latin typeface="+mn-ea"/>
                <a:ea typeface="+mn-ea"/>
              </a:rPr>
              <a:t>(</a:t>
            </a:r>
            <a:r>
              <a:rPr lang="en-US" altLang="zh-CN" sz="2800" i="1" dirty="0" err="1">
                <a:latin typeface="+mn-ea"/>
                <a:ea typeface="+mn-ea"/>
              </a:rPr>
              <a:t>i</a:t>
            </a:r>
            <a:r>
              <a:rPr lang="en-US" altLang="zh-CN" sz="2800" dirty="0">
                <a:latin typeface="+mn-ea"/>
                <a:ea typeface="+mn-ea"/>
              </a:rPr>
              <a:t>,</a:t>
            </a:r>
            <a:r>
              <a:rPr lang="en-US" altLang="zh-CN" sz="2800" i="1" dirty="0">
                <a:latin typeface="+mn-ea"/>
                <a:ea typeface="+mn-ea"/>
              </a:rPr>
              <a:t> j </a:t>
            </a:r>
            <a:r>
              <a:rPr lang="en-US" altLang="zh-CN" sz="2800" dirty="0">
                <a:latin typeface="+mn-ea"/>
                <a:ea typeface="+mn-ea"/>
              </a:rPr>
              <a:t>)</a:t>
            </a:r>
            <a:r>
              <a:rPr lang="zh-CN" altLang="en-US" sz="2800" dirty="0">
                <a:latin typeface="+mn-ea"/>
                <a:ea typeface="+mn-ea"/>
              </a:rPr>
              <a:t>。</a:t>
            </a:r>
          </a:p>
          <a:p>
            <a:pPr>
              <a:buClr>
                <a:srgbClr val="990099"/>
              </a:buClr>
              <a:buSzPct val="50000"/>
              <a:buFont typeface="Wingdings" panose="05000000000000000000" pitchFamily="2" charset="2"/>
              <a:buChar char="l"/>
            </a:pPr>
            <a:r>
              <a:rPr lang="zh-CN" altLang="en-US" sz="2800" dirty="0">
                <a:latin typeface="+mn-ea"/>
                <a:ea typeface="+mn-ea"/>
              </a:rPr>
              <a:t>每一个三元组</a:t>
            </a:r>
            <a:r>
              <a:rPr lang="zh-CN" altLang="en-US" sz="2800" dirty="0">
                <a:solidFill>
                  <a:srgbClr val="0000FF"/>
                </a:solidFill>
                <a:latin typeface="+mn-ea"/>
                <a:ea typeface="+mn-ea"/>
              </a:rPr>
              <a:t> </a:t>
            </a:r>
            <a:r>
              <a:rPr lang="en-US" altLang="zh-CN" sz="2800" dirty="0">
                <a:solidFill>
                  <a:srgbClr val="0000FF"/>
                </a:solidFill>
                <a:latin typeface="+mn-ea"/>
                <a:ea typeface="+mn-ea"/>
              </a:rPr>
              <a:t>(</a:t>
            </a:r>
            <a:r>
              <a:rPr lang="en-US" altLang="zh-CN" sz="2800" i="1" dirty="0" err="1">
                <a:solidFill>
                  <a:srgbClr val="0000FF"/>
                </a:solidFill>
                <a:latin typeface="+mn-ea"/>
                <a:ea typeface="+mn-ea"/>
              </a:rPr>
              <a:t>i</a:t>
            </a:r>
            <a:r>
              <a:rPr lang="en-US" altLang="zh-CN" sz="2800" dirty="0">
                <a:solidFill>
                  <a:srgbClr val="0000FF"/>
                </a:solidFill>
                <a:latin typeface="+mn-ea"/>
                <a:ea typeface="+mn-ea"/>
              </a:rPr>
              <a:t>, </a:t>
            </a:r>
            <a:r>
              <a:rPr lang="en-US" altLang="zh-CN" sz="2800" i="1" dirty="0">
                <a:solidFill>
                  <a:srgbClr val="0000FF"/>
                </a:solidFill>
                <a:latin typeface="+mn-ea"/>
                <a:ea typeface="+mn-ea"/>
              </a:rPr>
              <a:t>j</a:t>
            </a:r>
            <a:r>
              <a:rPr lang="en-US" altLang="zh-CN" sz="2800" dirty="0">
                <a:solidFill>
                  <a:srgbClr val="0000FF"/>
                </a:solidFill>
                <a:latin typeface="+mn-ea"/>
                <a:ea typeface="+mn-ea"/>
              </a:rPr>
              <a:t>, </a:t>
            </a:r>
            <a:r>
              <a:rPr lang="en-US" altLang="zh-CN" sz="2800" i="1" dirty="0" err="1">
                <a:solidFill>
                  <a:srgbClr val="0000FF"/>
                </a:solidFill>
                <a:latin typeface="+mn-ea"/>
                <a:ea typeface="+mn-ea"/>
              </a:rPr>
              <a:t>a</a:t>
            </a:r>
            <a:r>
              <a:rPr lang="en-US" altLang="zh-CN" sz="2800" i="1" baseline="-18000" dirty="0" err="1">
                <a:solidFill>
                  <a:srgbClr val="0000FF"/>
                </a:solidFill>
                <a:latin typeface="+mn-ea"/>
                <a:ea typeface="+mn-ea"/>
              </a:rPr>
              <a:t>ij</a:t>
            </a:r>
            <a:r>
              <a:rPr lang="en-US" altLang="zh-CN" sz="2800" dirty="0">
                <a:solidFill>
                  <a:srgbClr val="0000FF"/>
                </a:solidFill>
                <a:latin typeface="+mn-ea"/>
                <a:ea typeface="+mn-ea"/>
              </a:rPr>
              <a:t>) </a:t>
            </a:r>
            <a:r>
              <a:rPr lang="zh-CN" altLang="en-US" sz="2800" dirty="0">
                <a:latin typeface="+mn-ea"/>
                <a:ea typeface="+mn-ea"/>
              </a:rPr>
              <a:t>唯一确定了矩阵的一个非零元素。因此，稀疏矩阵可由</a:t>
            </a:r>
            <a:r>
              <a:rPr lang="zh-CN" altLang="en-US" sz="2800" dirty="0">
                <a:solidFill>
                  <a:srgbClr val="0000FF"/>
                </a:solidFill>
                <a:latin typeface="+mn-ea"/>
                <a:ea typeface="+mn-ea"/>
              </a:rPr>
              <a:t>表示非零元素的一系列三元组及其行列数</a:t>
            </a:r>
            <a:r>
              <a:rPr lang="zh-CN" altLang="en-US" sz="2800" dirty="0">
                <a:latin typeface="+mn-ea"/>
                <a:ea typeface="+mn-ea"/>
              </a:rPr>
              <a:t>唯一确定。</a:t>
            </a:r>
            <a:endParaRPr lang="zh-CN" altLang="en-US" dirty="0">
              <a:latin typeface="+mn-ea"/>
              <a:ea typeface="+mn-ea"/>
            </a:endParaRPr>
          </a:p>
        </p:txBody>
      </p:sp>
    </p:spTree>
    <p:extLst>
      <p:ext uri="{BB962C8B-B14F-4D97-AF65-F5344CB8AC3E}">
        <p14:creationId xmlns:p14="http://schemas.microsoft.com/office/powerpoint/2010/main" val="1666324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21683-AAF0-48BF-8764-0B6375397BC4}"/>
              </a:ext>
            </a:extLst>
          </p:cNvPr>
          <p:cNvSpPr>
            <a:spLocks noGrp="1"/>
          </p:cNvSpPr>
          <p:nvPr>
            <p:ph type="title"/>
          </p:nvPr>
        </p:nvSpPr>
        <p:spPr/>
        <p:txBody>
          <a:bodyPr/>
          <a:lstStyle/>
          <a:p>
            <a:r>
              <a:rPr lang="zh-CN" altLang="en-US" dirty="0"/>
              <a:t>稀疏矩阵的压缩存储</a:t>
            </a:r>
          </a:p>
        </p:txBody>
      </p:sp>
      <p:sp>
        <p:nvSpPr>
          <p:cNvPr id="3" name="内容占位符 2">
            <a:extLst>
              <a:ext uri="{FF2B5EF4-FFF2-40B4-BE49-F238E27FC236}">
                <a16:creationId xmlns:a16="http://schemas.microsoft.com/office/drawing/2014/main" id="{ED5D3673-4545-47AF-923C-27D3BB763D10}"/>
              </a:ext>
            </a:extLst>
          </p:cNvPr>
          <p:cNvSpPr>
            <a:spLocks noGrp="1"/>
          </p:cNvSpPr>
          <p:nvPr>
            <p:ph idx="1"/>
          </p:nvPr>
        </p:nvSpPr>
        <p:spPr>
          <a:xfrm>
            <a:off x="249822" y="908719"/>
            <a:ext cx="8642658" cy="5679405"/>
          </a:xfrm>
        </p:spPr>
        <p:txBody>
          <a:bodyPr/>
          <a:lstStyle/>
          <a:p>
            <a:r>
              <a:rPr lang="zh-CN" altLang="en-US" sz="3200" dirty="0">
                <a:latin typeface="+mn-ea"/>
                <a:ea typeface="+mn-ea"/>
              </a:rPr>
              <a:t>顺序存储结构</a:t>
            </a:r>
            <a:endParaRPr lang="en-US" altLang="zh-CN" sz="3200" dirty="0">
              <a:latin typeface="+mn-ea"/>
              <a:ea typeface="+mn-ea"/>
            </a:endParaRPr>
          </a:p>
          <a:p>
            <a:pPr lvl="1"/>
            <a:r>
              <a:rPr lang="zh-CN" altLang="en-US" sz="2800" dirty="0">
                <a:solidFill>
                  <a:srgbClr val="0000FF"/>
                </a:solidFill>
                <a:latin typeface="+mn-ea"/>
                <a:ea typeface="+mn-ea"/>
              </a:rPr>
              <a:t>三元组顺序表</a:t>
            </a:r>
            <a:endParaRPr lang="en-US" altLang="zh-CN" sz="2800" dirty="0">
              <a:solidFill>
                <a:srgbClr val="0000FF"/>
              </a:solidFill>
              <a:latin typeface="+mn-ea"/>
              <a:ea typeface="+mn-ea"/>
            </a:endParaRPr>
          </a:p>
          <a:p>
            <a:pPr lvl="1"/>
            <a:r>
              <a:rPr lang="zh-CN" altLang="en-US" sz="2800" dirty="0">
                <a:solidFill>
                  <a:srgbClr val="0000FF"/>
                </a:solidFill>
                <a:latin typeface="+mn-ea"/>
                <a:ea typeface="+mn-ea"/>
              </a:rPr>
              <a:t>行逻辑链接的顺序表</a:t>
            </a:r>
            <a:endParaRPr lang="en-US" altLang="zh-CN" sz="2800" dirty="0">
              <a:solidFill>
                <a:srgbClr val="0000FF"/>
              </a:solidFill>
              <a:latin typeface="+mn-ea"/>
              <a:ea typeface="+mn-ea"/>
            </a:endParaRPr>
          </a:p>
          <a:p>
            <a:r>
              <a:rPr lang="zh-CN" altLang="en-US" sz="3200" dirty="0">
                <a:latin typeface="+mn-ea"/>
                <a:ea typeface="+mn-ea"/>
              </a:rPr>
              <a:t>链式存储结构</a:t>
            </a:r>
            <a:endParaRPr lang="en-US" altLang="zh-CN" sz="3200" dirty="0">
              <a:latin typeface="+mn-ea"/>
              <a:ea typeface="+mn-ea"/>
            </a:endParaRPr>
          </a:p>
          <a:p>
            <a:pPr lvl="1"/>
            <a:r>
              <a:rPr lang="zh-CN" altLang="en-US" sz="2800" dirty="0">
                <a:solidFill>
                  <a:srgbClr val="0000FF"/>
                </a:solidFill>
                <a:latin typeface="+mn-ea"/>
                <a:ea typeface="+mn-ea"/>
              </a:rPr>
              <a:t>十字链表</a:t>
            </a:r>
          </a:p>
        </p:txBody>
      </p:sp>
    </p:spTree>
    <p:extLst>
      <p:ext uri="{BB962C8B-B14F-4D97-AF65-F5344CB8AC3E}">
        <p14:creationId xmlns:p14="http://schemas.microsoft.com/office/powerpoint/2010/main" val="6491408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16F76C-9E2C-42A4-AFC4-4D3224E14ED8}"/>
              </a:ext>
            </a:extLst>
          </p:cNvPr>
          <p:cNvSpPr>
            <a:spLocks noGrp="1"/>
          </p:cNvSpPr>
          <p:nvPr>
            <p:ph type="title"/>
          </p:nvPr>
        </p:nvSpPr>
        <p:spPr/>
        <p:txBody>
          <a:bodyPr/>
          <a:lstStyle/>
          <a:p>
            <a:r>
              <a:rPr lang="zh-CN" altLang="en-US" dirty="0"/>
              <a:t>三元组顺序表</a:t>
            </a:r>
          </a:p>
        </p:txBody>
      </p:sp>
      <p:sp>
        <p:nvSpPr>
          <p:cNvPr id="3" name="内容占位符 2">
            <a:extLst>
              <a:ext uri="{FF2B5EF4-FFF2-40B4-BE49-F238E27FC236}">
                <a16:creationId xmlns:a16="http://schemas.microsoft.com/office/drawing/2014/main" id="{B76E8764-9A79-41BF-9AE9-5EE098EA4D44}"/>
              </a:ext>
            </a:extLst>
          </p:cNvPr>
          <p:cNvSpPr>
            <a:spLocks noGrp="1"/>
          </p:cNvSpPr>
          <p:nvPr>
            <p:ph idx="1"/>
          </p:nvPr>
        </p:nvSpPr>
        <p:spPr>
          <a:xfrm>
            <a:off x="609862" y="742321"/>
            <a:ext cx="7922578" cy="5861050"/>
          </a:xfrm>
        </p:spPr>
        <p:txBody>
          <a:bodyPr/>
          <a:lstStyle/>
          <a:p>
            <a:pPr>
              <a:buFont typeface="Wingdings" panose="05000000000000000000" pitchFamily="2" charset="2"/>
              <a:buNone/>
            </a:pPr>
            <a:r>
              <a:rPr kumimoji="1" lang="en-US" altLang="zh-CN" sz="2800" dirty="0">
                <a:solidFill>
                  <a:srgbClr val="0000FF"/>
                </a:solidFill>
                <a:latin typeface="Times New Roman" panose="02020603050405020304" pitchFamily="18" charset="0"/>
              </a:rPr>
              <a:t>typedef struct {    </a:t>
            </a:r>
            <a:r>
              <a:rPr kumimoji="1" lang="en-US" altLang="zh-CN" sz="2800" dirty="0">
                <a:solidFill>
                  <a:srgbClr val="00B050"/>
                </a:solidFill>
                <a:latin typeface="Times New Roman" panose="02020603050405020304" pitchFamily="18" charset="0"/>
              </a:rPr>
              <a:t>// </a:t>
            </a:r>
            <a:r>
              <a:rPr kumimoji="1" lang="zh-CN" altLang="en-US" sz="2800" dirty="0">
                <a:solidFill>
                  <a:srgbClr val="00B050"/>
                </a:solidFill>
                <a:latin typeface="Times New Roman" panose="02020603050405020304" pitchFamily="18" charset="0"/>
              </a:rPr>
              <a:t>三元组结构定义</a:t>
            </a:r>
            <a:endParaRPr kumimoji="1" lang="en-US" altLang="zh-CN" sz="2800" dirty="0">
              <a:solidFill>
                <a:srgbClr val="00B050"/>
              </a:solidFill>
              <a:latin typeface="Times New Roman" panose="02020603050405020304" pitchFamily="18" charset="0"/>
            </a:endParaRPr>
          </a:p>
          <a:p>
            <a:pPr>
              <a:buFont typeface="Wingdings" panose="05000000000000000000" pitchFamily="2" charset="2"/>
              <a:buNone/>
            </a:pPr>
            <a:r>
              <a:rPr kumimoji="1" lang="zh-CN" altLang="en-US" sz="2800" dirty="0">
                <a:solidFill>
                  <a:srgbClr val="0000FF"/>
                </a:solidFill>
                <a:latin typeface="Times New Roman" panose="02020603050405020304" pitchFamily="18" charset="0"/>
              </a:rPr>
              <a:t>     </a:t>
            </a:r>
            <a:r>
              <a:rPr kumimoji="1" lang="en-US" altLang="zh-CN" sz="2800" dirty="0">
                <a:solidFill>
                  <a:srgbClr val="0000FF"/>
                </a:solidFill>
                <a:latin typeface="Times New Roman" panose="02020603050405020304" pitchFamily="18" charset="0"/>
              </a:rPr>
              <a:t>int </a:t>
            </a:r>
            <a:r>
              <a:rPr kumimoji="1" lang="en-US" altLang="zh-CN" dirty="0" err="1">
                <a:solidFill>
                  <a:srgbClr val="0000FF"/>
                </a:solidFill>
                <a:latin typeface="Times New Roman" panose="02020603050405020304" pitchFamily="18" charset="0"/>
              </a:rPr>
              <a:t>i</a:t>
            </a:r>
            <a:r>
              <a:rPr kumimoji="1" lang="en-US" altLang="zh-CN" sz="2800" dirty="0">
                <a:solidFill>
                  <a:srgbClr val="0000FF"/>
                </a:solidFill>
                <a:latin typeface="Times New Roman" panose="02020603050405020304" pitchFamily="18" charset="0"/>
              </a:rPr>
              <a:t>, </a:t>
            </a:r>
            <a:r>
              <a:rPr kumimoji="1" lang="en-US" altLang="zh-CN" dirty="0">
                <a:solidFill>
                  <a:srgbClr val="0000FF"/>
                </a:solidFill>
                <a:latin typeface="Times New Roman" panose="02020603050405020304" pitchFamily="18" charset="0"/>
              </a:rPr>
              <a:t>j</a:t>
            </a:r>
            <a:r>
              <a:rPr kumimoji="1" lang="en-US" altLang="zh-CN" sz="2800" dirty="0">
                <a:solidFill>
                  <a:srgbClr val="0000FF"/>
                </a:solidFill>
                <a:latin typeface="Times New Roman" panose="02020603050405020304" pitchFamily="18" charset="0"/>
              </a:rPr>
              <a:t>;</a:t>
            </a:r>
            <a:r>
              <a:rPr kumimoji="1" lang="en-US" altLang="zh-CN" sz="2800" dirty="0">
                <a:solidFill>
                  <a:srgbClr val="CC0000"/>
                </a:solidFill>
                <a:latin typeface="Times New Roman" panose="02020603050405020304" pitchFamily="18" charset="0"/>
              </a:rPr>
              <a:t>	       	 </a:t>
            </a:r>
            <a:r>
              <a:rPr kumimoji="1" lang="en-US" altLang="zh-CN" sz="2800" dirty="0">
                <a:solidFill>
                  <a:srgbClr val="00B050"/>
                </a:solidFill>
                <a:latin typeface="Times New Roman" panose="02020603050405020304" pitchFamily="18" charset="0"/>
              </a:rPr>
              <a:t>// </a:t>
            </a:r>
            <a:r>
              <a:rPr kumimoji="1" lang="zh-CN" altLang="en-US" sz="2800" dirty="0">
                <a:solidFill>
                  <a:srgbClr val="00B050"/>
                </a:solidFill>
                <a:latin typeface="Times New Roman" panose="02020603050405020304" pitchFamily="18" charset="0"/>
              </a:rPr>
              <a:t>非零元素行号</a:t>
            </a:r>
            <a:r>
              <a:rPr kumimoji="1" lang="en-US" altLang="zh-CN" sz="2800" dirty="0">
                <a:solidFill>
                  <a:srgbClr val="00B050"/>
                </a:solidFill>
                <a:latin typeface="Times New Roman" panose="02020603050405020304" pitchFamily="18" charset="0"/>
              </a:rPr>
              <a:t>/</a:t>
            </a:r>
            <a:r>
              <a:rPr kumimoji="1" lang="zh-CN" altLang="en-US" sz="2800" dirty="0">
                <a:solidFill>
                  <a:srgbClr val="00B050"/>
                </a:solidFill>
                <a:latin typeface="Times New Roman" panose="02020603050405020304" pitchFamily="18" charset="0"/>
              </a:rPr>
              <a:t>列号</a:t>
            </a:r>
          </a:p>
          <a:p>
            <a:pPr>
              <a:buFont typeface="Wingdings" panose="05000000000000000000" pitchFamily="2" charset="2"/>
              <a:buNone/>
            </a:pPr>
            <a:r>
              <a:rPr kumimoji="1" lang="zh-CN" altLang="en-US" sz="2800" dirty="0">
                <a:solidFill>
                  <a:srgbClr val="0000FF"/>
                </a:solidFill>
                <a:latin typeface="Times New Roman" panose="02020603050405020304" pitchFamily="18" charset="0"/>
              </a:rPr>
              <a:t>     </a:t>
            </a:r>
            <a:r>
              <a:rPr kumimoji="1" lang="en-US" altLang="zh-CN" sz="2800" dirty="0" err="1">
                <a:solidFill>
                  <a:srgbClr val="0000FF"/>
                </a:solidFill>
                <a:latin typeface="Times New Roman" panose="02020603050405020304" pitchFamily="18" charset="0"/>
              </a:rPr>
              <a:t>ElemType</a:t>
            </a:r>
            <a:r>
              <a:rPr kumimoji="1" lang="en-US" altLang="zh-CN" sz="2800" dirty="0">
                <a:solidFill>
                  <a:srgbClr val="0000FF"/>
                </a:solidFill>
                <a:latin typeface="Times New Roman" panose="02020603050405020304" pitchFamily="18" charset="0"/>
              </a:rPr>
              <a:t> </a:t>
            </a:r>
            <a:r>
              <a:rPr kumimoji="1" lang="en-US" altLang="zh-CN" sz="2800" b="0" dirty="0">
                <a:solidFill>
                  <a:srgbClr val="0000FF"/>
                </a:solidFill>
                <a:latin typeface="Times New Roman" panose="02020603050405020304" pitchFamily="18" charset="0"/>
              </a:rPr>
              <a:t>e</a:t>
            </a:r>
            <a:r>
              <a:rPr kumimoji="1" lang="en-US" altLang="zh-CN" sz="2800" dirty="0">
                <a:solidFill>
                  <a:srgbClr val="0000FF"/>
                </a:solidFill>
                <a:latin typeface="Times New Roman" panose="02020603050405020304" pitchFamily="18" charset="0"/>
              </a:rPr>
              <a:t>;      </a:t>
            </a:r>
            <a:r>
              <a:rPr kumimoji="1" lang="en-US" altLang="zh-CN" sz="2800" dirty="0">
                <a:solidFill>
                  <a:srgbClr val="00B050"/>
                </a:solidFill>
                <a:latin typeface="Times New Roman" panose="02020603050405020304" pitchFamily="18" charset="0"/>
              </a:rPr>
              <a:t>// </a:t>
            </a:r>
            <a:r>
              <a:rPr kumimoji="1" lang="zh-CN" altLang="en-US" sz="2800" dirty="0">
                <a:solidFill>
                  <a:srgbClr val="00B050"/>
                </a:solidFill>
                <a:latin typeface="Times New Roman" panose="02020603050405020304" pitchFamily="18" charset="0"/>
              </a:rPr>
              <a:t>非零元素的值</a:t>
            </a:r>
          </a:p>
          <a:p>
            <a:pPr>
              <a:buFont typeface="Wingdings" panose="05000000000000000000" pitchFamily="2" charset="2"/>
              <a:buNone/>
            </a:pPr>
            <a:r>
              <a:rPr kumimoji="1" lang="en-US" altLang="zh-CN" sz="2800" dirty="0">
                <a:solidFill>
                  <a:srgbClr val="0000FF"/>
                </a:solidFill>
                <a:latin typeface="Times New Roman" panose="02020603050405020304" pitchFamily="18" charset="0"/>
              </a:rPr>
              <a:t>} </a:t>
            </a:r>
            <a:r>
              <a:rPr kumimoji="1" lang="en-US" altLang="zh-CN" sz="2800" b="0" dirty="0">
                <a:solidFill>
                  <a:srgbClr val="0000FF"/>
                </a:solidFill>
                <a:latin typeface="Times New Roman" panose="02020603050405020304" pitchFamily="18" charset="0"/>
              </a:rPr>
              <a:t>Triple</a:t>
            </a:r>
            <a:r>
              <a:rPr kumimoji="1" lang="en-US" altLang="zh-CN" sz="2800" dirty="0">
                <a:solidFill>
                  <a:srgbClr val="0000FF"/>
                </a:solidFill>
                <a:latin typeface="Times New Roman" panose="02020603050405020304" pitchFamily="18" charset="0"/>
              </a:rPr>
              <a:t>;</a:t>
            </a:r>
            <a:r>
              <a:rPr kumimoji="1" lang="en-US" altLang="zh-CN" sz="2800" dirty="0">
                <a:solidFill>
                  <a:srgbClr val="CC0000"/>
                </a:solidFill>
                <a:latin typeface="Times New Roman" panose="02020603050405020304" pitchFamily="18" charset="0"/>
              </a:rPr>
              <a:t>			</a:t>
            </a:r>
          </a:p>
          <a:p>
            <a:pPr>
              <a:buFont typeface="Wingdings" panose="05000000000000000000" pitchFamily="2" charset="2"/>
              <a:buNone/>
            </a:pPr>
            <a:r>
              <a:rPr kumimoji="1" lang="en-US" altLang="zh-CN" sz="2800" dirty="0">
                <a:solidFill>
                  <a:srgbClr val="CC0000"/>
                </a:solidFill>
                <a:latin typeface="Times New Roman" panose="02020603050405020304" pitchFamily="18" charset="0"/>
              </a:rPr>
              <a:t>typedef  struct {   </a:t>
            </a:r>
            <a:r>
              <a:rPr kumimoji="1" lang="en-US" altLang="zh-CN" sz="2800" dirty="0">
                <a:solidFill>
                  <a:srgbClr val="00B050"/>
                </a:solidFill>
                <a:latin typeface="Times New Roman" panose="02020603050405020304" pitchFamily="18" charset="0"/>
              </a:rPr>
              <a:t>// </a:t>
            </a:r>
            <a:r>
              <a:rPr kumimoji="1" lang="zh-CN" altLang="en-US" sz="2800" dirty="0">
                <a:solidFill>
                  <a:srgbClr val="00B050"/>
                </a:solidFill>
                <a:latin typeface="Times New Roman" panose="02020603050405020304" pitchFamily="18" charset="0"/>
              </a:rPr>
              <a:t>稀疏矩阵结构定义</a:t>
            </a:r>
          </a:p>
          <a:p>
            <a:pPr>
              <a:buFont typeface="Wingdings" panose="05000000000000000000" pitchFamily="2" charset="2"/>
              <a:buNone/>
            </a:pPr>
            <a:r>
              <a:rPr kumimoji="1" lang="en-US" altLang="zh-CN" sz="2800" dirty="0">
                <a:solidFill>
                  <a:srgbClr val="CC0000"/>
                </a:solidFill>
                <a:latin typeface="Times New Roman" panose="02020603050405020304" pitchFamily="18" charset="0"/>
              </a:rPr>
              <a:t>	 int mu, nu, </a:t>
            </a:r>
            <a:r>
              <a:rPr kumimoji="1" lang="en-US" altLang="zh-CN" sz="2800" dirty="0" err="1">
                <a:solidFill>
                  <a:srgbClr val="CC0000"/>
                </a:solidFill>
                <a:latin typeface="Times New Roman" panose="02020603050405020304" pitchFamily="18" charset="0"/>
              </a:rPr>
              <a:t>tu</a:t>
            </a:r>
            <a:r>
              <a:rPr kumimoji="1" lang="en-US" altLang="zh-CN" sz="2800" dirty="0">
                <a:solidFill>
                  <a:srgbClr val="CC0000"/>
                </a:solidFill>
                <a:latin typeface="Times New Roman" panose="02020603050405020304" pitchFamily="18" charset="0"/>
              </a:rPr>
              <a:t>;     </a:t>
            </a:r>
            <a:r>
              <a:rPr kumimoji="1" lang="en-US" altLang="zh-CN" sz="2800" dirty="0">
                <a:solidFill>
                  <a:srgbClr val="00B050"/>
                </a:solidFill>
                <a:latin typeface="Times New Roman" panose="02020603050405020304" pitchFamily="18" charset="0"/>
              </a:rPr>
              <a:t>// </a:t>
            </a:r>
            <a:r>
              <a:rPr kumimoji="1" lang="zh-CN" altLang="en-US" sz="2800" dirty="0">
                <a:solidFill>
                  <a:srgbClr val="00B050"/>
                </a:solidFill>
                <a:latin typeface="Times New Roman" panose="02020603050405020304" pitchFamily="18" charset="0"/>
              </a:rPr>
              <a:t>行</a:t>
            </a:r>
            <a:r>
              <a:rPr kumimoji="1" lang="zh-CN" altLang="en-US" dirty="0">
                <a:solidFill>
                  <a:srgbClr val="00B050"/>
                </a:solidFill>
                <a:latin typeface="Times New Roman" panose="02020603050405020304" pitchFamily="18" charset="0"/>
              </a:rPr>
              <a:t>数</a:t>
            </a:r>
            <a:r>
              <a:rPr kumimoji="1" lang="zh-CN" altLang="en-US" sz="2800" dirty="0">
                <a:solidFill>
                  <a:srgbClr val="00B050"/>
                </a:solidFill>
                <a:latin typeface="Times New Roman" panose="02020603050405020304" pitchFamily="18" charset="0"/>
              </a:rPr>
              <a:t>、列数、非零元素个数</a:t>
            </a:r>
          </a:p>
          <a:p>
            <a:pPr>
              <a:buFont typeface="Wingdings" panose="05000000000000000000" pitchFamily="2" charset="2"/>
              <a:buNone/>
            </a:pPr>
            <a:r>
              <a:rPr kumimoji="1" lang="zh-CN" altLang="en-US" sz="2800" dirty="0">
                <a:solidFill>
                  <a:srgbClr val="CC0000"/>
                </a:solidFill>
                <a:latin typeface="Times New Roman" panose="02020603050405020304" pitchFamily="18" charset="0"/>
              </a:rPr>
              <a:t>	 </a:t>
            </a:r>
            <a:r>
              <a:rPr kumimoji="1" lang="en-US" altLang="zh-CN" sz="2800" dirty="0">
                <a:solidFill>
                  <a:srgbClr val="0000FF"/>
                </a:solidFill>
                <a:latin typeface="Times New Roman" panose="02020603050405020304" pitchFamily="18" charset="0"/>
              </a:rPr>
              <a:t>Triple *</a:t>
            </a:r>
            <a:r>
              <a:rPr kumimoji="1" lang="en-US" altLang="zh-CN" dirty="0">
                <a:solidFill>
                  <a:srgbClr val="0000FF"/>
                </a:solidFill>
                <a:latin typeface="Times New Roman" panose="02020603050405020304" pitchFamily="18" charset="0"/>
              </a:rPr>
              <a:t>data</a:t>
            </a:r>
            <a:r>
              <a:rPr kumimoji="1" lang="en-US" altLang="zh-CN" sz="2800" dirty="0">
                <a:solidFill>
                  <a:srgbClr val="0000FF"/>
                </a:solidFill>
                <a:latin typeface="Times New Roman" panose="02020603050405020304" pitchFamily="18" charset="0"/>
              </a:rPr>
              <a:t>;</a:t>
            </a:r>
            <a:r>
              <a:rPr kumimoji="1" lang="en-US" altLang="zh-CN" sz="2800" dirty="0">
                <a:solidFill>
                  <a:srgbClr val="CC0000"/>
                </a:solidFill>
                <a:latin typeface="Times New Roman" panose="02020603050405020304" pitchFamily="18" charset="0"/>
              </a:rPr>
              <a:t>	   </a:t>
            </a:r>
            <a:r>
              <a:rPr kumimoji="1" lang="en-US" altLang="zh-CN" sz="2800" dirty="0">
                <a:solidFill>
                  <a:srgbClr val="00B050"/>
                </a:solidFill>
                <a:latin typeface="Times New Roman" panose="02020603050405020304" pitchFamily="18" charset="0"/>
              </a:rPr>
              <a:t>// </a:t>
            </a:r>
            <a:r>
              <a:rPr kumimoji="1" lang="zh-CN" altLang="en-US" sz="2800" dirty="0">
                <a:solidFill>
                  <a:srgbClr val="00B050"/>
                </a:solidFill>
                <a:latin typeface="Times New Roman" panose="02020603050405020304" pitchFamily="18" charset="0"/>
              </a:rPr>
              <a:t>三元组顺序表</a:t>
            </a:r>
          </a:p>
          <a:p>
            <a:pPr>
              <a:buFont typeface="Wingdings" panose="05000000000000000000" pitchFamily="2" charset="2"/>
              <a:buNone/>
            </a:pPr>
            <a:r>
              <a:rPr kumimoji="1" lang="zh-CN" altLang="en-US" sz="2800" dirty="0">
                <a:solidFill>
                  <a:srgbClr val="CC0000"/>
                </a:solidFill>
                <a:latin typeface="Times New Roman" panose="02020603050405020304" pitchFamily="18" charset="0"/>
              </a:rPr>
              <a:t>	 </a:t>
            </a:r>
            <a:r>
              <a:rPr kumimoji="1" lang="en-US" altLang="zh-CN" sz="2800" dirty="0">
                <a:solidFill>
                  <a:srgbClr val="CC0000"/>
                </a:solidFill>
                <a:latin typeface="Times New Roman" panose="02020603050405020304" pitchFamily="18" charset="0"/>
              </a:rPr>
              <a:t>int </a:t>
            </a:r>
            <a:r>
              <a:rPr kumimoji="1" lang="en-US" altLang="zh-CN" sz="2800" dirty="0" err="1">
                <a:solidFill>
                  <a:srgbClr val="CC0000"/>
                </a:solidFill>
                <a:latin typeface="Times New Roman" panose="02020603050405020304" pitchFamily="18" charset="0"/>
              </a:rPr>
              <a:t>maxSize</a:t>
            </a:r>
            <a:r>
              <a:rPr kumimoji="1" lang="en-US" altLang="zh-CN" sz="2800" dirty="0">
                <a:solidFill>
                  <a:srgbClr val="CC0000"/>
                </a:solidFill>
                <a:latin typeface="Times New Roman" panose="02020603050405020304" pitchFamily="18" charset="0"/>
              </a:rPr>
              <a:t>;	   </a:t>
            </a:r>
            <a:r>
              <a:rPr kumimoji="1" lang="en-US" altLang="zh-CN" sz="2800" dirty="0">
                <a:solidFill>
                  <a:srgbClr val="00B050"/>
                </a:solidFill>
                <a:latin typeface="Times New Roman" panose="02020603050405020304" pitchFamily="18" charset="0"/>
              </a:rPr>
              <a:t>// </a:t>
            </a:r>
            <a:r>
              <a:rPr kumimoji="1" lang="zh-CN" altLang="en-US" sz="2800" dirty="0">
                <a:solidFill>
                  <a:srgbClr val="00B050"/>
                </a:solidFill>
                <a:latin typeface="Times New Roman" panose="02020603050405020304" pitchFamily="18" charset="0"/>
              </a:rPr>
              <a:t>表的最大容量</a:t>
            </a:r>
          </a:p>
          <a:p>
            <a:pPr>
              <a:buFont typeface="Wingdings" panose="05000000000000000000" pitchFamily="2" charset="2"/>
              <a:buNone/>
            </a:pPr>
            <a:r>
              <a:rPr kumimoji="1" lang="en-US" altLang="zh-CN" sz="2800" dirty="0">
                <a:solidFill>
                  <a:srgbClr val="CC0000"/>
                </a:solidFill>
                <a:latin typeface="Times New Roman" panose="02020603050405020304" pitchFamily="18" charset="0"/>
              </a:rPr>
              <a:t>} </a:t>
            </a:r>
            <a:r>
              <a:rPr kumimoji="1" lang="en-US" altLang="zh-CN" sz="2800" dirty="0" err="1">
                <a:solidFill>
                  <a:srgbClr val="CC0000"/>
                </a:solidFill>
                <a:latin typeface="Times New Roman" panose="02020603050405020304" pitchFamily="18" charset="0"/>
              </a:rPr>
              <a:t>TSMatrix</a:t>
            </a:r>
            <a:r>
              <a:rPr kumimoji="1" lang="en-US" altLang="zh-CN" sz="2800" dirty="0">
                <a:solidFill>
                  <a:srgbClr val="CC0000"/>
                </a:solidFill>
                <a:latin typeface="Times New Roman" panose="02020603050405020304" pitchFamily="18" charset="0"/>
              </a:rPr>
              <a:t>;</a:t>
            </a:r>
          </a:p>
        </p:txBody>
      </p:sp>
    </p:spTree>
    <p:extLst>
      <p:ext uri="{BB962C8B-B14F-4D97-AF65-F5344CB8AC3E}">
        <p14:creationId xmlns:p14="http://schemas.microsoft.com/office/powerpoint/2010/main" val="149366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2C537A-C7D5-43AB-8346-CE035942BA77}"/>
              </a:ext>
            </a:extLst>
          </p:cNvPr>
          <p:cNvSpPr>
            <a:spLocks noGrp="1"/>
          </p:cNvSpPr>
          <p:nvPr>
            <p:ph type="title"/>
          </p:nvPr>
        </p:nvSpPr>
        <p:spPr/>
        <p:txBody>
          <a:bodyPr/>
          <a:lstStyle/>
          <a:p>
            <a:r>
              <a:rPr lang="zh-CN" altLang="en-US" dirty="0"/>
              <a:t>稀疏矩阵的转置运算</a:t>
            </a:r>
          </a:p>
        </p:txBody>
      </p:sp>
      <p:sp>
        <p:nvSpPr>
          <p:cNvPr id="3" name="内容占位符 2">
            <a:extLst>
              <a:ext uri="{FF2B5EF4-FFF2-40B4-BE49-F238E27FC236}">
                <a16:creationId xmlns:a16="http://schemas.microsoft.com/office/drawing/2014/main" id="{7482E26E-B931-4FF6-9D0B-47163ABCE0FE}"/>
              </a:ext>
            </a:extLst>
          </p:cNvPr>
          <p:cNvSpPr>
            <a:spLocks noGrp="1"/>
          </p:cNvSpPr>
          <p:nvPr>
            <p:ph idx="1"/>
          </p:nvPr>
        </p:nvSpPr>
        <p:spPr/>
        <p:txBody>
          <a:bodyPr/>
          <a:lstStyle/>
          <a:p>
            <a:r>
              <a:rPr lang="zh-CN" altLang="en-US" dirty="0"/>
              <a:t>一个 </a:t>
            </a:r>
            <a:r>
              <a:rPr lang="en-US" altLang="zh-CN" dirty="0" err="1">
                <a:solidFill>
                  <a:srgbClr val="FF0000"/>
                </a:solidFill>
              </a:rPr>
              <a:t>m×n</a:t>
            </a:r>
            <a:r>
              <a:rPr lang="en-US" altLang="zh-CN" dirty="0">
                <a:solidFill>
                  <a:srgbClr val="FF0000"/>
                </a:solidFill>
              </a:rPr>
              <a:t> </a:t>
            </a:r>
            <a:r>
              <a:rPr lang="zh-CN" altLang="en-US" dirty="0"/>
              <a:t>的矩阵 </a:t>
            </a:r>
            <a:r>
              <a:rPr lang="en-US" altLang="zh-CN" dirty="0">
                <a:solidFill>
                  <a:srgbClr val="FF0000"/>
                </a:solidFill>
              </a:rPr>
              <a:t>A</a:t>
            </a:r>
            <a:r>
              <a:rPr lang="zh-CN" altLang="en-US" dirty="0"/>
              <a:t>，它的转置矩阵 </a:t>
            </a:r>
            <a:r>
              <a:rPr lang="en-US" altLang="zh-CN" dirty="0">
                <a:solidFill>
                  <a:srgbClr val="FF0000"/>
                </a:solidFill>
              </a:rPr>
              <a:t>B</a:t>
            </a:r>
            <a:r>
              <a:rPr lang="en-US" altLang="zh-CN" dirty="0"/>
              <a:t> </a:t>
            </a:r>
            <a:r>
              <a:rPr lang="zh-CN" altLang="en-US" dirty="0"/>
              <a:t>是一个 </a:t>
            </a:r>
            <a:r>
              <a:rPr lang="en-US" altLang="zh-CN" dirty="0" err="1">
                <a:solidFill>
                  <a:srgbClr val="FF0000"/>
                </a:solidFill>
              </a:rPr>
              <a:t>n×m</a:t>
            </a:r>
            <a:r>
              <a:rPr lang="en-US" altLang="zh-CN" dirty="0">
                <a:solidFill>
                  <a:srgbClr val="FF0000"/>
                </a:solidFill>
              </a:rPr>
              <a:t> </a:t>
            </a:r>
            <a:r>
              <a:rPr lang="zh-CN" altLang="en-US" dirty="0"/>
              <a:t>的矩阵，且 </a:t>
            </a:r>
            <a:r>
              <a:rPr lang="en-US" altLang="zh-CN" dirty="0">
                <a:solidFill>
                  <a:srgbClr val="FF0000"/>
                </a:solidFill>
              </a:rPr>
              <a:t>A[</a:t>
            </a:r>
            <a:r>
              <a:rPr lang="en-US" altLang="zh-CN" dirty="0" err="1">
                <a:solidFill>
                  <a:srgbClr val="FF0000"/>
                </a:solidFill>
              </a:rPr>
              <a:t>i</a:t>
            </a:r>
            <a:r>
              <a:rPr lang="en-US" altLang="zh-CN" dirty="0">
                <a:solidFill>
                  <a:srgbClr val="FF0000"/>
                </a:solidFill>
              </a:rPr>
              <a:t>][j] = B[j][</a:t>
            </a:r>
            <a:r>
              <a:rPr lang="en-US" altLang="zh-CN" dirty="0" err="1">
                <a:solidFill>
                  <a:srgbClr val="FF0000"/>
                </a:solidFill>
              </a:rPr>
              <a:t>i</a:t>
            </a:r>
            <a:r>
              <a:rPr lang="en-US" altLang="zh-CN" dirty="0">
                <a:solidFill>
                  <a:srgbClr val="FF0000"/>
                </a:solidFill>
              </a:rPr>
              <a:t>]</a:t>
            </a:r>
            <a:r>
              <a:rPr lang="zh-CN" altLang="en-US" dirty="0"/>
              <a:t>。即</a:t>
            </a:r>
          </a:p>
          <a:p>
            <a:pPr lvl="1"/>
            <a:r>
              <a:rPr lang="zh-CN" altLang="en-US" dirty="0">
                <a:solidFill>
                  <a:srgbClr val="0000FF"/>
                </a:solidFill>
              </a:rPr>
              <a:t>矩阵 </a:t>
            </a:r>
            <a:r>
              <a:rPr lang="en-US" altLang="zh-CN" dirty="0">
                <a:solidFill>
                  <a:srgbClr val="0000FF"/>
                </a:solidFill>
              </a:rPr>
              <a:t>A </a:t>
            </a:r>
            <a:r>
              <a:rPr lang="zh-CN" altLang="en-US" dirty="0">
                <a:solidFill>
                  <a:srgbClr val="0000FF"/>
                </a:solidFill>
              </a:rPr>
              <a:t>的</a:t>
            </a:r>
            <a:r>
              <a:rPr lang="zh-CN" altLang="en-US" dirty="0">
                <a:solidFill>
                  <a:srgbClr val="FF0000"/>
                </a:solidFill>
              </a:rPr>
              <a:t>行</a:t>
            </a:r>
            <a:r>
              <a:rPr lang="zh-CN" altLang="en-US" dirty="0">
                <a:solidFill>
                  <a:srgbClr val="0000FF"/>
                </a:solidFill>
              </a:rPr>
              <a:t>成为矩阵 </a:t>
            </a:r>
            <a:r>
              <a:rPr lang="en-US" altLang="zh-CN" dirty="0">
                <a:solidFill>
                  <a:srgbClr val="0000FF"/>
                </a:solidFill>
              </a:rPr>
              <a:t>B </a:t>
            </a:r>
            <a:r>
              <a:rPr lang="zh-CN" altLang="en-US" dirty="0">
                <a:solidFill>
                  <a:srgbClr val="0000FF"/>
                </a:solidFill>
              </a:rPr>
              <a:t>的</a:t>
            </a:r>
            <a:r>
              <a:rPr lang="zh-CN" altLang="en-US" dirty="0">
                <a:solidFill>
                  <a:srgbClr val="00B050"/>
                </a:solidFill>
              </a:rPr>
              <a:t>列</a:t>
            </a:r>
          </a:p>
          <a:p>
            <a:pPr lvl="1"/>
            <a:r>
              <a:rPr lang="zh-CN" altLang="en-US" dirty="0">
                <a:solidFill>
                  <a:srgbClr val="0000FF"/>
                </a:solidFill>
              </a:rPr>
              <a:t>矩阵 </a:t>
            </a:r>
            <a:r>
              <a:rPr lang="en-US" altLang="zh-CN" dirty="0">
                <a:solidFill>
                  <a:srgbClr val="0000FF"/>
                </a:solidFill>
              </a:rPr>
              <a:t>A </a:t>
            </a:r>
            <a:r>
              <a:rPr lang="zh-CN" altLang="en-US" dirty="0">
                <a:solidFill>
                  <a:srgbClr val="0000FF"/>
                </a:solidFill>
              </a:rPr>
              <a:t>的</a:t>
            </a:r>
            <a:r>
              <a:rPr lang="zh-CN" altLang="en-US" dirty="0">
                <a:solidFill>
                  <a:srgbClr val="00B050"/>
                </a:solidFill>
              </a:rPr>
              <a:t>列</a:t>
            </a:r>
            <a:r>
              <a:rPr lang="zh-CN" altLang="en-US" dirty="0">
                <a:solidFill>
                  <a:srgbClr val="0000FF"/>
                </a:solidFill>
              </a:rPr>
              <a:t>成为矩阵 </a:t>
            </a:r>
            <a:r>
              <a:rPr lang="en-US" altLang="zh-CN" dirty="0">
                <a:solidFill>
                  <a:srgbClr val="0000FF"/>
                </a:solidFill>
              </a:rPr>
              <a:t>B </a:t>
            </a:r>
            <a:r>
              <a:rPr lang="zh-CN" altLang="en-US" dirty="0">
                <a:solidFill>
                  <a:srgbClr val="0000FF"/>
                </a:solidFill>
              </a:rPr>
              <a:t>的</a:t>
            </a:r>
            <a:r>
              <a:rPr lang="zh-CN" altLang="en-US" dirty="0">
                <a:solidFill>
                  <a:srgbClr val="FF0000"/>
                </a:solidFill>
              </a:rPr>
              <a:t>行</a:t>
            </a:r>
          </a:p>
          <a:p>
            <a:r>
              <a:rPr lang="zh-CN" altLang="en-US" dirty="0"/>
              <a:t>在稀疏矩阵的三元组表中，非零矩阵元素按行序存放。当行号相同时，按列号递增的顺序存放。</a:t>
            </a:r>
          </a:p>
          <a:p>
            <a:r>
              <a:rPr lang="zh-CN" altLang="en-US" dirty="0"/>
              <a:t>如果稀疏矩阵的转置运算基于三元组表，则矩阵的转置要直接对相应三元组表进行转置。</a:t>
            </a:r>
          </a:p>
        </p:txBody>
      </p:sp>
    </p:spTree>
    <p:extLst>
      <p:ext uri="{BB962C8B-B14F-4D97-AF65-F5344CB8AC3E}">
        <p14:creationId xmlns:p14="http://schemas.microsoft.com/office/powerpoint/2010/main" val="15993156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FB8B35-17F9-41D6-BC40-D6B34A265D1F}"/>
              </a:ext>
            </a:extLst>
          </p:cNvPr>
          <p:cNvSpPr>
            <a:spLocks noGrp="1"/>
          </p:cNvSpPr>
          <p:nvPr>
            <p:ph type="title"/>
          </p:nvPr>
        </p:nvSpPr>
        <p:spPr/>
        <p:txBody>
          <a:bodyPr/>
          <a:lstStyle/>
          <a:p>
            <a:endParaRPr lang="zh-CN" altLang="en-US"/>
          </a:p>
        </p:txBody>
      </p:sp>
      <p:graphicFrame>
        <p:nvGraphicFramePr>
          <p:cNvPr id="6" name="Object 3">
            <a:extLst>
              <a:ext uri="{FF2B5EF4-FFF2-40B4-BE49-F238E27FC236}">
                <a16:creationId xmlns:a16="http://schemas.microsoft.com/office/drawing/2014/main" id="{507624EB-E7C0-49BA-B7A2-BE2827D9089C}"/>
              </a:ext>
            </a:extLst>
          </p:cNvPr>
          <p:cNvGraphicFramePr>
            <a:graphicFrameLocks noChangeAspect="1"/>
          </p:cNvGraphicFramePr>
          <p:nvPr>
            <p:extLst>
              <p:ext uri="{D42A27DB-BD31-4B8C-83A1-F6EECF244321}">
                <p14:modId xmlns:p14="http://schemas.microsoft.com/office/powerpoint/2010/main" val="2445809153"/>
              </p:ext>
            </p:extLst>
          </p:nvPr>
        </p:nvGraphicFramePr>
        <p:xfrm>
          <a:off x="119270" y="2132856"/>
          <a:ext cx="5172809" cy="3168352"/>
        </p:xfrm>
        <a:graphic>
          <a:graphicData uri="http://schemas.openxmlformats.org/presentationml/2006/ole">
            <mc:AlternateContent xmlns:mc="http://schemas.openxmlformats.org/markup-compatibility/2006">
              <mc:Choice xmlns:v="urn:schemas-microsoft-com:vml" Requires="v">
                <p:oleObj spid="_x0000_s22672" name="公式" r:id="rId3" imgW="2450880" imgH="1371600" progId="Equation.3">
                  <p:embed/>
                </p:oleObj>
              </mc:Choice>
              <mc:Fallback>
                <p:oleObj name="公式" r:id="rId3" imgW="2450880" imgH="1371600" progId="Equation.3">
                  <p:embed/>
                  <p:pic>
                    <p:nvPicPr>
                      <p:cNvPr id="495619" name="Object 3">
                        <a:extLst>
                          <a:ext uri="{FF2B5EF4-FFF2-40B4-BE49-F238E27FC236}">
                            <a16:creationId xmlns:a16="http://schemas.microsoft.com/office/drawing/2014/main" id="{49DF2741-9DDD-41E3-B529-29A32ACB71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270" y="2132856"/>
                        <a:ext cx="5172809" cy="3168352"/>
                      </a:xfrm>
                      <a:prstGeom prst="rect">
                        <a:avLst/>
                      </a:prstGeom>
                      <a:noFill/>
                      <a:ln>
                        <a:noFill/>
                      </a:ln>
                      <a:effectLst/>
                    </p:spPr>
                  </p:pic>
                </p:oleObj>
              </mc:Fallback>
            </mc:AlternateContent>
          </a:graphicData>
        </a:graphic>
      </p:graphicFrame>
      <p:sp>
        <p:nvSpPr>
          <p:cNvPr id="7" name="Text Box 4">
            <a:extLst>
              <a:ext uri="{FF2B5EF4-FFF2-40B4-BE49-F238E27FC236}">
                <a16:creationId xmlns:a16="http://schemas.microsoft.com/office/drawing/2014/main" id="{04D7BE21-CB02-4CB4-8BDA-D18683146FC6}"/>
              </a:ext>
            </a:extLst>
          </p:cNvPr>
          <p:cNvSpPr txBox="1">
            <a:spLocks noChangeArrowheads="1"/>
          </p:cNvSpPr>
          <p:nvPr/>
        </p:nvSpPr>
        <p:spPr bwMode="auto">
          <a:xfrm>
            <a:off x="1676400" y="1073150"/>
            <a:ext cx="639921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r>
              <a:rPr kumimoji="1" lang="zh-CN" altLang="en-US" sz="3200" dirty="0">
                <a:solidFill>
                  <a:srgbClr val="CC0000"/>
                </a:solidFill>
                <a:ea typeface="仿宋_GB2312" pitchFamily="49" charset="-122"/>
              </a:rPr>
              <a:t>稀疏矩阵                     对应三元组表</a:t>
            </a:r>
            <a:endParaRPr kumimoji="1" lang="zh-CN" altLang="en-US" sz="3200" b="0" dirty="0">
              <a:solidFill>
                <a:srgbClr val="CC0000"/>
              </a:solidFill>
              <a:ea typeface="宋体" panose="02010600030101010101" pitchFamily="2" charset="-122"/>
            </a:endParaRPr>
          </a:p>
        </p:txBody>
      </p:sp>
      <p:graphicFrame>
        <p:nvGraphicFramePr>
          <p:cNvPr id="8" name="Object 5">
            <a:extLst>
              <a:ext uri="{FF2B5EF4-FFF2-40B4-BE49-F238E27FC236}">
                <a16:creationId xmlns:a16="http://schemas.microsoft.com/office/drawing/2014/main" id="{857EC99B-CF64-49BC-9277-DE3135927CB8}"/>
              </a:ext>
            </a:extLst>
          </p:cNvPr>
          <p:cNvGraphicFramePr>
            <a:graphicFrameLocks noChangeAspect="1"/>
          </p:cNvGraphicFramePr>
          <p:nvPr>
            <p:extLst>
              <p:ext uri="{D42A27DB-BD31-4B8C-83A1-F6EECF244321}">
                <p14:modId xmlns:p14="http://schemas.microsoft.com/office/powerpoint/2010/main" val="837556332"/>
              </p:ext>
            </p:extLst>
          </p:nvPr>
        </p:nvGraphicFramePr>
        <p:xfrm>
          <a:off x="4644008" y="2025944"/>
          <a:ext cx="4065081" cy="4540250"/>
        </p:xfrm>
        <a:graphic>
          <a:graphicData uri="http://schemas.openxmlformats.org/presentationml/2006/ole">
            <mc:AlternateContent xmlns:mc="http://schemas.openxmlformats.org/markup-compatibility/2006">
              <mc:Choice xmlns:v="urn:schemas-microsoft-com:vml" Requires="v">
                <p:oleObj spid="_x0000_s22673" name="文档" r:id="rId5" imgW="5209200" imgH="5823360" progId="Word.Document.8">
                  <p:embed/>
                </p:oleObj>
              </mc:Choice>
              <mc:Fallback>
                <p:oleObj name="文档" r:id="rId5" imgW="5209200" imgH="5823360" progId="Word.Document.8">
                  <p:embed/>
                  <p:pic>
                    <p:nvPicPr>
                      <p:cNvPr id="495621" name="Object 5">
                        <a:extLst>
                          <a:ext uri="{FF2B5EF4-FFF2-40B4-BE49-F238E27FC236}">
                            <a16:creationId xmlns:a16="http://schemas.microsoft.com/office/drawing/2014/main" id="{64450DA3-F27C-41B2-9287-652A5AE688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4008" y="2025944"/>
                        <a:ext cx="4065081" cy="45402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638358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78A3-CA0D-4B98-914A-3BEC18F2A56F}"/>
              </a:ext>
            </a:extLst>
          </p:cNvPr>
          <p:cNvSpPr>
            <a:spLocks noGrp="1"/>
          </p:cNvSpPr>
          <p:nvPr>
            <p:ph type="title"/>
          </p:nvPr>
        </p:nvSpPr>
        <p:spPr/>
        <p:txBody>
          <a:bodyPr/>
          <a:lstStyle/>
          <a:p>
            <a:endParaRPr lang="zh-CN" altLang="en-US"/>
          </a:p>
        </p:txBody>
      </p:sp>
      <p:graphicFrame>
        <p:nvGraphicFramePr>
          <p:cNvPr id="6" name="Object 3">
            <a:extLst>
              <a:ext uri="{FF2B5EF4-FFF2-40B4-BE49-F238E27FC236}">
                <a16:creationId xmlns:a16="http://schemas.microsoft.com/office/drawing/2014/main" id="{E5E8194F-B237-42B1-B16E-7D7F0299A6DE}"/>
              </a:ext>
            </a:extLst>
          </p:cNvPr>
          <p:cNvGraphicFramePr>
            <a:graphicFrameLocks noChangeAspect="1"/>
          </p:cNvGraphicFramePr>
          <p:nvPr>
            <p:extLst>
              <p:ext uri="{D42A27DB-BD31-4B8C-83A1-F6EECF244321}">
                <p14:modId xmlns:p14="http://schemas.microsoft.com/office/powerpoint/2010/main" val="3881309756"/>
              </p:ext>
            </p:extLst>
          </p:nvPr>
        </p:nvGraphicFramePr>
        <p:xfrm>
          <a:off x="179512" y="1684999"/>
          <a:ext cx="4104456" cy="3976250"/>
        </p:xfrm>
        <a:graphic>
          <a:graphicData uri="http://schemas.openxmlformats.org/presentationml/2006/ole">
            <mc:AlternateContent xmlns:mc="http://schemas.openxmlformats.org/markup-compatibility/2006">
              <mc:Choice xmlns:v="urn:schemas-microsoft-com:vml" Requires="v">
                <p:oleObj spid="_x0000_s23694" name="公式" r:id="rId3" imgW="1841400" imgH="1803240" progId="Equation.3">
                  <p:embed/>
                </p:oleObj>
              </mc:Choice>
              <mc:Fallback>
                <p:oleObj name="公式" r:id="rId3" imgW="1841400" imgH="1803240" progId="Equation.3">
                  <p:embed/>
                  <p:pic>
                    <p:nvPicPr>
                      <p:cNvPr id="496643" name="Object 3">
                        <a:extLst>
                          <a:ext uri="{FF2B5EF4-FFF2-40B4-BE49-F238E27FC236}">
                            <a16:creationId xmlns:a16="http://schemas.microsoft.com/office/drawing/2014/main" id="{743094B1-9C19-4C0F-B136-DE77CC412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1684999"/>
                        <a:ext cx="4104456" cy="3976250"/>
                      </a:xfrm>
                      <a:prstGeom prst="rect">
                        <a:avLst/>
                      </a:prstGeom>
                      <a:noFill/>
                      <a:ln>
                        <a:noFill/>
                      </a:ln>
                      <a:effectLst/>
                    </p:spPr>
                  </p:pic>
                </p:oleObj>
              </mc:Fallback>
            </mc:AlternateContent>
          </a:graphicData>
        </a:graphic>
      </p:graphicFrame>
      <p:sp>
        <p:nvSpPr>
          <p:cNvPr id="7" name="Text Box 4">
            <a:extLst>
              <a:ext uri="{FF2B5EF4-FFF2-40B4-BE49-F238E27FC236}">
                <a16:creationId xmlns:a16="http://schemas.microsoft.com/office/drawing/2014/main" id="{46CAD0C6-16F9-4FA4-9019-E70EAFDFCCAE}"/>
              </a:ext>
            </a:extLst>
          </p:cNvPr>
          <p:cNvSpPr txBox="1">
            <a:spLocks noChangeArrowheads="1"/>
          </p:cNvSpPr>
          <p:nvPr/>
        </p:nvSpPr>
        <p:spPr bwMode="auto">
          <a:xfrm>
            <a:off x="1475656" y="900009"/>
            <a:ext cx="6522169"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kumimoji="1" lang="zh-CN" altLang="en-US" sz="3200" dirty="0">
                <a:solidFill>
                  <a:srgbClr val="CC0000"/>
                </a:solidFill>
                <a:ea typeface="仿宋_GB2312" pitchFamily="49" charset="-122"/>
              </a:rPr>
              <a:t>转置矩阵                      对应三元组表</a:t>
            </a:r>
            <a:endParaRPr kumimoji="1" lang="zh-CN" altLang="en-US" sz="3200" b="0" dirty="0">
              <a:solidFill>
                <a:srgbClr val="CC0000"/>
              </a:solidFill>
              <a:ea typeface="宋体" panose="02010600030101010101" pitchFamily="2" charset="-122"/>
            </a:endParaRPr>
          </a:p>
        </p:txBody>
      </p:sp>
      <p:graphicFrame>
        <p:nvGraphicFramePr>
          <p:cNvPr id="8" name="Object 5">
            <a:extLst>
              <a:ext uri="{FF2B5EF4-FFF2-40B4-BE49-F238E27FC236}">
                <a16:creationId xmlns:a16="http://schemas.microsoft.com/office/drawing/2014/main" id="{0558DF4F-4857-4C2B-B43E-8138893FF4BD}"/>
              </a:ext>
            </a:extLst>
          </p:cNvPr>
          <p:cNvGraphicFramePr>
            <a:graphicFrameLocks noChangeAspect="1"/>
          </p:cNvGraphicFramePr>
          <p:nvPr>
            <p:extLst>
              <p:ext uri="{D42A27DB-BD31-4B8C-83A1-F6EECF244321}">
                <p14:modId xmlns:p14="http://schemas.microsoft.com/office/powerpoint/2010/main" val="955512266"/>
              </p:ext>
            </p:extLst>
          </p:nvPr>
        </p:nvGraphicFramePr>
        <p:xfrm>
          <a:off x="4736740" y="1684999"/>
          <a:ext cx="3592512" cy="4688333"/>
        </p:xfrm>
        <a:graphic>
          <a:graphicData uri="http://schemas.openxmlformats.org/presentationml/2006/ole">
            <mc:AlternateContent xmlns:mc="http://schemas.openxmlformats.org/markup-compatibility/2006">
              <mc:Choice xmlns:v="urn:schemas-microsoft-com:vml" Requires="v">
                <p:oleObj spid="_x0000_s23695" name="文档" r:id="rId5" imgW="4774680" imgH="5710320" progId="Word.Document.8">
                  <p:embed/>
                </p:oleObj>
              </mc:Choice>
              <mc:Fallback>
                <p:oleObj name="文档" r:id="rId5" imgW="4774680" imgH="5710320" progId="Word.Document.8">
                  <p:embed/>
                  <p:pic>
                    <p:nvPicPr>
                      <p:cNvPr id="496645" name="Object 5">
                        <a:extLst>
                          <a:ext uri="{FF2B5EF4-FFF2-40B4-BE49-F238E27FC236}">
                            <a16:creationId xmlns:a16="http://schemas.microsoft.com/office/drawing/2014/main" id="{8386CCD9-6626-417C-8139-51E339B683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6740" y="1684999"/>
                        <a:ext cx="3592512" cy="468833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08645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E03A14-556A-4D97-8C2F-EB67C1059E55}"/>
              </a:ext>
            </a:extLst>
          </p:cNvPr>
          <p:cNvSpPr>
            <a:spLocks noGrp="1"/>
          </p:cNvSpPr>
          <p:nvPr>
            <p:ph type="title"/>
          </p:nvPr>
        </p:nvSpPr>
        <p:spPr>
          <a:xfrm>
            <a:off x="844550" y="242594"/>
            <a:ext cx="6895802" cy="457200"/>
          </a:xfrm>
        </p:spPr>
        <p:txBody>
          <a:bodyPr/>
          <a:lstStyle/>
          <a:p>
            <a:r>
              <a:rPr lang="zh-CN" altLang="en-US" dirty="0"/>
              <a:t>稀疏矩阵及其转置的三元组顺序表表示</a:t>
            </a:r>
          </a:p>
        </p:txBody>
      </p:sp>
      <p:graphicFrame>
        <p:nvGraphicFramePr>
          <p:cNvPr id="5" name="Object 3">
            <a:extLst>
              <a:ext uri="{FF2B5EF4-FFF2-40B4-BE49-F238E27FC236}">
                <a16:creationId xmlns:a16="http://schemas.microsoft.com/office/drawing/2014/main" id="{F5B2330F-E61A-47A2-AE9B-C8E56EB6415B}"/>
              </a:ext>
            </a:extLst>
          </p:cNvPr>
          <p:cNvGraphicFramePr>
            <a:graphicFrameLocks noChangeAspect="1"/>
          </p:cNvGraphicFramePr>
          <p:nvPr>
            <p:extLst>
              <p:ext uri="{D42A27DB-BD31-4B8C-83A1-F6EECF244321}">
                <p14:modId xmlns:p14="http://schemas.microsoft.com/office/powerpoint/2010/main" val="3223473866"/>
              </p:ext>
            </p:extLst>
          </p:nvPr>
        </p:nvGraphicFramePr>
        <p:xfrm>
          <a:off x="332705" y="1916832"/>
          <a:ext cx="8343751" cy="4698574"/>
        </p:xfrm>
        <a:graphic>
          <a:graphicData uri="http://schemas.openxmlformats.org/presentationml/2006/ole">
            <mc:AlternateContent xmlns:mc="http://schemas.openxmlformats.org/markup-compatibility/2006">
              <mc:Choice xmlns:v="urn:schemas-microsoft-com:vml" Requires="v">
                <p:oleObj spid="_x0000_s24649" name="文档" r:id="rId3" imgW="9618860" imgH="5710098" progId="Word.Document.8">
                  <p:embed/>
                </p:oleObj>
              </mc:Choice>
              <mc:Fallback>
                <p:oleObj name="文档" r:id="rId3" imgW="9618860" imgH="5710098" progId="Word.Document.8">
                  <p:embed/>
                  <p:pic>
                    <p:nvPicPr>
                      <p:cNvPr id="497667" name="Object 3">
                        <a:extLst>
                          <a:ext uri="{FF2B5EF4-FFF2-40B4-BE49-F238E27FC236}">
                            <a16:creationId xmlns:a16="http://schemas.microsoft.com/office/drawing/2014/main" id="{43D8EEC7-D308-4642-BB67-C529A3991C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705" y="1916832"/>
                        <a:ext cx="8343751" cy="4698574"/>
                      </a:xfrm>
                      <a:prstGeom prst="rect">
                        <a:avLst/>
                      </a:prstGeom>
                    </p:spPr>
                  </p:pic>
                </p:oleObj>
              </mc:Fallback>
            </mc:AlternateContent>
          </a:graphicData>
        </a:graphic>
      </p:graphicFrame>
      <p:sp>
        <p:nvSpPr>
          <p:cNvPr id="6" name="Text Box 4">
            <a:extLst>
              <a:ext uri="{FF2B5EF4-FFF2-40B4-BE49-F238E27FC236}">
                <a16:creationId xmlns:a16="http://schemas.microsoft.com/office/drawing/2014/main" id="{E26D2721-3AF8-4D29-A0F5-A4CAFB27FCFE}"/>
              </a:ext>
            </a:extLst>
          </p:cNvPr>
          <p:cNvSpPr txBox="1">
            <a:spLocks noChangeArrowheads="1"/>
          </p:cNvSpPr>
          <p:nvPr/>
        </p:nvSpPr>
        <p:spPr bwMode="auto">
          <a:xfrm>
            <a:off x="1403648" y="1109428"/>
            <a:ext cx="69669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dirty="0">
                <a:solidFill>
                  <a:srgbClr val="000099"/>
                </a:solidFill>
                <a:latin typeface="仿宋_GB2312" pitchFamily="49" charset="-122"/>
                <a:ea typeface="仿宋_GB2312" pitchFamily="49" charset="-122"/>
              </a:rPr>
              <a:t>原矩阵三元组表             </a:t>
            </a:r>
            <a:r>
              <a:rPr lang="zh-CN" altLang="en-US" sz="2800" dirty="0">
                <a:solidFill>
                  <a:srgbClr val="CC0000"/>
                </a:solidFill>
                <a:latin typeface="仿宋_GB2312" pitchFamily="49" charset="-122"/>
                <a:ea typeface="仿宋_GB2312" pitchFamily="49" charset="-122"/>
              </a:rPr>
              <a:t>转置矩阵三元组表</a:t>
            </a:r>
          </a:p>
        </p:txBody>
      </p:sp>
      <p:cxnSp>
        <p:nvCxnSpPr>
          <p:cNvPr id="4" name="直接连接符 3">
            <a:extLst>
              <a:ext uri="{FF2B5EF4-FFF2-40B4-BE49-F238E27FC236}">
                <a16:creationId xmlns:a16="http://schemas.microsoft.com/office/drawing/2014/main" id="{742E65A4-74AE-4FB3-BCEC-35DBC3EA8A14}"/>
              </a:ext>
            </a:extLst>
          </p:cNvPr>
          <p:cNvCxnSpPr>
            <a:cxnSpLocks/>
          </p:cNvCxnSpPr>
          <p:nvPr/>
        </p:nvCxnSpPr>
        <p:spPr bwMode="auto">
          <a:xfrm>
            <a:off x="4427984" y="1196752"/>
            <a:ext cx="0" cy="534664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991245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BA4B1E-DD0D-452F-993D-E21844469B17}"/>
              </a:ext>
            </a:extLst>
          </p:cNvPr>
          <p:cNvSpPr>
            <a:spLocks noGrp="1"/>
          </p:cNvSpPr>
          <p:nvPr>
            <p:ph type="title"/>
          </p:nvPr>
        </p:nvSpPr>
        <p:spPr/>
        <p:txBody>
          <a:bodyPr/>
          <a:lstStyle/>
          <a:p>
            <a:r>
              <a:rPr lang="zh-CN" altLang="en-US" dirty="0"/>
              <a:t>稀疏矩阵转置算法的基本思想</a:t>
            </a:r>
          </a:p>
        </p:txBody>
      </p:sp>
      <p:sp>
        <p:nvSpPr>
          <p:cNvPr id="3" name="内容占位符 2">
            <a:extLst>
              <a:ext uri="{FF2B5EF4-FFF2-40B4-BE49-F238E27FC236}">
                <a16:creationId xmlns:a16="http://schemas.microsoft.com/office/drawing/2014/main" id="{53188EC1-14FE-42BC-8AA2-073B79C2A1F8}"/>
              </a:ext>
            </a:extLst>
          </p:cNvPr>
          <p:cNvSpPr>
            <a:spLocks noGrp="1"/>
          </p:cNvSpPr>
          <p:nvPr>
            <p:ph idx="1"/>
          </p:nvPr>
        </p:nvSpPr>
        <p:spPr/>
        <p:txBody>
          <a:bodyPr/>
          <a:lstStyle/>
          <a:p>
            <a:r>
              <a:rPr lang="zh-CN" altLang="en-US" dirty="0"/>
              <a:t>设矩阵</a:t>
            </a:r>
            <a:r>
              <a:rPr lang="zh-CN" altLang="en-US" dirty="0">
                <a:solidFill>
                  <a:srgbClr val="FF0000"/>
                </a:solidFill>
              </a:rPr>
              <a:t>列数为 </a:t>
            </a:r>
            <a:r>
              <a:rPr lang="en-US" altLang="zh-CN" dirty="0">
                <a:solidFill>
                  <a:srgbClr val="FF0000"/>
                </a:solidFill>
              </a:rPr>
              <a:t>nu</a:t>
            </a:r>
            <a:r>
              <a:rPr lang="zh-CN" altLang="en-US" dirty="0"/>
              <a:t>，对矩阵三元组表扫描 </a:t>
            </a:r>
            <a:r>
              <a:rPr lang="en-US" altLang="zh-CN" dirty="0">
                <a:solidFill>
                  <a:srgbClr val="FF0000"/>
                </a:solidFill>
              </a:rPr>
              <a:t>nu</a:t>
            </a:r>
            <a:r>
              <a:rPr lang="en-US" altLang="zh-CN" dirty="0"/>
              <a:t> </a:t>
            </a:r>
            <a:r>
              <a:rPr lang="zh-CN" altLang="en-US" dirty="0"/>
              <a:t>次。第 </a:t>
            </a:r>
            <a:r>
              <a:rPr lang="en-US" altLang="zh-CN" dirty="0">
                <a:solidFill>
                  <a:srgbClr val="0000FF"/>
                </a:solidFill>
              </a:rPr>
              <a:t>k</a:t>
            </a:r>
            <a:r>
              <a:rPr lang="en-US" altLang="zh-CN" dirty="0"/>
              <a:t> </a:t>
            </a:r>
            <a:r>
              <a:rPr lang="zh-CN" altLang="en-US" dirty="0"/>
              <a:t>次检测列号为 </a:t>
            </a:r>
            <a:r>
              <a:rPr lang="en-US" altLang="zh-CN" dirty="0">
                <a:solidFill>
                  <a:srgbClr val="0000FF"/>
                </a:solidFill>
              </a:rPr>
              <a:t>k </a:t>
            </a:r>
            <a:r>
              <a:rPr lang="zh-CN" altLang="en-US" dirty="0"/>
              <a:t>的项。</a:t>
            </a:r>
          </a:p>
          <a:p>
            <a:r>
              <a:rPr lang="zh-CN" altLang="en-US" dirty="0">
                <a:solidFill>
                  <a:srgbClr val="0000FF"/>
                </a:solidFill>
              </a:rPr>
              <a:t>第 </a:t>
            </a:r>
            <a:r>
              <a:rPr lang="en-US" altLang="zh-CN" dirty="0">
                <a:solidFill>
                  <a:srgbClr val="0000FF"/>
                </a:solidFill>
              </a:rPr>
              <a:t>k </a:t>
            </a:r>
            <a:r>
              <a:rPr lang="zh-CN" altLang="en-US" dirty="0">
                <a:solidFill>
                  <a:srgbClr val="0000FF"/>
                </a:solidFill>
              </a:rPr>
              <a:t>次扫描找寻所有列号为 </a:t>
            </a:r>
            <a:r>
              <a:rPr lang="en-US" altLang="zh-CN" dirty="0">
                <a:solidFill>
                  <a:srgbClr val="0000FF"/>
                </a:solidFill>
              </a:rPr>
              <a:t>k </a:t>
            </a:r>
            <a:r>
              <a:rPr lang="zh-CN" altLang="en-US" dirty="0">
                <a:solidFill>
                  <a:srgbClr val="0000FF"/>
                </a:solidFill>
              </a:rPr>
              <a:t>的项</a:t>
            </a:r>
            <a:r>
              <a:rPr lang="zh-CN" altLang="en-US" dirty="0"/>
              <a:t>，将其行号变列号、列号变行号，连同该元素的值，顺次存于转置矩阵三元组表。</a:t>
            </a:r>
          </a:p>
          <a:p>
            <a:r>
              <a:rPr lang="zh-CN" altLang="en-US" dirty="0"/>
              <a:t>若矩阵</a:t>
            </a:r>
            <a:r>
              <a:rPr lang="zh-CN" altLang="en-US" dirty="0">
                <a:solidFill>
                  <a:srgbClr val="FF0000"/>
                </a:solidFill>
              </a:rPr>
              <a:t>非零元素有 </a:t>
            </a:r>
            <a:r>
              <a:rPr lang="en-US" altLang="zh-CN" dirty="0" err="1">
                <a:solidFill>
                  <a:srgbClr val="FF0000"/>
                </a:solidFill>
              </a:rPr>
              <a:t>tu</a:t>
            </a:r>
            <a:r>
              <a:rPr lang="en-US" altLang="zh-CN" dirty="0">
                <a:solidFill>
                  <a:srgbClr val="FF0000"/>
                </a:solidFill>
              </a:rPr>
              <a:t> </a:t>
            </a:r>
            <a:r>
              <a:rPr lang="zh-CN" altLang="en-US" dirty="0">
                <a:solidFill>
                  <a:srgbClr val="FF0000"/>
                </a:solidFill>
              </a:rPr>
              <a:t>个</a:t>
            </a:r>
            <a:r>
              <a:rPr lang="zh-CN" altLang="en-US" dirty="0"/>
              <a:t>，则上述二重循环执行的时间复杂度为 </a:t>
            </a:r>
            <a:r>
              <a:rPr lang="en-US" altLang="zh-CN" dirty="0">
                <a:solidFill>
                  <a:srgbClr val="FF0000"/>
                </a:solidFill>
              </a:rPr>
              <a:t>O(</a:t>
            </a:r>
            <a:r>
              <a:rPr lang="en-US" altLang="zh-CN" dirty="0" err="1">
                <a:solidFill>
                  <a:srgbClr val="FF0000"/>
                </a:solidFill>
              </a:rPr>
              <a:t>nu×tu</a:t>
            </a:r>
            <a:r>
              <a:rPr lang="en-US" altLang="zh-CN" dirty="0">
                <a:solidFill>
                  <a:srgbClr val="FF0000"/>
                </a:solidFill>
              </a:rPr>
              <a:t>)</a:t>
            </a:r>
            <a:r>
              <a:rPr lang="zh-CN" altLang="en-US" dirty="0"/>
              <a:t>。</a:t>
            </a:r>
          </a:p>
          <a:p>
            <a:r>
              <a:rPr lang="zh-CN" altLang="en-US" dirty="0"/>
              <a:t>设矩阵有 </a:t>
            </a:r>
            <a:r>
              <a:rPr lang="en-US" altLang="zh-CN" dirty="0"/>
              <a:t>200 </a:t>
            </a:r>
            <a:r>
              <a:rPr lang="zh-CN" altLang="en-US" dirty="0"/>
              <a:t>行，</a:t>
            </a:r>
            <a:r>
              <a:rPr lang="en-US" altLang="zh-CN" dirty="0"/>
              <a:t>200 </a:t>
            </a:r>
            <a:r>
              <a:rPr lang="zh-CN" altLang="en-US" dirty="0"/>
              <a:t>列，</a:t>
            </a:r>
            <a:r>
              <a:rPr lang="en-US" altLang="zh-CN" dirty="0"/>
              <a:t>10,000 </a:t>
            </a:r>
            <a:r>
              <a:rPr lang="zh-CN" altLang="en-US" dirty="0"/>
              <a:t>个非零元素，则总共有 </a:t>
            </a:r>
            <a:r>
              <a:rPr lang="en-US" altLang="zh-CN" dirty="0"/>
              <a:t>2,000,000 </a:t>
            </a:r>
            <a:r>
              <a:rPr lang="zh-CN" altLang="en-US" dirty="0"/>
              <a:t>次处理。</a:t>
            </a:r>
          </a:p>
          <a:p>
            <a:endParaRPr lang="zh-CN" altLang="en-US" dirty="0"/>
          </a:p>
        </p:txBody>
      </p:sp>
    </p:spTree>
    <p:extLst>
      <p:ext uri="{BB962C8B-B14F-4D97-AF65-F5344CB8AC3E}">
        <p14:creationId xmlns:p14="http://schemas.microsoft.com/office/powerpoint/2010/main" val="1572261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4757FC-4074-4093-808F-E635C6DC18EB}"/>
              </a:ext>
            </a:extLst>
          </p:cNvPr>
          <p:cNvSpPr>
            <a:spLocks noGrp="1"/>
          </p:cNvSpPr>
          <p:nvPr>
            <p:ph type="title"/>
          </p:nvPr>
        </p:nvSpPr>
        <p:spPr/>
        <p:txBody>
          <a:bodyPr/>
          <a:lstStyle/>
          <a:p>
            <a:r>
              <a:rPr lang="zh-CN" altLang="en-US" dirty="0"/>
              <a:t>稀疏矩阵转置算法</a:t>
            </a:r>
          </a:p>
        </p:txBody>
      </p:sp>
      <p:sp>
        <p:nvSpPr>
          <p:cNvPr id="3" name="内容占位符 2">
            <a:extLst>
              <a:ext uri="{FF2B5EF4-FFF2-40B4-BE49-F238E27FC236}">
                <a16:creationId xmlns:a16="http://schemas.microsoft.com/office/drawing/2014/main" id="{B887240C-00ED-4176-8C32-6E6A405582D1}"/>
              </a:ext>
            </a:extLst>
          </p:cNvPr>
          <p:cNvSpPr>
            <a:spLocks noGrp="1"/>
          </p:cNvSpPr>
          <p:nvPr>
            <p:ph idx="1"/>
          </p:nvPr>
        </p:nvSpPr>
        <p:spPr>
          <a:xfrm>
            <a:off x="125760" y="836712"/>
            <a:ext cx="8892480" cy="5798270"/>
          </a:xfrm>
          <a:solidFill>
            <a:schemeClr val="bg2">
              <a:lumMod val="20000"/>
              <a:lumOff val="80000"/>
            </a:schemeClr>
          </a:solidFill>
        </p:spPr>
        <p:txBody>
          <a:bodyPr/>
          <a:lstStyle/>
          <a:p>
            <a:pPr marL="0" indent="0" eaLnBrk="1" hangingPunct="1">
              <a:buNone/>
            </a:pPr>
            <a:r>
              <a:rPr lang="en-US" altLang="zh-CN" dirty="0"/>
              <a:t>void </a:t>
            </a:r>
            <a:r>
              <a:rPr lang="en-US" altLang="zh-CN" dirty="0" err="1">
                <a:solidFill>
                  <a:srgbClr val="FF0000"/>
                </a:solidFill>
              </a:rPr>
              <a:t>TransposeSMatrix</a:t>
            </a:r>
            <a:r>
              <a:rPr lang="en-US" altLang="zh-CN" dirty="0"/>
              <a:t> (</a:t>
            </a:r>
            <a:r>
              <a:rPr lang="en-US" altLang="zh-CN" dirty="0" err="1"/>
              <a:t>TSMatrix</a:t>
            </a:r>
            <a:r>
              <a:rPr lang="en-US" altLang="zh-CN" dirty="0"/>
              <a:t> M, </a:t>
            </a:r>
            <a:r>
              <a:rPr lang="en-US" altLang="zh-CN" dirty="0" err="1"/>
              <a:t>TSMatrix</a:t>
            </a:r>
            <a:r>
              <a:rPr lang="en-US" altLang="zh-CN" dirty="0"/>
              <a:t> &amp;T) {</a:t>
            </a:r>
          </a:p>
          <a:p>
            <a:pPr marL="0" indent="0" eaLnBrk="1" hangingPunct="1">
              <a:buNone/>
            </a:pPr>
            <a:r>
              <a:rPr lang="en-US" altLang="zh-CN" dirty="0"/>
              <a:t>    T.mu=M.nu;  T.nu=M.mu;  </a:t>
            </a:r>
            <a:r>
              <a:rPr lang="en-US" altLang="zh-CN" dirty="0" err="1"/>
              <a:t>T.tu</a:t>
            </a:r>
            <a:r>
              <a:rPr lang="en-US" altLang="zh-CN" dirty="0"/>
              <a:t>=</a:t>
            </a:r>
            <a:r>
              <a:rPr lang="en-US" altLang="zh-CN" dirty="0" err="1"/>
              <a:t>M.tu</a:t>
            </a:r>
            <a:r>
              <a:rPr lang="en-US" altLang="zh-CN" dirty="0"/>
              <a:t>;</a:t>
            </a:r>
          </a:p>
          <a:p>
            <a:pPr marL="0" indent="0" eaLnBrk="1" hangingPunct="1">
              <a:buNone/>
            </a:pPr>
            <a:r>
              <a:rPr lang="en-US" altLang="zh-CN" dirty="0"/>
              <a:t>    if (</a:t>
            </a:r>
            <a:r>
              <a:rPr lang="en-US" altLang="zh-CN" dirty="0" err="1"/>
              <a:t>T.tu</a:t>
            </a:r>
            <a:r>
              <a:rPr lang="en-US" altLang="zh-CN" dirty="0"/>
              <a:t>) {</a:t>
            </a:r>
          </a:p>
          <a:p>
            <a:pPr marL="0" indent="0" eaLnBrk="1" hangingPunct="1">
              <a:buNone/>
            </a:pPr>
            <a:r>
              <a:rPr lang="en-US" altLang="zh-CN" dirty="0"/>
              <a:t>        for (q=1, col=0; col&lt;M.nu; ++col)</a:t>
            </a:r>
          </a:p>
          <a:p>
            <a:pPr marL="0" indent="0" eaLnBrk="1" hangingPunct="1">
              <a:buNone/>
            </a:pPr>
            <a:r>
              <a:rPr lang="en-US" altLang="zh-CN" dirty="0"/>
              <a:t>            for (p=0; p&lt;</a:t>
            </a:r>
            <a:r>
              <a:rPr lang="en-US" altLang="zh-CN" dirty="0" err="1"/>
              <a:t>M.tu</a:t>
            </a:r>
            <a:r>
              <a:rPr lang="en-US" altLang="zh-CN" dirty="0"/>
              <a:t>; ++p)</a:t>
            </a:r>
          </a:p>
          <a:p>
            <a:pPr marL="0" indent="0" eaLnBrk="1" hangingPunct="1">
              <a:buNone/>
            </a:pPr>
            <a:r>
              <a:rPr lang="en-US" altLang="zh-CN" dirty="0"/>
              <a:t>                if (</a:t>
            </a:r>
            <a:r>
              <a:rPr lang="en-US" altLang="zh-CN" dirty="0" err="1">
                <a:solidFill>
                  <a:srgbClr val="0000FF"/>
                </a:solidFill>
              </a:rPr>
              <a:t>M.data</a:t>
            </a:r>
            <a:r>
              <a:rPr lang="en-US" altLang="zh-CN" dirty="0">
                <a:solidFill>
                  <a:srgbClr val="0000FF"/>
                </a:solidFill>
              </a:rPr>
              <a:t>[p].j == col</a:t>
            </a:r>
            <a:r>
              <a:rPr lang="en-US" altLang="zh-CN" dirty="0"/>
              <a:t>) {</a:t>
            </a:r>
          </a:p>
          <a:p>
            <a:pPr marL="0" indent="0" eaLnBrk="1" hangingPunct="1">
              <a:buNone/>
            </a:pPr>
            <a:r>
              <a:rPr lang="en-US" altLang="zh-CN" dirty="0"/>
              <a:t>                    </a:t>
            </a:r>
            <a:r>
              <a:rPr lang="en-US" altLang="zh-CN" dirty="0" err="1"/>
              <a:t>T.data</a:t>
            </a:r>
            <a:r>
              <a:rPr lang="en-US" altLang="zh-CN" dirty="0"/>
              <a:t>[q].</a:t>
            </a:r>
            <a:r>
              <a:rPr lang="en-US" altLang="zh-CN" dirty="0" err="1"/>
              <a:t>i</a:t>
            </a:r>
            <a:r>
              <a:rPr lang="en-US" altLang="zh-CN" dirty="0"/>
              <a:t>=</a:t>
            </a:r>
            <a:r>
              <a:rPr lang="en-US" altLang="zh-CN" dirty="0" err="1"/>
              <a:t>M.data</a:t>
            </a:r>
            <a:r>
              <a:rPr lang="en-US" altLang="zh-CN" dirty="0"/>
              <a:t>[p].j; </a:t>
            </a:r>
            <a:r>
              <a:rPr lang="en-US" altLang="zh-CN" dirty="0" err="1"/>
              <a:t>T.data</a:t>
            </a:r>
            <a:r>
              <a:rPr lang="en-US" altLang="zh-CN" dirty="0"/>
              <a:t>[q].j=</a:t>
            </a:r>
            <a:r>
              <a:rPr lang="en-US" altLang="zh-CN" dirty="0" err="1"/>
              <a:t>M.data</a:t>
            </a:r>
            <a:r>
              <a:rPr lang="en-US" altLang="zh-CN" dirty="0"/>
              <a:t>[p].</a:t>
            </a:r>
            <a:r>
              <a:rPr lang="en-US" altLang="zh-CN" dirty="0" err="1"/>
              <a:t>i</a:t>
            </a:r>
            <a:r>
              <a:rPr lang="en-US" altLang="zh-CN" dirty="0"/>
              <a:t>;</a:t>
            </a:r>
          </a:p>
          <a:p>
            <a:pPr marL="0" lvl="2" indent="0" eaLnBrk="1" hangingPunct="1">
              <a:lnSpc>
                <a:spcPct val="150000"/>
              </a:lnSpc>
              <a:spcBef>
                <a:spcPts val="0"/>
              </a:spcBef>
              <a:buNone/>
            </a:pPr>
            <a:r>
              <a:rPr lang="en-US" altLang="zh-CN" sz="2800" dirty="0"/>
              <a:t>                    </a:t>
            </a:r>
            <a:r>
              <a:rPr lang="en-US" altLang="zh-CN" sz="2800" dirty="0" err="1"/>
              <a:t>T.data</a:t>
            </a:r>
            <a:r>
              <a:rPr lang="en-US" altLang="zh-CN" sz="2800" dirty="0"/>
              <a:t>[q].e=</a:t>
            </a:r>
            <a:r>
              <a:rPr lang="en-US" altLang="zh-CN" sz="2800" dirty="0" err="1"/>
              <a:t>M.data</a:t>
            </a:r>
            <a:r>
              <a:rPr lang="en-US" altLang="zh-CN" sz="2800" dirty="0"/>
              <a:t>[p].e;   ++q; } </a:t>
            </a:r>
            <a:r>
              <a:rPr lang="en-US" altLang="zh-CN" sz="2800" dirty="0">
                <a:solidFill>
                  <a:srgbClr val="00B050"/>
                </a:solidFill>
              </a:rPr>
              <a:t>// if  </a:t>
            </a:r>
          </a:p>
          <a:p>
            <a:pPr marL="0" indent="0" eaLnBrk="1" hangingPunct="1">
              <a:buNone/>
            </a:pPr>
            <a:r>
              <a:rPr lang="en-US" altLang="zh-CN" dirty="0"/>
              <a:t>    } </a:t>
            </a:r>
            <a:r>
              <a:rPr lang="en-US" altLang="zh-CN" dirty="0">
                <a:solidFill>
                  <a:srgbClr val="00B050"/>
                </a:solidFill>
              </a:rPr>
              <a:t>// if(</a:t>
            </a:r>
            <a:r>
              <a:rPr lang="en-US" altLang="zh-CN" dirty="0" err="1">
                <a:solidFill>
                  <a:srgbClr val="00B050"/>
                </a:solidFill>
              </a:rPr>
              <a:t>T.tu</a:t>
            </a:r>
            <a:r>
              <a:rPr lang="en-US" altLang="zh-CN" dirty="0">
                <a:solidFill>
                  <a:srgbClr val="00B050"/>
                </a:solidFill>
              </a:rPr>
              <a:t>)     </a:t>
            </a:r>
            <a:r>
              <a:rPr lang="en-US" altLang="zh-CN" dirty="0"/>
              <a:t>}</a:t>
            </a:r>
          </a:p>
        </p:txBody>
      </p:sp>
    </p:spTree>
    <p:extLst>
      <p:ext uri="{BB962C8B-B14F-4D97-AF65-F5344CB8AC3E}">
        <p14:creationId xmlns:p14="http://schemas.microsoft.com/office/powerpoint/2010/main" val="2914890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D40BB0-2DFC-43FD-938C-980A9D091949}"/>
              </a:ext>
            </a:extLst>
          </p:cNvPr>
          <p:cNvSpPr>
            <a:spLocks noGrp="1"/>
          </p:cNvSpPr>
          <p:nvPr>
            <p:ph type="title"/>
          </p:nvPr>
        </p:nvSpPr>
        <p:spPr/>
        <p:txBody>
          <a:bodyPr/>
          <a:lstStyle/>
          <a:p>
            <a:r>
              <a:rPr lang="zh-CN" altLang="en-US" dirty="0"/>
              <a:t>稀疏矩阵的转置算法</a:t>
            </a:r>
          </a:p>
        </p:txBody>
      </p:sp>
      <p:sp>
        <p:nvSpPr>
          <p:cNvPr id="3" name="内容占位符 2">
            <a:extLst>
              <a:ext uri="{FF2B5EF4-FFF2-40B4-BE49-F238E27FC236}">
                <a16:creationId xmlns:a16="http://schemas.microsoft.com/office/drawing/2014/main" id="{2A054E40-BBC6-4B44-80B5-5245D8385977}"/>
              </a:ext>
            </a:extLst>
          </p:cNvPr>
          <p:cNvSpPr>
            <a:spLocks noGrp="1"/>
          </p:cNvSpPr>
          <p:nvPr>
            <p:ph idx="1"/>
          </p:nvPr>
        </p:nvSpPr>
        <p:spPr>
          <a:xfrm>
            <a:off x="107504" y="727075"/>
            <a:ext cx="8894178" cy="5861050"/>
          </a:xfrm>
        </p:spPr>
        <p:txBody>
          <a:bodyPr/>
          <a:lstStyle/>
          <a:p>
            <a:r>
              <a:rPr lang="zh-CN" altLang="en-US" dirty="0"/>
              <a:t>一般矩阵的转置算法为：</a:t>
            </a:r>
          </a:p>
          <a:p>
            <a:pPr marL="0" indent="0">
              <a:buNone/>
            </a:pPr>
            <a:r>
              <a:rPr lang="zh-CN" altLang="en-US" dirty="0">
                <a:solidFill>
                  <a:srgbClr val="0000FF"/>
                </a:solidFill>
              </a:rPr>
              <a:t>     </a:t>
            </a:r>
            <a:r>
              <a:rPr lang="en-US" altLang="zh-CN" dirty="0">
                <a:solidFill>
                  <a:srgbClr val="0000FF"/>
                </a:solidFill>
              </a:rPr>
              <a:t>for(col=0; col&lt;nu; ++col)</a:t>
            </a:r>
          </a:p>
          <a:p>
            <a:pPr marL="0" indent="0">
              <a:buNone/>
            </a:pPr>
            <a:r>
              <a:rPr lang="en-US" altLang="zh-CN" dirty="0">
                <a:solidFill>
                  <a:srgbClr val="0000FF"/>
                </a:solidFill>
              </a:rPr>
              <a:t>         for(row=0; row&lt;mu; ++row)</a:t>
            </a:r>
          </a:p>
          <a:p>
            <a:pPr marL="0" indent="0">
              <a:buNone/>
            </a:pPr>
            <a:r>
              <a:rPr lang="en-US" altLang="zh-CN" dirty="0">
                <a:solidFill>
                  <a:srgbClr val="0000FF"/>
                </a:solidFill>
              </a:rPr>
              <a:t>             T[col][row] = M[row][col];</a:t>
            </a:r>
          </a:p>
          <a:p>
            <a:pPr marL="0" indent="0">
              <a:buNone/>
            </a:pPr>
            <a:r>
              <a:rPr lang="zh-CN" altLang="en-US" dirty="0"/>
              <a:t>     其时间复杂度为 </a:t>
            </a:r>
            <a:r>
              <a:rPr lang="en-US" altLang="zh-CN" dirty="0">
                <a:solidFill>
                  <a:srgbClr val="FF0000"/>
                </a:solidFill>
              </a:rPr>
              <a:t>O(</a:t>
            </a:r>
            <a:r>
              <a:rPr lang="en-US" altLang="zh-CN" dirty="0" err="1">
                <a:solidFill>
                  <a:srgbClr val="FF0000"/>
                </a:solidFill>
              </a:rPr>
              <a:t>nu×mu</a:t>
            </a:r>
            <a:r>
              <a:rPr lang="en-US" altLang="zh-CN" dirty="0">
                <a:solidFill>
                  <a:srgbClr val="FF0000"/>
                </a:solidFill>
              </a:rPr>
              <a:t>)</a:t>
            </a:r>
            <a:r>
              <a:rPr lang="zh-CN" altLang="en-US" dirty="0"/>
              <a:t>。</a:t>
            </a:r>
            <a:endParaRPr lang="en-US" altLang="zh-CN" dirty="0"/>
          </a:p>
          <a:p>
            <a:r>
              <a:rPr lang="zh-CN" altLang="en-US" dirty="0"/>
              <a:t>算法 </a:t>
            </a:r>
            <a:r>
              <a:rPr lang="en-US" altLang="zh-CN" dirty="0" err="1"/>
              <a:t>TransposeSMatrix</a:t>
            </a:r>
            <a:r>
              <a:rPr lang="en-US" altLang="zh-CN" dirty="0"/>
              <a:t> </a:t>
            </a:r>
            <a:r>
              <a:rPr lang="zh-CN" altLang="en-US" dirty="0"/>
              <a:t>的时间复杂度为 </a:t>
            </a:r>
            <a:r>
              <a:rPr lang="en-US" altLang="zh-CN" dirty="0">
                <a:solidFill>
                  <a:srgbClr val="FF0000"/>
                </a:solidFill>
              </a:rPr>
              <a:t>O(</a:t>
            </a:r>
            <a:r>
              <a:rPr lang="en-US" altLang="zh-CN" dirty="0" err="1">
                <a:solidFill>
                  <a:srgbClr val="FF0000"/>
                </a:solidFill>
              </a:rPr>
              <a:t>nu×tu</a:t>
            </a:r>
            <a:r>
              <a:rPr lang="en-US" altLang="zh-CN" dirty="0">
                <a:solidFill>
                  <a:srgbClr val="FF0000"/>
                </a:solidFill>
              </a:rPr>
              <a:t>) </a:t>
            </a:r>
            <a:r>
              <a:rPr lang="zh-CN" altLang="en-US" dirty="0"/>
              <a:t>，即与矩阵的列数和非零元素个数的乘积成正比。</a:t>
            </a:r>
            <a:r>
              <a:rPr lang="zh-CN" altLang="en-US" dirty="0">
                <a:solidFill>
                  <a:srgbClr val="0000FF"/>
                </a:solidFill>
              </a:rPr>
              <a:t>当 </a:t>
            </a:r>
            <a:r>
              <a:rPr lang="en-US" altLang="zh-CN" dirty="0" err="1">
                <a:solidFill>
                  <a:srgbClr val="0000FF"/>
                </a:solidFill>
              </a:rPr>
              <a:t>tu</a:t>
            </a:r>
            <a:r>
              <a:rPr lang="en-US" altLang="zh-CN" dirty="0">
                <a:solidFill>
                  <a:srgbClr val="0000FF"/>
                </a:solidFill>
              </a:rPr>
              <a:t> </a:t>
            </a:r>
            <a:r>
              <a:rPr lang="zh-CN" altLang="en-US" dirty="0">
                <a:solidFill>
                  <a:srgbClr val="0000FF"/>
                </a:solidFill>
              </a:rPr>
              <a:t>和 </a:t>
            </a:r>
            <a:r>
              <a:rPr lang="en-US" altLang="zh-CN" dirty="0" err="1">
                <a:solidFill>
                  <a:srgbClr val="0000FF"/>
                </a:solidFill>
              </a:rPr>
              <a:t>mu×nu</a:t>
            </a:r>
            <a:r>
              <a:rPr lang="en-US" altLang="zh-CN" dirty="0">
                <a:solidFill>
                  <a:srgbClr val="0000FF"/>
                </a:solidFill>
              </a:rPr>
              <a:t> </a:t>
            </a:r>
            <a:r>
              <a:rPr lang="zh-CN" altLang="en-US" dirty="0">
                <a:solidFill>
                  <a:srgbClr val="0000FF"/>
                </a:solidFill>
              </a:rPr>
              <a:t>同数量级时</a:t>
            </a:r>
            <a:r>
              <a:rPr lang="zh-CN" altLang="en-US" dirty="0"/>
              <a:t>，时间复杂度为 </a:t>
            </a:r>
            <a:r>
              <a:rPr lang="en-US" altLang="zh-CN" dirty="0">
                <a:solidFill>
                  <a:srgbClr val="FF0000"/>
                </a:solidFill>
              </a:rPr>
              <a:t>O(mu×nu</a:t>
            </a:r>
            <a:r>
              <a:rPr lang="en-US" altLang="zh-CN" baseline="30000" dirty="0">
                <a:solidFill>
                  <a:srgbClr val="FF0000"/>
                </a:solidFill>
              </a:rPr>
              <a:t>2</a:t>
            </a:r>
            <a:r>
              <a:rPr lang="en-US" altLang="zh-CN" dirty="0">
                <a:solidFill>
                  <a:srgbClr val="FF0000"/>
                </a:solidFill>
              </a:rPr>
              <a:t>)</a:t>
            </a:r>
            <a:r>
              <a:rPr lang="zh-CN" altLang="en-US" dirty="0"/>
              <a:t>。</a:t>
            </a:r>
            <a:endParaRPr lang="en-US" altLang="zh-CN" dirty="0"/>
          </a:p>
          <a:p>
            <a:r>
              <a:rPr lang="zh-CN" altLang="en-US" dirty="0"/>
              <a:t>因而，</a:t>
            </a:r>
            <a:r>
              <a:rPr lang="zh-CN" altLang="en-US" dirty="0">
                <a:solidFill>
                  <a:srgbClr val="FF0000"/>
                </a:solidFill>
              </a:rPr>
              <a:t>此算法仅适用于 </a:t>
            </a:r>
            <a:r>
              <a:rPr lang="en-US" altLang="zh-CN" b="1" dirty="0" err="1">
                <a:solidFill>
                  <a:srgbClr val="FF0000"/>
                </a:solidFill>
              </a:rPr>
              <a:t>tu</a:t>
            </a:r>
            <a:r>
              <a:rPr lang="en-US" altLang="zh-CN" b="1" dirty="0">
                <a:solidFill>
                  <a:srgbClr val="FF0000"/>
                </a:solidFill>
              </a:rPr>
              <a:t>&lt;&lt;</a:t>
            </a:r>
            <a:r>
              <a:rPr lang="en-US" altLang="zh-CN" b="1" dirty="0" err="1">
                <a:solidFill>
                  <a:srgbClr val="FF0000"/>
                </a:solidFill>
              </a:rPr>
              <a:t>mu×nu</a:t>
            </a:r>
            <a:r>
              <a:rPr lang="en-US" altLang="zh-CN" b="1" dirty="0">
                <a:solidFill>
                  <a:srgbClr val="FF0000"/>
                </a:solidFill>
              </a:rPr>
              <a:t> </a:t>
            </a:r>
            <a:r>
              <a:rPr lang="zh-CN" altLang="en-US" dirty="0">
                <a:solidFill>
                  <a:srgbClr val="FF0000"/>
                </a:solidFill>
              </a:rPr>
              <a:t>的情况</a:t>
            </a:r>
            <a:r>
              <a:rPr lang="zh-CN" altLang="en-US" dirty="0"/>
              <a:t>。</a:t>
            </a:r>
          </a:p>
          <a:p>
            <a:endParaRPr lang="zh-CN" altLang="en-US" dirty="0"/>
          </a:p>
        </p:txBody>
      </p:sp>
    </p:spTree>
    <p:extLst>
      <p:ext uri="{BB962C8B-B14F-4D97-AF65-F5344CB8AC3E}">
        <p14:creationId xmlns:p14="http://schemas.microsoft.com/office/powerpoint/2010/main" val="27235399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41F04E-A244-477D-B2E4-293BC1C36629}"/>
              </a:ext>
            </a:extLst>
          </p:cNvPr>
          <p:cNvSpPr>
            <a:spLocks noGrp="1"/>
          </p:cNvSpPr>
          <p:nvPr>
            <p:ph type="title"/>
          </p:nvPr>
        </p:nvSpPr>
        <p:spPr/>
        <p:txBody>
          <a:bodyPr/>
          <a:lstStyle/>
          <a:p>
            <a:r>
              <a:rPr lang="zh-CN" altLang="en-US" dirty="0"/>
              <a:t>快速转置算法</a:t>
            </a:r>
          </a:p>
        </p:txBody>
      </p:sp>
      <p:sp>
        <p:nvSpPr>
          <p:cNvPr id="3" name="内容占位符 2">
            <a:extLst>
              <a:ext uri="{FF2B5EF4-FFF2-40B4-BE49-F238E27FC236}">
                <a16:creationId xmlns:a16="http://schemas.microsoft.com/office/drawing/2014/main" id="{15AEDCC9-006A-4C0B-A4A3-8FA1B6629608}"/>
              </a:ext>
            </a:extLst>
          </p:cNvPr>
          <p:cNvSpPr>
            <a:spLocks noGrp="1"/>
          </p:cNvSpPr>
          <p:nvPr>
            <p:ph idx="1"/>
          </p:nvPr>
        </p:nvSpPr>
        <p:spPr/>
        <p:txBody>
          <a:bodyPr/>
          <a:lstStyle/>
          <a:p>
            <a:r>
              <a:rPr lang="zh-CN" altLang="en-US" dirty="0"/>
              <a:t>基本思想为：扫描</a:t>
            </a:r>
            <a:r>
              <a:rPr lang="zh-CN" altLang="en-US" dirty="0">
                <a:solidFill>
                  <a:srgbClr val="0000FF"/>
                </a:solidFill>
              </a:rPr>
              <a:t>原矩阵 </a:t>
            </a:r>
            <a:r>
              <a:rPr lang="en-US" altLang="zh-CN" dirty="0">
                <a:solidFill>
                  <a:srgbClr val="0000FF"/>
                </a:solidFill>
              </a:rPr>
              <a:t>M </a:t>
            </a:r>
            <a:r>
              <a:rPr lang="zh-CN" altLang="en-US" dirty="0"/>
              <a:t>一遍，对每一个非零元素，</a:t>
            </a:r>
            <a:r>
              <a:rPr lang="zh-CN" altLang="en-US" dirty="0">
                <a:solidFill>
                  <a:srgbClr val="FF0000"/>
                </a:solidFill>
              </a:rPr>
              <a:t>按其列号立即确定</a:t>
            </a:r>
            <a:r>
              <a:rPr lang="zh-CN" altLang="en-US" dirty="0"/>
              <a:t>其在</a:t>
            </a:r>
            <a:r>
              <a:rPr lang="zh-CN" altLang="en-US" dirty="0">
                <a:solidFill>
                  <a:srgbClr val="0000FF"/>
                </a:solidFill>
              </a:rPr>
              <a:t>转置矩阵 </a:t>
            </a:r>
            <a:r>
              <a:rPr lang="en-US" altLang="zh-CN" dirty="0">
                <a:solidFill>
                  <a:srgbClr val="0000FF"/>
                </a:solidFill>
              </a:rPr>
              <a:t>T </a:t>
            </a:r>
            <a:r>
              <a:rPr lang="zh-CN" altLang="en-US" dirty="0"/>
              <a:t>的三元组表中的位置，并装入它。</a:t>
            </a:r>
          </a:p>
          <a:p>
            <a:r>
              <a:rPr lang="zh-CN" altLang="en-US" dirty="0"/>
              <a:t>为此，需要设置两个向量 </a:t>
            </a:r>
            <a:r>
              <a:rPr lang="en-US" altLang="zh-CN" dirty="0">
                <a:solidFill>
                  <a:srgbClr val="FF0000"/>
                </a:solidFill>
              </a:rPr>
              <a:t>num</a:t>
            </a:r>
            <a:r>
              <a:rPr lang="en-US" altLang="zh-CN" dirty="0"/>
              <a:t> </a:t>
            </a:r>
            <a:r>
              <a:rPr lang="zh-CN" altLang="en-US" dirty="0"/>
              <a:t>和 </a:t>
            </a:r>
            <a:r>
              <a:rPr lang="en-US" altLang="zh-CN" dirty="0" err="1">
                <a:solidFill>
                  <a:srgbClr val="FF0000"/>
                </a:solidFill>
              </a:rPr>
              <a:t>cpot</a:t>
            </a:r>
            <a:endParaRPr lang="en-US" altLang="zh-CN" dirty="0">
              <a:solidFill>
                <a:srgbClr val="FF0000"/>
              </a:solidFill>
            </a:endParaRPr>
          </a:p>
          <a:p>
            <a:pPr lvl="1"/>
            <a:r>
              <a:rPr lang="en-US" altLang="zh-CN" dirty="0">
                <a:solidFill>
                  <a:srgbClr val="FF0000"/>
                </a:solidFill>
              </a:rPr>
              <a:t>num[col]</a:t>
            </a:r>
            <a:r>
              <a:rPr lang="zh-CN" altLang="en-US" dirty="0"/>
              <a:t>：</a:t>
            </a:r>
            <a:r>
              <a:rPr lang="en-US" altLang="zh-CN" dirty="0">
                <a:solidFill>
                  <a:srgbClr val="0000FF"/>
                </a:solidFill>
              </a:rPr>
              <a:t>M</a:t>
            </a:r>
            <a:r>
              <a:rPr lang="en-US" altLang="zh-CN" dirty="0"/>
              <a:t> </a:t>
            </a:r>
            <a:r>
              <a:rPr lang="zh-CN" altLang="en-US" dirty="0"/>
              <a:t>中第 </a:t>
            </a:r>
            <a:r>
              <a:rPr lang="en-US" altLang="zh-CN" dirty="0"/>
              <a:t>col </a:t>
            </a:r>
            <a:r>
              <a:rPr lang="zh-CN" altLang="en-US" dirty="0"/>
              <a:t>列非零元素的个数</a:t>
            </a:r>
          </a:p>
          <a:p>
            <a:pPr lvl="1"/>
            <a:r>
              <a:rPr lang="en-US" altLang="zh-CN" dirty="0" err="1">
                <a:solidFill>
                  <a:srgbClr val="FF0000"/>
                </a:solidFill>
              </a:rPr>
              <a:t>cpot</a:t>
            </a:r>
            <a:r>
              <a:rPr lang="en-US" altLang="zh-CN" dirty="0">
                <a:solidFill>
                  <a:srgbClr val="FF0000"/>
                </a:solidFill>
              </a:rPr>
              <a:t>[col]</a:t>
            </a:r>
            <a:r>
              <a:rPr lang="zh-CN" altLang="en-US" dirty="0"/>
              <a:t>：</a:t>
            </a:r>
            <a:r>
              <a:rPr lang="en-US" altLang="zh-CN" dirty="0">
                <a:solidFill>
                  <a:srgbClr val="0000FF"/>
                </a:solidFill>
              </a:rPr>
              <a:t>M</a:t>
            </a:r>
            <a:r>
              <a:rPr lang="en-US" altLang="zh-CN" dirty="0"/>
              <a:t> </a:t>
            </a:r>
            <a:r>
              <a:rPr lang="zh-CN" altLang="en-US" dirty="0"/>
              <a:t>中第 </a:t>
            </a:r>
            <a:r>
              <a:rPr lang="en-US" altLang="zh-CN" dirty="0"/>
              <a:t>col </a:t>
            </a:r>
            <a:r>
              <a:rPr lang="zh-CN" altLang="en-US" dirty="0"/>
              <a:t>列的第一个非零元素在 </a:t>
            </a:r>
            <a:r>
              <a:rPr lang="en-US" altLang="zh-CN" dirty="0">
                <a:solidFill>
                  <a:srgbClr val="0000FF"/>
                </a:solidFill>
              </a:rPr>
              <a:t>T</a:t>
            </a:r>
            <a:r>
              <a:rPr lang="en-US" altLang="zh-CN" dirty="0"/>
              <a:t> </a:t>
            </a:r>
            <a:r>
              <a:rPr lang="zh-CN" altLang="en-US" dirty="0"/>
              <a:t>的三元组表中的恰当位置</a:t>
            </a:r>
          </a:p>
        </p:txBody>
      </p:sp>
    </p:spTree>
    <p:extLst>
      <p:ext uri="{BB962C8B-B14F-4D97-AF65-F5344CB8AC3E}">
        <p14:creationId xmlns:p14="http://schemas.microsoft.com/office/powerpoint/2010/main" val="35377488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318AB4-3599-463D-9504-87427EFEA2A0}"/>
              </a:ext>
            </a:extLst>
          </p:cNvPr>
          <p:cNvSpPr>
            <a:spLocks noGrp="1"/>
          </p:cNvSpPr>
          <p:nvPr>
            <p:ph type="title"/>
          </p:nvPr>
        </p:nvSpPr>
        <p:spPr/>
        <p:txBody>
          <a:bodyPr/>
          <a:lstStyle/>
          <a:p>
            <a:r>
              <a:rPr lang="zh-CN" altLang="en-US" dirty="0"/>
              <a:t>快速转置算法</a:t>
            </a:r>
          </a:p>
        </p:txBody>
      </p:sp>
      <p:pic>
        <p:nvPicPr>
          <p:cNvPr id="4" name="图片 4">
            <a:extLst>
              <a:ext uri="{FF2B5EF4-FFF2-40B4-BE49-F238E27FC236}">
                <a16:creationId xmlns:a16="http://schemas.microsoft.com/office/drawing/2014/main" id="{8C9380C3-416B-4215-9778-0EF1434188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905" y="1205885"/>
            <a:ext cx="9124095"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表格 6">
            <a:extLst>
              <a:ext uri="{FF2B5EF4-FFF2-40B4-BE49-F238E27FC236}">
                <a16:creationId xmlns:a16="http://schemas.microsoft.com/office/drawing/2014/main" id="{17A9E8E7-F57C-4EE6-ABE2-6C3F4F1AD2A0}"/>
              </a:ext>
            </a:extLst>
          </p:cNvPr>
          <p:cNvGraphicFramePr>
            <a:graphicFrameLocks noGrp="1"/>
          </p:cNvGraphicFramePr>
          <p:nvPr>
            <p:extLst>
              <p:ext uri="{D42A27DB-BD31-4B8C-83A1-F6EECF244321}">
                <p14:modId xmlns:p14="http://schemas.microsoft.com/office/powerpoint/2010/main" val="1866550177"/>
              </p:ext>
            </p:extLst>
          </p:nvPr>
        </p:nvGraphicFramePr>
        <p:xfrm>
          <a:off x="251520" y="4383371"/>
          <a:ext cx="8640962" cy="1554480"/>
        </p:xfrm>
        <a:graphic>
          <a:graphicData uri="http://schemas.openxmlformats.org/drawingml/2006/table">
            <a:tbl>
              <a:tblPr firstCol="1" bandRow="1">
                <a:tableStyleId>{93296810-A885-4BE3-A3E7-6D5BEEA58F35}</a:tableStyleId>
              </a:tblPr>
              <a:tblGrid>
                <a:gridCol w="1920213">
                  <a:extLst>
                    <a:ext uri="{9D8B030D-6E8A-4147-A177-3AD203B41FA5}">
                      <a16:colId xmlns:a16="http://schemas.microsoft.com/office/drawing/2014/main" val="4090713600"/>
                    </a:ext>
                  </a:extLst>
                </a:gridCol>
                <a:gridCol w="960107">
                  <a:extLst>
                    <a:ext uri="{9D8B030D-6E8A-4147-A177-3AD203B41FA5}">
                      <a16:colId xmlns:a16="http://schemas.microsoft.com/office/drawing/2014/main" val="2991255514"/>
                    </a:ext>
                  </a:extLst>
                </a:gridCol>
                <a:gridCol w="960107">
                  <a:extLst>
                    <a:ext uri="{9D8B030D-6E8A-4147-A177-3AD203B41FA5}">
                      <a16:colId xmlns:a16="http://schemas.microsoft.com/office/drawing/2014/main" val="3295040423"/>
                    </a:ext>
                  </a:extLst>
                </a:gridCol>
                <a:gridCol w="960107">
                  <a:extLst>
                    <a:ext uri="{9D8B030D-6E8A-4147-A177-3AD203B41FA5}">
                      <a16:colId xmlns:a16="http://schemas.microsoft.com/office/drawing/2014/main" val="309904476"/>
                    </a:ext>
                  </a:extLst>
                </a:gridCol>
                <a:gridCol w="960107">
                  <a:extLst>
                    <a:ext uri="{9D8B030D-6E8A-4147-A177-3AD203B41FA5}">
                      <a16:colId xmlns:a16="http://schemas.microsoft.com/office/drawing/2014/main" val="2078317814"/>
                    </a:ext>
                  </a:extLst>
                </a:gridCol>
                <a:gridCol w="960107">
                  <a:extLst>
                    <a:ext uri="{9D8B030D-6E8A-4147-A177-3AD203B41FA5}">
                      <a16:colId xmlns:a16="http://schemas.microsoft.com/office/drawing/2014/main" val="4218708653"/>
                    </a:ext>
                  </a:extLst>
                </a:gridCol>
                <a:gridCol w="960107">
                  <a:extLst>
                    <a:ext uri="{9D8B030D-6E8A-4147-A177-3AD203B41FA5}">
                      <a16:colId xmlns:a16="http://schemas.microsoft.com/office/drawing/2014/main" val="4294173024"/>
                    </a:ext>
                  </a:extLst>
                </a:gridCol>
                <a:gridCol w="960107">
                  <a:extLst>
                    <a:ext uri="{9D8B030D-6E8A-4147-A177-3AD203B41FA5}">
                      <a16:colId xmlns:a16="http://schemas.microsoft.com/office/drawing/2014/main" val="4207667409"/>
                    </a:ext>
                  </a:extLst>
                </a:gridCol>
              </a:tblGrid>
              <a:tr h="370840">
                <a:tc>
                  <a:txBody>
                    <a:bodyPr/>
                    <a:lstStyle/>
                    <a:p>
                      <a:pPr algn="ctr"/>
                      <a:r>
                        <a:rPr lang="en-US" altLang="zh-CN" sz="2800" dirty="0"/>
                        <a:t>col</a:t>
                      </a:r>
                      <a:endParaRPr lang="zh-CN" altLang="en-US" sz="2800" dirty="0"/>
                    </a:p>
                  </a:txBody>
                  <a:tcPr/>
                </a:tc>
                <a:tc>
                  <a:txBody>
                    <a:bodyPr/>
                    <a:lstStyle/>
                    <a:p>
                      <a:pPr algn="ctr"/>
                      <a:r>
                        <a:rPr lang="en-US" altLang="zh-CN" sz="2800" dirty="0"/>
                        <a:t>0</a:t>
                      </a:r>
                      <a:endParaRPr lang="zh-CN" altLang="en-US" sz="2800" dirty="0"/>
                    </a:p>
                  </a:txBody>
                  <a:tcPr/>
                </a:tc>
                <a:tc>
                  <a:txBody>
                    <a:bodyPr/>
                    <a:lstStyle/>
                    <a:p>
                      <a:pPr algn="ctr"/>
                      <a:r>
                        <a:rPr lang="en-US" altLang="zh-CN" sz="2800" dirty="0"/>
                        <a:t>1</a:t>
                      </a:r>
                      <a:endParaRPr lang="zh-CN" altLang="en-US" sz="2800" dirty="0"/>
                    </a:p>
                  </a:txBody>
                  <a:tcPr/>
                </a:tc>
                <a:tc>
                  <a:txBody>
                    <a:bodyPr/>
                    <a:lstStyle/>
                    <a:p>
                      <a:pPr algn="ctr"/>
                      <a:r>
                        <a:rPr lang="en-US" altLang="zh-CN" sz="2800" dirty="0"/>
                        <a:t>2</a:t>
                      </a:r>
                      <a:endParaRPr lang="zh-CN" altLang="en-US" sz="2800" dirty="0"/>
                    </a:p>
                  </a:txBody>
                  <a:tcPr/>
                </a:tc>
                <a:tc>
                  <a:txBody>
                    <a:bodyPr/>
                    <a:lstStyle/>
                    <a:p>
                      <a:pPr algn="ctr"/>
                      <a:r>
                        <a:rPr lang="en-US" altLang="zh-CN" sz="2800" dirty="0"/>
                        <a:t>3</a:t>
                      </a:r>
                      <a:endParaRPr lang="zh-CN" altLang="en-US" sz="2800" dirty="0"/>
                    </a:p>
                  </a:txBody>
                  <a:tcPr/>
                </a:tc>
                <a:tc>
                  <a:txBody>
                    <a:bodyPr/>
                    <a:lstStyle/>
                    <a:p>
                      <a:pPr algn="ctr"/>
                      <a:r>
                        <a:rPr lang="en-US" altLang="zh-CN" sz="2800" dirty="0"/>
                        <a:t>4</a:t>
                      </a:r>
                      <a:endParaRPr lang="zh-CN" altLang="en-US" sz="2800" dirty="0"/>
                    </a:p>
                  </a:txBody>
                  <a:tcPr/>
                </a:tc>
                <a:tc>
                  <a:txBody>
                    <a:bodyPr/>
                    <a:lstStyle/>
                    <a:p>
                      <a:pPr algn="ctr"/>
                      <a:r>
                        <a:rPr lang="en-US" altLang="zh-CN" sz="2800" dirty="0"/>
                        <a:t>5</a:t>
                      </a:r>
                      <a:endParaRPr lang="zh-CN" altLang="en-US" sz="2800" dirty="0"/>
                    </a:p>
                  </a:txBody>
                  <a:tcPr/>
                </a:tc>
                <a:tc>
                  <a:txBody>
                    <a:bodyPr/>
                    <a:lstStyle/>
                    <a:p>
                      <a:pPr algn="ctr"/>
                      <a:r>
                        <a:rPr lang="en-US" altLang="zh-CN" sz="2800" dirty="0"/>
                        <a:t>6</a:t>
                      </a:r>
                      <a:endParaRPr lang="zh-CN" altLang="en-US" sz="2800" dirty="0"/>
                    </a:p>
                  </a:txBody>
                  <a:tcPr/>
                </a:tc>
                <a:extLst>
                  <a:ext uri="{0D108BD9-81ED-4DB2-BD59-A6C34878D82A}">
                    <a16:rowId xmlns:a16="http://schemas.microsoft.com/office/drawing/2014/main" val="3141000826"/>
                  </a:ext>
                </a:extLst>
              </a:tr>
              <a:tr h="370840">
                <a:tc>
                  <a:txBody>
                    <a:bodyPr/>
                    <a:lstStyle/>
                    <a:p>
                      <a:pPr algn="ctr"/>
                      <a:r>
                        <a:rPr lang="en-US" altLang="zh-CN" sz="2800" dirty="0"/>
                        <a:t>num[col]</a:t>
                      </a:r>
                      <a:endParaRPr lang="zh-CN" altLang="en-US" sz="2800" dirty="0"/>
                    </a:p>
                  </a:txBody>
                  <a:tcPr/>
                </a:tc>
                <a:tc>
                  <a:txBody>
                    <a:bodyPr/>
                    <a:lstStyle/>
                    <a:p>
                      <a:pPr algn="ctr"/>
                      <a:r>
                        <a:rPr lang="en-US" altLang="zh-CN" sz="2800" dirty="0"/>
                        <a:t>2</a:t>
                      </a:r>
                      <a:endParaRPr lang="zh-CN" altLang="en-US" sz="2800" dirty="0"/>
                    </a:p>
                  </a:txBody>
                  <a:tcPr/>
                </a:tc>
                <a:tc>
                  <a:txBody>
                    <a:bodyPr/>
                    <a:lstStyle/>
                    <a:p>
                      <a:pPr algn="ctr"/>
                      <a:r>
                        <a:rPr lang="en-US" altLang="zh-CN" sz="2800" dirty="0"/>
                        <a:t>2</a:t>
                      </a:r>
                      <a:endParaRPr lang="zh-CN" altLang="en-US" sz="2800" dirty="0"/>
                    </a:p>
                  </a:txBody>
                  <a:tcPr/>
                </a:tc>
                <a:tc>
                  <a:txBody>
                    <a:bodyPr/>
                    <a:lstStyle/>
                    <a:p>
                      <a:pPr algn="ctr"/>
                      <a:r>
                        <a:rPr lang="en-US" altLang="zh-CN" sz="2800" dirty="0"/>
                        <a:t>2</a:t>
                      </a:r>
                      <a:endParaRPr lang="zh-CN" altLang="en-US" sz="2800" dirty="0"/>
                    </a:p>
                  </a:txBody>
                  <a:tcPr/>
                </a:tc>
                <a:tc>
                  <a:txBody>
                    <a:bodyPr/>
                    <a:lstStyle/>
                    <a:p>
                      <a:pPr algn="ctr"/>
                      <a:r>
                        <a:rPr lang="en-US" altLang="zh-CN" sz="2800" dirty="0"/>
                        <a:t>1</a:t>
                      </a:r>
                      <a:endParaRPr lang="zh-CN" altLang="en-US" sz="2800" dirty="0"/>
                    </a:p>
                  </a:txBody>
                  <a:tcPr/>
                </a:tc>
                <a:tc>
                  <a:txBody>
                    <a:bodyPr/>
                    <a:lstStyle/>
                    <a:p>
                      <a:pPr algn="ctr"/>
                      <a:r>
                        <a:rPr lang="en-US" altLang="zh-CN" sz="2800" dirty="0"/>
                        <a:t>0</a:t>
                      </a:r>
                      <a:endParaRPr lang="zh-CN" altLang="en-US" sz="2800" dirty="0"/>
                    </a:p>
                  </a:txBody>
                  <a:tcPr/>
                </a:tc>
                <a:tc>
                  <a:txBody>
                    <a:bodyPr/>
                    <a:lstStyle/>
                    <a:p>
                      <a:pPr algn="ctr"/>
                      <a:r>
                        <a:rPr lang="en-US" altLang="zh-CN" sz="2800" dirty="0"/>
                        <a:t>1</a:t>
                      </a:r>
                      <a:endParaRPr lang="zh-CN" altLang="en-US" sz="2800" dirty="0"/>
                    </a:p>
                  </a:txBody>
                  <a:tcPr/>
                </a:tc>
                <a:tc>
                  <a:txBody>
                    <a:bodyPr/>
                    <a:lstStyle/>
                    <a:p>
                      <a:pPr algn="ctr"/>
                      <a:r>
                        <a:rPr lang="en-US" altLang="zh-CN" sz="2800" dirty="0"/>
                        <a:t>0</a:t>
                      </a:r>
                      <a:endParaRPr lang="zh-CN" altLang="en-US" sz="2800" dirty="0"/>
                    </a:p>
                  </a:txBody>
                  <a:tcPr/>
                </a:tc>
                <a:extLst>
                  <a:ext uri="{0D108BD9-81ED-4DB2-BD59-A6C34878D82A}">
                    <a16:rowId xmlns:a16="http://schemas.microsoft.com/office/drawing/2014/main" val="948143680"/>
                  </a:ext>
                </a:extLst>
              </a:tr>
              <a:tr h="370840">
                <a:tc>
                  <a:txBody>
                    <a:bodyPr/>
                    <a:lstStyle/>
                    <a:p>
                      <a:pPr algn="ctr"/>
                      <a:r>
                        <a:rPr lang="en-US" altLang="zh-CN" sz="2800" dirty="0" err="1"/>
                        <a:t>cpot</a:t>
                      </a:r>
                      <a:r>
                        <a:rPr lang="en-US" altLang="zh-CN" sz="2800" dirty="0"/>
                        <a:t>[col]</a:t>
                      </a:r>
                      <a:endParaRPr lang="zh-CN" altLang="en-US" sz="2800" dirty="0"/>
                    </a:p>
                  </a:txBody>
                  <a:tcPr/>
                </a:tc>
                <a:tc>
                  <a:txBody>
                    <a:bodyPr/>
                    <a:lstStyle/>
                    <a:p>
                      <a:pPr algn="ctr"/>
                      <a:r>
                        <a:rPr lang="en-US" altLang="zh-CN" sz="2800" dirty="0"/>
                        <a:t>0</a:t>
                      </a:r>
                      <a:endParaRPr lang="zh-CN" altLang="en-US" sz="2800" dirty="0"/>
                    </a:p>
                  </a:txBody>
                  <a:tcPr/>
                </a:tc>
                <a:tc>
                  <a:txBody>
                    <a:bodyPr/>
                    <a:lstStyle/>
                    <a:p>
                      <a:pPr algn="ctr"/>
                      <a:r>
                        <a:rPr lang="en-US" altLang="zh-CN" sz="2800" dirty="0"/>
                        <a:t>2</a:t>
                      </a:r>
                      <a:endParaRPr lang="zh-CN" altLang="en-US" sz="2800" dirty="0"/>
                    </a:p>
                  </a:txBody>
                  <a:tcPr/>
                </a:tc>
                <a:tc>
                  <a:txBody>
                    <a:bodyPr/>
                    <a:lstStyle/>
                    <a:p>
                      <a:pPr algn="ctr"/>
                      <a:r>
                        <a:rPr lang="en-US" altLang="zh-CN" sz="2800" dirty="0"/>
                        <a:t>4</a:t>
                      </a:r>
                      <a:endParaRPr lang="zh-CN" altLang="en-US" sz="2800" dirty="0"/>
                    </a:p>
                  </a:txBody>
                  <a:tcPr/>
                </a:tc>
                <a:tc>
                  <a:txBody>
                    <a:bodyPr/>
                    <a:lstStyle/>
                    <a:p>
                      <a:pPr algn="ctr"/>
                      <a:r>
                        <a:rPr lang="en-US" altLang="zh-CN" sz="2800" dirty="0"/>
                        <a:t>6</a:t>
                      </a:r>
                      <a:endParaRPr lang="zh-CN" altLang="en-US" sz="2800" dirty="0"/>
                    </a:p>
                  </a:txBody>
                  <a:tcPr/>
                </a:tc>
                <a:tc>
                  <a:txBody>
                    <a:bodyPr/>
                    <a:lstStyle/>
                    <a:p>
                      <a:pPr algn="ctr"/>
                      <a:r>
                        <a:rPr lang="en-US" altLang="zh-CN" sz="2800" dirty="0"/>
                        <a:t>7</a:t>
                      </a:r>
                      <a:endParaRPr lang="zh-CN" altLang="en-US" sz="2800" dirty="0"/>
                    </a:p>
                  </a:txBody>
                  <a:tcPr/>
                </a:tc>
                <a:tc>
                  <a:txBody>
                    <a:bodyPr/>
                    <a:lstStyle/>
                    <a:p>
                      <a:pPr algn="ctr"/>
                      <a:r>
                        <a:rPr lang="en-US" altLang="zh-CN" sz="2800" dirty="0"/>
                        <a:t>7</a:t>
                      </a:r>
                      <a:endParaRPr lang="zh-CN" altLang="en-US" sz="2800" dirty="0"/>
                    </a:p>
                  </a:txBody>
                  <a:tcPr/>
                </a:tc>
                <a:tc>
                  <a:txBody>
                    <a:bodyPr/>
                    <a:lstStyle/>
                    <a:p>
                      <a:pPr algn="ctr"/>
                      <a:r>
                        <a:rPr lang="en-US" altLang="zh-CN" sz="2800" dirty="0"/>
                        <a:t>8</a:t>
                      </a:r>
                      <a:endParaRPr lang="zh-CN" altLang="en-US" sz="2800" dirty="0"/>
                    </a:p>
                  </a:txBody>
                  <a:tcPr/>
                </a:tc>
                <a:extLst>
                  <a:ext uri="{0D108BD9-81ED-4DB2-BD59-A6C34878D82A}">
                    <a16:rowId xmlns:a16="http://schemas.microsoft.com/office/drawing/2014/main" val="129349132"/>
                  </a:ext>
                </a:extLst>
              </a:tr>
            </a:tbl>
          </a:graphicData>
        </a:graphic>
      </p:graphicFrame>
    </p:spTree>
    <p:extLst>
      <p:ext uri="{BB962C8B-B14F-4D97-AF65-F5344CB8AC3E}">
        <p14:creationId xmlns:p14="http://schemas.microsoft.com/office/powerpoint/2010/main" val="12785237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59D51-A604-44F6-A74B-C5B1393276FF}"/>
              </a:ext>
            </a:extLst>
          </p:cNvPr>
          <p:cNvSpPr>
            <a:spLocks noGrp="1"/>
          </p:cNvSpPr>
          <p:nvPr>
            <p:ph type="title"/>
          </p:nvPr>
        </p:nvSpPr>
        <p:spPr/>
        <p:txBody>
          <a:bodyPr/>
          <a:lstStyle/>
          <a:p>
            <a:r>
              <a:rPr lang="zh-CN" altLang="en-US" dirty="0"/>
              <a:t>快速转置算法</a:t>
            </a:r>
          </a:p>
        </p:txBody>
      </p:sp>
      <p:sp>
        <p:nvSpPr>
          <p:cNvPr id="3" name="内容占位符 2">
            <a:extLst>
              <a:ext uri="{FF2B5EF4-FFF2-40B4-BE49-F238E27FC236}">
                <a16:creationId xmlns:a16="http://schemas.microsoft.com/office/drawing/2014/main" id="{F4D94906-B44F-4F1F-96F0-474B25F63D8A}"/>
              </a:ext>
            </a:extLst>
          </p:cNvPr>
          <p:cNvSpPr>
            <a:spLocks noGrp="1"/>
          </p:cNvSpPr>
          <p:nvPr>
            <p:ph idx="1"/>
          </p:nvPr>
        </p:nvSpPr>
        <p:spPr>
          <a:xfrm>
            <a:off x="249822" y="727075"/>
            <a:ext cx="8714666" cy="5861050"/>
          </a:xfrm>
        </p:spPr>
        <p:txBody>
          <a:bodyPr/>
          <a:lstStyle/>
          <a:p>
            <a:r>
              <a:rPr lang="pt-BR" altLang="zh-CN" b="1" dirty="0"/>
              <a:t>num[col] </a:t>
            </a:r>
            <a:r>
              <a:rPr lang="zh-CN" altLang="pt-BR" dirty="0"/>
              <a:t>的值可以由 </a:t>
            </a:r>
            <a:r>
              <a:rPr lang="pt-BR" altLang="zh-CN" dirty="0"/>
              <a:t>M </a:t>
            </a:r>
            <a:r>
              <a:rPr lang="zh-CN" altLang="pt-BR" dirty="0"/>
              <a:t>的各列求得</a:t>
            </a:r>
            <a:r>
              <a:rPr lang="zh-CN" altLang="en-US" dirty="0"/>
              <a:t>：</a:t>
            </a:r>
            <a:endParaRPr lang="zh-CN" altLang="pt-BR" dirty="0"/>
          </a:p>
          <a:p>
            <a:pPr marL="0" indent="0">
              <a:buNone/>
            </a:pPr>
            <a:r>
              <a:rPr lang="en-US" altLang="zh-CN" dirty="0">
                <a:solidFill>
                  <a:srgbClr val="0000FF"/>
                </a:solidFill>
              </a:rPr>
              <a:t>        for (col=0; col&lt;M.nu; col++)   num[col] = 0;</a:t>
            </a:r>
          </a:p>
          <a:p>
            <a:pPr marL="0" indent="0">
              <a:buNone/>
            </a:pPr>
            <a:r>
              <a:rPr lang="en-US" altLang="zh-CN" dirty="0">
                <a:solidFill>
                  <a:srgbClr val="0000FF"/>
                </a:solidFill>
              </a:rPr>
              <a:t>        for</a:t>
            </a:r>
            <a:r>
              <a:rPr lang="zh-CN" altLang="en-US" dirty="0">
                <a:solidFill>
                  <a:srgbClr val="0000FF"/>
                </a:solidFill>
              </a:rPr>
              <a:t> </a:t>
            </a:r>
            <a:r>
              <a:rPr lang="en-US" altLang="zh-CN" dirty="0">
                <a:solidFill>
                  <a:srgbClr val="0000FF"/>
                </a:solidFill>
              </a:rPr>
              <a:t>(t=0; t&lt;</a:t>
            </a:r>
            <a:r>
              <a:rPr lang="en-US" altLang="zh-CN" dirty="0" err="1">
                <a:solidFill>
                  <a:srgbClr val="0000FF"/>
                </a:solidFill>
              </a:rPr>
              <a:t>M.tu</a:t>
            </a:r>
            <a:r>
              <a:rPr lang="en-US" altLang="zh-CN" dirty="0">
                <a:solidFill>
                  <a:srgbClr val="0000FF"/>
                </a:solidFill>
              </a:rPr>
              <a:t>; t++)   num[</a:t>
            </a:r>
            <a:r>
              <a:rPr lang="en-US" altLang="zh-CN" dirty="0" err="1">
                <a:solidFill>
                  <a:srgbClr val="FF0000"/>
                </a:solidFill>
              </a:rPr>
              <a:t>M.data</a:t>
            </a:r>
            <a:r>
              <a:rPr lang="en-US" altLang="zh-CN" dirty="0">
                <a:solidFill>
                  <a:srgbClr val="FF0000"/>
                </a:solidFill>
              </a:rPr>
              <a:t>[t].j</a:t>
            </a:r>
            <a:r>
              <a:rPr lang="en-US" altLang="zh-CN" dirty="0">
                <a:solidFill>
                  <a:srgbClr val="0000FF"/>
                </a:solidFill>
              </a:rPr>
              <a:t>] ++;</a:t>
            </a:r>
          </a:p>
          <a:p>
            <a:r>
              <a:rPr lang="en-US" altLang="zh-CN" b="1" dirty="0" err="1"/>
              <a:t>cpot</a:t>
            </a:r>
            <a:r>
              <a:rPr lang="en-US" altLang="zh-CN" b="1" dirty="0"/>
              <a:t>[col] </a:t>
            </a:r>
            <a:r>
              <a:rPr lang="zh-CN" altLang="en-US" dirty="0"/>
              <a:t>可由递推关系得出，即</a:t>
            </a:r>
            <a:r>
              <a:rPr lang="zh-CN" altLang="en-US" dirty="0">
                <a:latin typeface="楷体_GB2312" pitchFamily="49" charset="-122"/>
                <a:ea typeface="楷体_GB2312" pitchFamily="49" charset="-122"/>
              </a:rPr>
              <a:t> </a:t>
            </a:r>
            <a:r>
              <a:rPr lang="en-US" altLang="zh-CN" dirty="0">
                <a:latin typeface="楷体_GB2312" pitchFamily="49" charset="-122"/>
                <a:ea typeface="楷体_GB2312" pitchFamily="49" charset="-122"/>
              </a:rPr>
              <a:t>M </a:t>
            </a:r>
            <a:r>
              <a:rPr lang="zh-CN" altLang="en-US" dirty="0">
                <a:latin typeface="楷体_GB2312" pitchFamily="49" charset="-122"/>
                <a:ea typeface="楷体_GB2312" pitchFamily="49" charset="-122"/>
              </a:rPr>
              <a:t>中 </a:t>
            </a:r>
            <a:r>
              <a:rPr lang="en-US" altLang="zh-CN" dirty="0">
                <a:latin typeface="楷体_GB2312" pitchFamily="49" charset="-122"/>
                <a:ea typeface="楷体_GB2312" pitchFamily="49" charset="-122"/>
              </a:rPr>
              <a:t>col </a:t>
            </a:r>
            <a:r>
              <a:rPr lang="zh-CN" altLang="en-US" dirty="0">
                <a:latin typeface="楷体_GB2312" pitchFamily="49" charset="-122"/>
                <a:ea typeface="楷体_GB2312" pitchFamily="49" charset="-122"/>
              </a:rPr>
              <a:t>列的第一个非零元素在</a:t>
            </a:r>
            <a:r>
              <a:rPr lang="en-US" altLang="zh-CN" dirty="0">
                <a:latin typeface="楷体_GB2312" pitchFamily="49" charset="-122"/>
                <a:ea typeface="楷体_GB2312" pitchFamily="49" charset="-122"/>
              </a:rPr>
              <a:t> </a:t>
            </a:r>
            <a:r>
              <a:rPr lang="en-US" altLang="zh-CN" dirty="0" err="1">
                <a:latin typeface="楷体_GB2312" pitchFamily="49" charset="-122"/>
                <a:ea typeface="楷体_GB2312" pitchFamily="49" charset="-122"/>
              </a:rPr>
              <a:t>T.data</a:t>
            </a: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中应有的位置等于前一列第一个非零元素的位置加上前一列非零元素的个数。</a:t>
            </a:r>
            <a:endParaRPr lang="en-US" altLang="zh-CN" dirty="0">
              <a:latin typeface="楷体_GB2312" pitchFamily="49" charset="-122"/>
              <a:ea typeface="楷体_GB2312" pitchFamily="49" charset="-122"/>
            </a:endParaRPr>
          </a:p>
          <a:p>
            <a:pPr marL="0" indent="0">
              <a:buNone/>
            </a:pPr>
            <a:r>
              <a:rPr lang="it-IT" altLang="zh-CN" dirty="0">
                <a:solidFill>
                  <a:srgbClr val="0000FF"/>
                </a:solidFill>
                <a:ea typeface="楷体_GB2312" pitchFamily="49" charset="-122"/>
              </a:rPr>
              <a:t>         cpot[0] = 0;</a:t>
            </a:r>
          </a:p>
          <a:p>
            <a:pPr marL="0" indent="0">
              <a:buNone/>
            </a:pPr>
            <a:r>
              <a:rPr lang="it-IT" altLang="zh-CN" dirty="0">
                <a:solidFill>
                  <a:srgbClr val="0000FF"/>
                </a:solidFill>
                <a:ea typeface="楷体_GB2312" pitchFamily="49" charset="-122"/>
              </a:rPr>
              <a:t>         for (col=1; col&lt;M.nu; col++)</a:t>
            </a:r>
          </a:p>
          <a:p>
            <a:pPr marL="0" indent="0">
              <a:buNone/>
            </a:pPr>
            <a:r>
              <a:rPr lang="it-IT" altLang="zh-CN" dirty="0">
                <a:solidFill>
                  <a:srgbClr val="0000FF"/>
                </a:solidFill>
                <a:ea typeface="楷体_GB2312" pitchFamily="49" charset="-122"/>
              </a:rPr>
              <a:t>             </a:t>
            </a:r>
            <a:r>
              <a:rPr lang="it-IT" altLang="zh-CN" dirty="0">
                <a:solidFill>
                  <a:srgbClr val="FF0000"/>
                </a:solidFill>
                <a:ea typeface="楷体_GB2312" pitchFamily="49" charset="-122"/>
              </a:rPr>
              <a:t>cpot[col] = cpot[col-1] + num[col-1];</a:t>
            </a:r>
            <a:endParaRPr lang="zh-CN" altLang="en-US" dirty="0">
              <a:solidFill>
                <a:srgbClr val="FF0000"/>
              </a:solidFill>
              <a:ea typeface="楷体_GB2312" pitchFamily="49" charset="-122"/>
            </a:endParaRPr>
          </a:p>
          <a:p>
            <a:endParaRPr lang="zh-CN" altLang="en-US" dirty="0"/>
          </a:p>
        </p:txBody>
      </p:sp>
    </p:spTree>
    <p:extLst>
      <p:ext uri="{BB962C8B-B14F-4D97-AF65-F5344CB8AC3E}">
        <p14:creationId xmlns:p14="http://schemas.microsoft.com/office/powerpoint/2010/main" val="1610448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7CEFF-94E6-42C2-B8AF-8A1448C34E1A}"/>
              </a:ext>
            </a:extLst>
          </p:cNvPr>
          <p:cNvSpPr>
            <a:spLocks noGrp="1"/>
          </p:cNvSpPr>
          <p:nvPr>
            <p:ph type="title"/>
          </p:nvPr>
        </p:nvSpPr>
        <p:spPr/>
        <p:txBody>
          <a:bodyPr/>
          <a:lstStyle/>
          <a:p>
            <a:r>
              <a:rPr lang="zh-CN" altLang="en-US" dirty="0"/>
              <a:t>快速转置算法</a:t>
            </a:r>
          </a:p>
        </p:txBody>
      </p:sp>
      <p:sp>
        <p:nvSpPr>
          <p:cNvPr id="3" name="内容占位符 2">
            <a:extLst>
              <a:ext uri="{FF2B5EF4-FFF2-40B4-BE49-F238E27FC236}">
                <a16:creationId xmlns:a16="http://schemas.microsoft.com/office/drawing/2014/main" id="{AE80908D-E05F-4217-91FC-68F7FBAA5019}"/>
              </a:ext>
            </a:extLst>
          </p:cNvPr>
          <p:cNvSpPr>
            <a:spLocks noGrp="1"/>
          </p:cNvSpPr>
          <p:nvPr>
            <p:ph idx="1"/>
          </p:nvPr>
        </p:nvSpPr>
        <p:spPr>
          <a:xfrm>
            <a:off x="249822" y="880318"/>
            <a:ext cx="8642658" cy="5861050"/>
          </a:xfrm>
          <a:solidFill>
            <a:schemeClr val="bg2">
              <a:lumMod val="20000"/>
              <a:lumOff val="80000"/>
            </a:schemeClr>
          </a:solidFill>
        </p:spPr>
        <p:txBody>
          <a:bodyPr/>
          <a:lstStyle/>
          <a:p>
            <a:pPr marL="0" indent="0">
              <a:buNone/>
            </a:pPr>
            <a:r>
              <a:rPr lang="en-US" altLang="zh-CN" dirty="0"/>
              <a:t>void </a:t>
            </a:r>
            <a:r>
              <a:rPr lang="en-US" altLang="zh-CN" dirty="0" err="1">
                <a:solidFill>
                  <a:srgbClr val="FF0000"/>
                </a:solidFill>
              </a:rPr>
              <a:t>FastTransposeSMatrix</a:t>
            </a:r>
            <a:r>
              <a:rPr lang="en-US" altLang="zh-CN" dirty="0">
                <a:solidFill>
                  <a:srgbClr val="FF0000"/>
                </a:solidFill>
              </a:rPr>
              <a:t> </a:t>
            </a:r>
            <a:r>
              <a:rPr lang="en-US" altLang="zh-CN" dirty="0"/>
              <a:t>(</a:t>
            </a:r>
            <a:r>
              <a:rPr lang="en-US" altLang="zh-CN" dirty="0" err="1"/>
              <a:t>TSMatrix</a:t>
            </a:r>
            <a:r>
              <a:rPr lang="en-US" altLang="zh-CN" dirty="0"/>
              <a:t> M, </a:t>
            </a:r>
            <a:r>
              <a:rPr lang="en-US" altLang="zh-CN" dirty="0" err="1"/>
              <a:t>TSMatrix</a:t>
            </a:r>
            <a:r>
              <a:rPr lang="en-US" altLang="zh-CN" dirty="0"/>
              <a:t> &amp;T) {</a:t>
            </a:r>
          </a:p>
          <a:p>
            <a:pPr marL="0" indent="0">
              <a:buNone/>
            </a:pPr>
            <a:r>
              <a:rPr lang="en-US" altLang="zh-CN" dirty="0"/>
              <a:t>    T.mu = M.nu;  T.nu = M.mu;  </a:t>
            </a:r>
            <a:r>
              <a:rPr lang="en-US" altLang="zh-CN" dirty="0" err="1"/>
              <a:t>T.tu</a:t>
            </a:r>
            <a:r>
              <a:rPr lang="en-US" altLang="zh-CN" dirty="0"/>
              <a:t> = </a:t>
            </a:r>
            <a:r>
              <a:rPr lang="en-US" altLang="zh-CN" dirty="0" err="1"/>
              <a:t>M.tu</a:t>
            </a:r>
            <a:r>
              <a:rPr lang="en-US" altLang="zh-CN" dirty="0"/>
              <a:t>;</a:t>
            </a:r>
          </a:p>
          <a:p>
            <a:pPr marL="0" indent="0">
              <a:buNone/>
            </a:pPr>
            <a:r>
              <a:rPr lang="en-US" altLang="zh-CN" dirty="0"/>
              <a:t>    if (</a:t>
            </a:r>
            <a:r>
              <a:rPr lang="en-US" altLang="zh-CN" dirty="0" err="1"/>
              <a:t>T.tu</a:t>
            </a:r>
            <a:r>
              <a:rPr lang="en-US" altLang="zh-CN" dirty="0"/>
              <a:t>) {</a:t>
            </a:r>
          </a:p>
          <a:p>
            <a:pPr marL="0" indent="0">
              <a:buNone/>
            </a:pPr>
            <a:r>
              <a:rPr lang="en-US" altLang="zh-CN" dirty="0">
                <a:solidFill>
                  <a:srgbClr val="0000FF"/>
                </a:solidFill>
              </a:rPr>
              <a:t>        for (col=0; col&lt;M.nu; col++)  num[col] = 0;</a:t>
            </a:r>
          </a:p>
          <a:p>
            <a:pPr marL="0" indent="0">
              <a:buNone/>
            </a:pPr>
            <a:r>
              <a:rPr lang="en-US" altLang="zh-CN" dirty="0">
                <a:solidFill>
                  <a:srgbClr val="0000FF"/>
                </a:solidFill>
              </a:rPr>
              <a:t>        for (t=0; t&lt;</a:t>
            </a:r>
            <a:r>
              <a:rPr lang="en-US" altLang="zh-CN" dirty="0" err="1">
                <a:solidFill>
                  <a:srgbClr val="0000FF"/>
                </a:solidFill>
              </a:rPr>
              <a:t>M.tu</a:t>
            </a:r>
            <a:r>
              <a:rPr lang="en-US" altLang="zh-CN" dirty="0">
                <a:solidFill>
                  <a:srgbClr val="0000FF"/>
                </a:solidFill>
              </a:rPr>
              <a:t>; t++)  num[</a:t>
            </a:r>
            <a:r>
              <a:rPr lang="en-US" altLang="zh-CN" dirty="0" err="1">
                <a:solidFill>
                  <a:srgbClr val="0000FF"/>
                </a:solidFill>
              </a:rPr>
              <a:t>M.data</a:t>
            </a:r>
            <a:r>
              <a:rPr lang="en-US" altLang="zh-CN" dirty="0">
                <a:solidFill>
                  <a:srgbClr val="0000FF"/>
                </a:solidFill>
              </a:rPr>
              <a:t>[t].j]++;</a:t>
            </a:r>
          </a:p>
          <a:p>
            <a:pPr marL="0" indent="0">
              <a:buNone/>
            </a:pPr>
            <a:r>
              <a:rPr lang="en-US" altLang="zh-CN" dirty="0">
                <a:solidFill>
                  <a:srgbClr val="0000FF"/>
                </a:solidFill>
              </a:rPr>
              <a:t>        </a:t>
            </a:r>
            <a:r>
              <a:rPr lang="en-US" altLang="zh-CN" dirty="0" err="1">
                <a:solidFill>
                  <a:srgbClr val="0000FF"/>
                </a:solidFill>
              </a:rPr>
              <a:t>cpot</a:t>
            </a:r>
            <a:r>
              <a:rPr lang="en-US" altLang="zh-CN" dirty="0">
                <a:solidFill>
                  <a:srgbClr val="0000FF"/>
                </a:solidFill>
              </a:rPr>
              <a:t>[0] = 0;</a:t>
            </a:r>
          </a:p>
          <a:p>
            <a:pPr marL="0" indent="0">
              <a:buNone/>
            </a:pPr>
            <a:r>
              <a:rPr lang="en-US" altLang="zh-CN" dirty="0">
                <a:solidFill>
                  <a:srgbClr val="0000FF"/>
                </a:solidFill>
              </a:rPr>
              <a:t>        for (col=1; col&lt;M.nu; ++col)</a:t>
            </a:r>
          </a:p>
          <a:p>
            <a:pPr marL="0" indent="0">
              <a:buNone/>
            </a:pPr>
            <a:r>
              <a:rPr lang="en-US" altLang="zh-CN" dirty="0">
                <a:solidFill>
                  <a:srgbClr val="0000FF"/>
                </a:solidFill>
              </a:rPr>
              <a:t>            </a:t>
            </a:r>
            <a:r>
              <a:rPr lang="en-US" altLang="zh-CN" dirty="0" err="1">
                <a:solidFill>
                  <a:srgbClr val="0000FF"/>
                </a:solidFill>
              </a:rPr>
              <a:t>cpot</a:t>
            </a:r>
            <a:r>
              <a:rPr lang="en-US" altLang="zh-CN" dirty="0">
                <a:solidFill>
                  <a:srgbClr val="0000FF"/>
                </a:solidFill>
              </a:rPr>
              <a:t>[col] = </a:t>
            </a:r>
            <a:r>
              <a:rPr lang="en-US" altLang="zh-CN" dirty="0" err="1">
                <a:solidFill>
                  <a:srgbClr val="0000FF"/>
                </a:solidFill>
              </a:rPr>
              <a:t>cpot</a:t>
            </a:r>
            <a:r>
              <a:rPr lang="en-US" altLang="zh-CN" dirty="0">
                <a:solidFill>
                  <a:srgbClr val="0000FF"/>
                </a:solidFill>
              </a:rPr>
              <a:t>[col-1] + num[col-1];</a:t>
            </a:r>
          </a:p>
          <a:p>
            <a:pPr marL="0" indent="0">
              <a:buNone/>
            </a:pPr>
            <a:r>
              <a:rPr lang="en-US" altLang="zh-CN" dirty="0"/>
              <a:t>        for (p=0; p&lt;</a:t>
            </a:r>
            <a:r>
              <a:rPr lang="en-US" altLang="zh-CN" dirty="0" err="1"/>
              <a:t>M.tu</a:t>
            </a:r>
            <a:r>
              <a:rPr lang="en-US" altLang="zh-CN" dirty="0"/>
              <a:t>; ++p) </a:t>
            </a:r>
            <a:r>
              <a:rPr lang="en-US" altLang="zh-CN" b="1" dirty="0">
                <a:solidFill>
                  <a:srgbClr val="FF0000"/>
                </a:solidFill>
              </a:rPr>
              <a:t>{ // </a:t>
            </a:r>
            <a:r>
              <a:rPr lang="zh-CN" altLang="en-US" b="1" dirty="0">
                <a:solidFill>
                  <a:srgbClr val="FF0000"/>
                </a:solidFill>
              </a:rPr>
              <a:t>转置矩阵元素</a:t>
            </a:r>
            <a:r>
              <a:rPr lang="en-US" altLang="zh-CN" b="1" dirty="0">
                <a:solidFill>
                  <a:srgbClr val="FF0000"/>
                </a:solidFill>
              </a:rPr>
              <a:t>}  </a:t>
            </a:r>
            <a:r>
              <a:rPr lang="en-US" altLang="zh-CN" dirty="0"/>
              <a:t>} </a:t>
            </a:r>
            <a:r>
              <a:rPr lang="en-US" altLang="zh-CN" dirty="0">
                <a:solidFill>
                  <a:srgbClr val="00B050"/>
                </a:solidFill>
              </a:rPr>
              <a:t>// if   </a:t>
            </a:r>
            <a:r>
              <a:rPr lang="en-US" altLang="zh-CN" dirty="0"/>
              <a:t>}</a:t>
            </a:r>
            <a:endParaRPr lang="zh-CN" altLang="en-US" dirty="0"/>
          </a:p>
        </p:txBody>
      </p:sp>
    </p:spTree>
    <p:extLst>
      <p:ext uri="{BB962C8B-B14F-4D97-AF65-F5344CB8AC3E}">
        <p14:creationId xmlns:p14="http://schemas.microsoft.com/office/powerpoint/2010/main" val="5101902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3AF9D-2463-4856-9845-62B0460C678B}"/>
              </a:ext>
            </a:extLst>
          </p:cNvPr>
          <p:cNvSpPr>
            <a:spLocks noGrp="1"/>
          </p:cNvSpPr>
          <p:nvPr>
            <p:ph type="title"/>
          </p:nvPr>
        </p:nvSpPr>
        <p:spPr/>
        <p:txBody>
          <a:bodyPr/>
          <a:lstStyle/>
          <a:p>
            <a:r>
              <a:rPr lang="zh-CN" altLang="en-US" dirty="0"/>
              <a:t>快速转置算法</a:t>
            </a:r>
          </a:p>
        </p:txBody>
      </p:sp>
      <p:sp>
        <p:nvSpPr>
          <p:cNvPr id="3" name="内容占位符 2">
            <a:extLst>
              <a:ext uri="{FF2B5EF4-FFF2-40B4-BE49-F238E27FC236}">
                <a16:creationId xmlns:a16="http://schemas.microsoft.com/office/drawing/2014/main" id="{11E6D6AA-D7D7-4524-9614-E33A7430DF6A}"/>
              </a:ext>
            </a:extLst>
          </p:cNvPr>
          <p:cNvSpPr>
            <a:spLocks noGrp="1"/>
          </p:cNvSpPr>
          <p:nvPr>
            <p:ph idx="1"/>
          </p:nvPr>
        </p:nvSpPr>
        <p:spPr>
          <a:xfrm>
            <a:off x="179513" y="732712"/>
            <a:ext cx="8856984" cy="6125288"/>
          </a:xfrm>
        </p:spPr>
        <p:txBody>
          <a:bodyPr/>
          <a:lstStyle/>
          <a:p>
            <a:pPr marL="0" indent="0">
              <a:buNone/>
            </a:pPr>
            <a:r>
              <a:rPr lang="en-US" altLang="zh-CN" dirty="0">
                <a:solidFill>
                  <a:srgbClr val="FF0000"/>
                </a:solidFill>
              </a:rPr>
              <a:t>    for (p=1; p&lt;=</a:t>
            </a:r>
            <a:r>
              <a:rPr lang="en-US" altLang="zh-CN" dirty="0" err="1">
                <a:solidFill>
                  <a:srgbClr val="FF0000"/>
                </a:solidFill>
              </a:rPr>
              <a:t>M.tu</a:t>
            </a:r>
            <a:r>
              <a:rPr lang="en-US" altLang="zh-CN" dirty="0">
                <a:solidFill>
                  <a:srgbClr val="FF0000"/>
                </a:solidFill>
              </a:rPr>
              <a:t>; ++p) { </a:t>
            </a:r>
            <a:r>
              <a:rPr lang="en-US" altLang="zh-CN" dirty="0">
                <a:solidFill>
                  <a:srgbClr val="00B050"/>
                </a:solidFill>
              </a:rPr>
              <a:t>//</a:t>
            </a:r>
            <a:r>
              <a:rPr lang="zh-CN" altLang="en-US" dirty="0">
                <a:solidFill>
                  <a:srgbClr val="00B050"/>
                </a:solidFill>
              </a:rPr>
              <a:t> 转置矩阵元素</a:t>
            </a:r>
            <a:endParaRPr lang="en-US" altLang="zh-CN" dirty="0">
              <a:solidFill>
                <a:srgbClr val="00B050"/>
              </a:solidFill>
            </a:endParaRPr>
          </a:p>
          <a:p>
            <a:pPr marL="0" indent="0">
              <a:buNone/>
            </a:pPr>
            <a:r>
              <a:rPr lang="en-US" altLang="zh-CN" dirty="0">
                <a:solidFill>
                  <a:srgbClr val="FF0000"/>
                </a:solidFill>
              </a:rPr>
              <a:t>        q = </a:t>
            </a:r>
            <a:r>
              <a:rPr lang="en-US" altLang="zh-CN" dirty="0" err="1">
                <a:solidFill>
                  <a:srgbClr val="FF0000"/>
                </a:solidFill>
              </a:rPr>
              <a:t>cpot</a:t>
            </a:r>
            <a:r>
              <a:rPr lang="en-US" altLang="zh-CN" dirty="0">
                <a:solidFill>
                  <a:srgbClr val="FF0000"/>
                </a:solidFill>
              </a:rPr>
              <a:t>[</a:t>
            </a:r>
            <a:r>
              <a:rPr lang="en-US" altLang="zh-CN" dirty="0" err="1">
                <a:solidFill>
                  <a:srgbClr val="FF0000"/>
                </a:solidFill>
              </a:rPr>
              <a:t>M.data</a:t>
            </a:r>
            <a:r>
              <a:rPr lang="en-US" altLang="zh-CN" dirty="0">
                <a:solidFill>
                  <a:srgbClr val="FF0000"/>
                </a:solidFill>
              </a:rPr>
              <a:t>[p].j];    </a:t>
            </a:r>
            <a:r>
              <a:rPr lang="en-US" altLang="zh-CN" dirty="0">
                <a:solidFill>
                  <a:srgbClr val="00B050"/>
                </a:solidFill>
              </a:rPr>
              <a:t>// </a:t>
            </a:r>
            <a:r>
              <a:rPr lang="zh-CN" altLang="en-US" dirty="0">
                <a:solidFill>
                  <a:srgbClr val="00B050"/>
                </a:solidFill>
              </a:rPr>
              <a:t>按列号获取在 </a:t>
            </a:r>
            <a:r>
              <a:rPr lang="en-US" altLang="zh-CN" dirty="0">
                <a:solidFill>
                  <a:srgbClr val="00B050"/>
                </a:solidFill>
              </a:rPr>
              <a:t>T </a:t>
            </a:r>
            <a:r>
              <a:rPr lang="zh-CN" altLang="en-US" dirty="0">
                <a:solidFill>
                  <a:srgbClr val="00B050"/>
                </a:solidFill>
              </a:rPr>
              <a:t>中的位置</a:t>
            </a:r>
          </a:p>
          <a:p>
            <a:pPr marL="0" indent="0">
              <a:buNone/>
            </a:pPr>
            <a:r>
              <a:rPr lang="en-US" altLang="zh-CN" dirty="0">
                <a:solidFill>
                  <a:srgbClr val="FF0000"/>
                </a:solidFill>
              </a:rPr>
              <a:t>        </a:t>
            </a:r>
            <a:r>
              <a:rPr lang="en-US" altLang="zh-CN" dirty="0" err="1">
                <a:solidFill>
                  <a:srgbClr val="FF0000"/>
                </a:solidFill>
              </a:rPr>
              <a:t>T.data</a:t>
            </a:r>
            <a:r>
              <a:rPr lang="en-US" altLang="zh-CN" dirty="0">
                <a:solidFill>
                  <a:srgbClr val="FF0000"/>
                </a:solidFill>
              </a:rPr>
              <a:t>[q].</a:t>
            </a:r>
            <a:r>
              <a:rPr lang="en-US" altLang="zh-CN" dirty="0" err="1">
                <a:solidFill>
                  <a:srgbClr val="FF0000"/>
                </a:solidFill>
              </a:rPr>
              <a:t>i</a:t>
            </a:r>
            <a:r>
              <a:rPr lang="en-US" altLang="zh-CN" dirty="0">
                <a:solidFill>
                  <a:srgbClr val="FF0000"/>
                </a:solidFill>
              </a:rPr>
              <a:t> = </a:t>
            </a:r>
            <a:r>
              <a:rPr lang="en-US" altLang="zh-CN" dirty="0" err="1">
                <a:solidFill>
                  <a:srgbClr val="FF0000"/>
                </a:solidFill>
              </a:rPr>
              <a:t>M.data</a:t>
            </a:r>
            <a:r>
              <a:rPr lang="en-US" altLang="zh-CN" dirty="0">
                <a:solidFill>
                  <a:srgbClr val="FF0000"/>
                </a:solidFill>
              </a:rPr>
              <a:t>[p].j;</a:t>
            </a:r>
          </a:p>
          <a:p>
            <a:pPr marL="0" indent="0">
              <a:buNone/>
            </a:pPr>
            <a:r>
              <a:rPr lang="en-US" altLang="zh-CN" dirty="0">
                <a:solidFill>
                  <a:srgbClr val="FF0000"/>
                </a:solidFill>
              </a:rPr>
              <a:t>        </a:t>
            </a:r>
            <a:r>
              <a:rPr lang="en-US" altLang="zh-CN" dirty="0" err="1">
                <a:solidFill>
                  <a:srgbClr val="FF0000"/>
                </a:solidFill>
              </a:rPr>
              <a:t>T.data</a:t>
            </a:r>
            <a:r>
              <a:rPr lang="en-US" altLang="zh-CN" dirty="0">
                <a:solidFill>
                  <a:srgbClr val="FF0000"/>
                </a:solidFill>
              </a:rPr>
              <a:t>[q].j = </a:t>
            </a:r>
            <a:r>
              <a:rPr lang="en-US" altLang="zh-CN" dirty="0" err="1">
                <a:solidFill>
                  <a:srgbClr val="FF0000"/>
                </a:solidFill>
              </a:rPr>
              <a:t>M.data</a:t>
            </a:r>
            <a:r>
              <a:rPr lang="en-US" altLang="zh-CN" dirty="0">
                <a:solidFill>
                  <a:srgbClr val="FF0000"/>
                </a:solidFill>
              </a:rPr>
              <a:t>[p].</a:t>
            </a:r>
            <a:r>
              <a:rPr lang="en-US" altLang="zh-CN" dirty="0" err="1">
                <a:solidFill>
                  <a:srgbClr val="FF0000"/>
                </a:solidFill>
              </a:rPr>
              <a:t>i</a:t>
            </a:r>
            <a:r>
              <a:rPr lang="en-US" altLang="zh-CN" dirty="0">
                <a:solidFill>
                  <a:srgbClr val="FF0000"/>
                </a:solidFill>
              </a:rPr>
              <a:t>;</a:t>
            </a:r>
          </a:p>
          <a:p>
            <a:pPr marL="0" indent="0">
              <a:buNone/>
            </a:pPr>
            <a:r>
              <a:rPr lang="en-US" altLang="zh-CN" dirty="0">
                <a:solidFill>
                  <a:srgbClr val="FF0000"/>
                </a:solidFill>
              </a:rPr>
              <a:t>        </a:t>
            </a:r>
            <a:r>
              <a:rPr lang="en-US" altLang="zh-CN" dirty="0" err="1">
                <a:solidFill>
                  <a:srgbClr val="FF0000"/>
                </a:solidFill>
              </a:rPr>
              <a:t>T.data</a:t>
            </a:r>
            <a:r>
              <a:rPr lang="en-US" altLang="zh-CN" dirty="0">
                <a:solidFill>
                  <a:srgbClr val="FF0000"/>
                </a:solidFill>
              </a:rPr>
              <a:t>[q].e = </a:t>
            </a:r>
            <a:r>
              <a:rPr lang="en-US" altLang="zh-CN" dirty="0" err="1">
                <a:solidFill>
                  <a:srgbClr val="FF0000"/>
                </a:solidFill>
              </a:rPr>
              <a:t>M.data</a:t>
            </a:r>
            <a:r>
              <a:rPr lang="en-US" altLang="zh-CN" dirty="0">
                <a:solidFill>
                  <a:srgbClr val="FF0000"/>
                </a:solidFill>
              </a:rPr>
              <a:t>[p].e;</a:t>
            </a:r>
          </a:p>
          <a:p>
            <a:pPr marL="0" indent="0">
              <a:buNone/>
            </a:pPr>
            <a:r>
              <a:rPr lang="en-US" altLang="zh-CN" dirty="0">
                <a:solidFill>
                  <a:srgbClr val="FF0000"/>
                </a:solidFill>
              </a:rPr>
              <a:t>        ++</a:t>
            </a:r>
            <a:r>
              <a:rPr lang="en-US" altLang="zh-CN" dirty="0" err="1">
                <a:solidFill>
                  <a:srgbClr val="FF0000"/>
                </a:solidFill>
              </a:rPr>
              <a:t>cpot</a:t>
            </a:r>
            <a:r>
              <a:rPr lang="en-US" altLang="zh-CN" dirty="0">
                <a:solidFill>
                  <a:srgbClr val="FF0000"/>
                </a:solidFill>
              </a:rPr>
              <a:t>[</a:t>
            </a:r>
            <a:r>
              <a:rPr lang="en-US" altLang="zh-CN" dirty="0" err="1">
                <a:solidFill>
                  <a:srgbClr val="FF0000"/>
                </a:solidFill>
              </a:rPr>
              <a:t>M.data</a:t>
            </a:r>
            <a:r>
              <a:rPr lang="en-US" altLang="zh-CN" dirty="0">
                <a:solidFill>
                  <a:srgbClr val="FF0000"/>
                </a:solidFill>
              </a:rPr>
              <a:t>[p].j];   }</a:t>
            </a:r>
          </a:p>
          <a:p>
            <a:r>
              <a:rPr lang="zh-CN" altLang="en-US" dirty="0"/>
              <a:t>总的时间复杂度为</a:t>
            </a:r>
            <a:r>
              <a:rPr lang="en-US" altLang="zh-CN" b="1" dirty="0">
                <a:solidFill>
                  <a:srgbClr val="FF0000"/>
                </a:solidFill>
              </a:rPr>
              <a:t>O(max(nu, </a:t>
            </a:r>
            <a:r>
              <a:rPr lang="en-US" altLang="zh-CN" b="1" dirty="0" err="1">
                <a:solidFill>
                  <a:srgbClr val="FF0000"/>
                </a:solidFill>
              </a:rPr>
              <a:t>tu</a:t>
            </a:r>
            <a:r>
              <a:rPr lang="en-US" altLang="zh-CN" b="1" dirty="0">
                <a:solidFill>
                  <a:srgbClr val="FF0000"/>
                </a:solidFill>
              </a:rPr>
              <a:t>))</a:t>
            </a:r>
            <a:r>
              <a:rPr lang="zh-CN" altLang="en-US" dirty="0"/>
              <a:t>。当非零元素个数 </a:t>
            </a:r>
            <a:r>
              <a:rPr lang="en-US" altLang="zh-CN" dirty="0" err="1"/>
              <a:t>tu</a:t>
            </a:r>
            <a:r>
              <a:rPr lang="en-US" altLang="zh-CN" dirty="0"/>
              <a:t> </a:t>
            </a:r>
            <a:r>
              <a:rPr lang="zh-CN" altLang="en-US" dirty="0"/>
              <a:t>和 </a:t>
            </a:r>
            <a:r>
              <a:rPr lang="en-US" altLang="zh-CN" dirty="0" err="1"/>
              <a:t>mu×nu</a:t>
            </a:r>
            <a:r>
              <a:rPr lang="en-US" altLang="zh-CN" dirty="0"/>
              <a:t> </a:t>
            </a:r>
            <a:r>
              <a:rPr lang="zh-CN" altLang="en-US" dirty="0"/>
              <a:t>同数量级时，其时间复杂度为</a:t>
            </a:r>
            <a:r>
              <a:rPr lang="en-US" altLang="zh-CN" dirty="0">
                <a:solidFill>
                  <a:srgbClr val="FF0000"/>
                </a:solidFill>
              </a:rPr>
              <a:t>O(</a:t>
            </a:r>
            <a:r>
              <a:rPr lang="en-US" altLang="zh-CN" dirty="0" err="1">
                <a:solidFill>
                  <a:srgbClr val="FF0000"/>
                </a:solidFill>
              </a:rPr>
              <a:t>mu×nu</a:t>
            </a:r>
            <a:r>
              <a:rPr lang="en-US" altLang="zh-CN" dirty="0">
                <a:solidFill>
                  <a:srgbClr val="FF0000"/>
                </a:solidFill>
              </a:rPr>
              <a:t>)</a:t>
            </a:r>
            <a:endParaRPr lang="zh-CN" altLang="en-US" dirty="0"/>
          </a:p>
          <a:p>
            <a:r>
              <a:rPr lang="zh-CN" altLang="en-US" dirty="0"/>
              <a:t>空间复杂度为 </a:t>
            </a:r>
            <a:r>
              <a:rPr lang="en-US" altLang="zh-CN" b="1" dirty="0">
                <a:solidFill>
                  <a:srgbClr val="0000FF"/>
                </a:solidFill>
              </a:rPr>
              <a:t>O(nu)</a:t>
            </a:r>
            <a:endParaRPr lang="zh-CN" altLang="en-US" b="1" dirty="0">
              <a:solidFill>
                <a:srgbClr val="0000FF"/>
              </a:solidFill>
            </a:endParaRPr>
          </a:p>
        </p:txBody>
      </p:sp>
    </p:spTree>
    <p:extLst>
      <p:ext uri="{BB962C8B-B14F-4D97-AF65-F5344CB8AC3E}">
        <p14:creationId xmlns:p14="http://schemas.microsoft.com/office/powerpoint/2010/main" val="87034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9F6A6-8683-4C51-9114-2271ED85616F}"/>
              </a:ext>
            </a:extLst>
          </p:cNvPr>
          <p:cNvSpPr>
            <a:spLocks noGrp="1"/>
          </p:cNvSpPr>
          <p:nvPr>
            <p:ph type="title"/>
          </p:nvPr>
        </p:nvSpPr>
        <p:spPr/>
        <p:txBody>
          <a:bodyPr/>
          <a:lstStyle/>
          <a:p>
            <a:r>
              <a:rPr lang="zh-CN" altLang="en-US" dirty="0"/>
              <a:t>行逻辑链接的顺序表</a:t>
            </a:r>
          </a:p>
        </p:txBody>
      </p:sp>
      <p:sp>
        <p:nvSpPr>
          <p:cNvPr id="3" name="内容占位符 2">
            <a:extLst>
              <a:ext uri="{FF2B5EF4-FFF2-40B4-BE49-F238E27FC236}">
                <a16:creationId xmlns:a16="http://schemas.microsoft.com/office/drawing/2014/main" id="{2A8D1117-DA22-467F-90AB-959608372D4A}"/>
              </a:ext>
            </a:extLst>
          </p:cNvPr>
          <p:cNvSpPr>
            <a:spLocks noGrp="1"/>
          </p:cNvSpPr>
          <p:nvPr>
            <p:ph idx="1"/>
          </p:nvPr>
        </p:nvSpPr>
        <p:spPr>
          <a:xfrm>
            <a:off x="107504" y="727075"/>
            <a:ext cx="8856984" cy="5861050"/>
          </a:xfrm>
        </p:spPr>
        <p:txBody>
          <a:bodyPr/>
          <a:lstStyle/>
          <a:p>
            <a:r>
              <a:rPr lang="zh-CN" altLang="en-US" dirty="0"/>
              <a:t>稀疏矩阵的三元组表可以用</a:t>
            </a:r>
            <a:r>
              <a:rPr lang="zh-CN" altLang="en-US" dirty="0">
                <a:solidFill>
                  <a:srgbClr val="FF0000"/>
                </a:solidFill>
              </a:rPr>
              <a:t>带行指针数组的二元组表</a:t>
            </a:r>
            <a:r>
              <a:rPr lang="zh-CN" altLang="en-US" dirty="0"/>
              <a:t>代替。</a:t>
            </a:r>
          </a:p>
          <a:p>
            <a:r>
              <a:rPr lang="zh-CN" altLang="en-US" dirty="0"/>
              <a:t>在行指针数组中元素个数与矩阵行数相等。第 </a:t>
            </a:r>
            <a:r>
              <a:rPr lang="en-US" altLang="zh-CN" dirty="0" err="1"/>
              <a:t>i</a:t>
            </a:r>
            <a:r>
              <a:rPr lang="en-US" altLang="zh-CN" dirty="0"/>
              <a:t> </a:t>
            </a:r>
            <a:r>
              <a:rPr lang="zh-CN" altLang="en-US" dirty="0"/>
              <a:t>个元素的内容为稀疏矩阵</a:t>
            </a:r>
            <a:r>
              <a:rPr lang="zh-CN" altLang="en-US" dirty="0">
                <a:solidFill>
                  <a:srgbClr val="0000FF"/>
                </a:solidFill>
              </a:rPr>
              <a:t>第 </a:t>
            </a:r>
            <a:r>
              <a:rPr lang="en-US" altLang="zh-CN" dirty="0" err="1">
                <a:solidFill>
                  <a:srgbClr val="0000FF"/>
                </a:solidFill>
              </a:rPr>
              <a:t>i</a:t>
            </a:r>
            <a:r>
              <a:rPr lang="en-US" altLang="zh-CN" dirty="0">
                <a:solidFill>
                  <a:srgbClr val="0000FF"/>
                </a:solidFill>
              </a:rPr>
              <a:t> </a:t>
            </a:r>
            <a:r>
              <a:rPr lang="zh-CN" altLang="en-US" dirty="0">
                <a:solidFill>
                  <a:srgbClr val="0000FF"/>
                </a:solidFill>
              </a:rPr>
              <a:t>行的第一个非零元素在二元组表中的存放位置</a:t>
            </a:r>
            <a:r>
              <a:rPr lang="zh-CN" altLang="en-US" dirty="0"/>
              <a:t>。</a:t>
            </a:r>
          </a:p>
          <a:p>
            <a:r>
              <a:rPr lang="zh-CN" altLang="en-US" dirty="0"/>
              <a:t>二元组表中每个</a:t>
            </a:r>
            <a:r>
              <a:rPr lang="zh-CN" altLang="en-US" dirty="0">
                <a:solidFill>
                  <a:srgbClr val="0000FF"/>
                </a:solidFill>
              </a:rPr>
              <a:t>二元组只记录非零元素的列号和元素值</a:t>
            </a:r>
            <a:r>
              <a:rPr lang="zh-CN" altLang="en-US" dirty="0"/>
              <a:t>，且各二元组按行号递增的顺序排列。</a:t>
            </a:r>
          </a:p>
          <a:p>
            <a:r>
              <a:rPr lang="zh-CN" altLang="en-US" dirty="0"/>
              <a:t>与三元组表相比，</a:t>
            </a:r>
            <a:r>
              <a:rPr lang="zh-CN" altLang="en-US" dirty="0">
                <a:solidFill>
                  <a:srgbClr val="0000FF"/>
                </a:solidFill>
              </a:rPr>
              <a:t>省去了重复的行号</a:t>
            </a:r>
            <a:r>
              <a:rPr lang="zh-CN" altLang="en-US" dirty="0"/>
              <a:t>。</a:t>
            </a:r>
          </a:p>
          <a:p>
            <a:endParaRPr lang="zh-CN" altLang="en-US" dirty="0"/>
          </a:p>
        </p:txBody>
      </p:sp>
    </p:spTree>
    <p:extLst>
      <p:ext uri="{BB962C8B-B14F-4D97-AF65-F5344CB8AC3E}">
        <p14:creationId xmlns:p14="http://schemas.microsoft.com/office/powerpoint/2010/main" val="35797349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E7584B-7040-4184-A4D6-FACDEB253ADB}"/>
              </a:ext>
            </a:extLst>
          </p:cNvPr>
          <p:cNvSpPr>
            <a:spLocks noGrp="1"/>
          </p:cNvSpPr>
          <p:nvPr>
            <p:ph type="title"/>
          </p:nvPr>
        </p:nvSpPr>
        <p:spPr/>
        <p:txBody>
          <a:bodyPr/>
          <a:lstStyle/>
          <a:p>
            <a:r>
              <a:rPr lang="zh-CN" altLang="en-US" dirty="0"/>
              <a:t>行逻辑链接的顺序表</a:t>
            </a:r>
          </a:p>
        </p:txBody>
      </p:sp>
      <p:graphicFrame>
        <p:nvGraphicFramePr>
          <p:cNvPr id="406" name="Object 4">
            <a:extLst>
              <a:ext uri="{FF2B5EF4-FFF2-40B4-BE49-F238E27FC236}">
                <a16:creationId xmlns:a16="http://schemas.microsoft.com/office/drawing/2014/main" id="{AF204AB9-C8B3-44B1-9AC2-3BD64479BEC0}"/>
              </a:ext>
            </a:extLst>
          </p:cNvPr>
          <p:cNvGraphicFramePr>
            <a:graphicFrameLocks noChangeAspect="1"/>
          </p:cNvGraphicFramePr>
          <p:nvPr>
            <p:extLst>
              <p:ext uri="{D42A27DB-BD31-4B8C-83A1-F6EECF244321}">
                <p14:modId xmlns:p14="http://schemas.microsoft.com/office/powerpoint/2010/main" val="1119399538"/>
              </p:ext>
            </p:extLst>
          </p:nvPr>
        </p:nvGraphicFramePr>
        <p:xfrm>
          <a:off x="79000" y="2328863"/>
          <a:ext cx="4180263" cy="3404394"/>
        </p:xfrm>
        <a:graphic>
          <a:graphicData uri="http://schemas.openxmlformats.org/presentationml/2006/ole">
            <mc:AlternateContent xmlns:mc="http://schemas.openxmlformats.org/markup-compatibility/2006">
              <mc:Choice xmlns:v="urn:schemas-microsoft-com:vml" Requires="v">
                <p:oleObj spid="_x0000_s25664" name="文档" r:id="rId3" imgW="2010240" imgH="1493640" progId="Word.Document.8">
                  <p:embed/>
                </p:oleObj>
              </mc:Choice>
              <mc:Fallback>
                <p:oleObj name="文档" r:id="rId3" imgW="2010240" imgH="1493640" progId="Word.Document.8">
                  <p:embed/>
                  <p:pic>
                    <p:nvPicPr>
                      <p:cNvPr id="507908" name="Object 4">
                        <a:extLst>
                          <a:ext uri="{FF2B5EF4-FFF2-40B4-BE49-F238E27FC236}">
                            <a16:creationId xmlns:a16="http://schemas.microsoft.com/office/drawing/2014/main" id="{07C4626F-BF9A-43EB-8C3C-64C3ED3E40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00" y="2328863"/>
                        <a:ext cx="4180263" cy="3404394"/>
                      </a:xfrm>
                      <a:prstGeom prst="rect">
                        <a:avLst/>
                      </a:prstGeom>
                      <a:noFill/>
                      <a:ln>
                        <a:noFill/>
                      </a:ln>
                      <a:effectLst/>
                    </p:spPr>
                  </p:pic>
                </p:oleObj>
              </mc:Fallback>
            </mc:AlternateContent>
          </a:graphicData>
        </a:graphic>
      </p:graphicFrame>
      <p:grpSp>
        <p:nvGrpSpPr>
          <p:cNvPr id="407" name="Group 406">
            <a:extLst>
              <a:ext uri="{FF2B5EF4-FFF2-40B4-BE49-F238E27FC236}">
                <a16:creationId xmlns:a16="http://schemas.microsoft.com/office/drawing/2014/main" id="{C4662E1F-2C0B-41D1-A46E-77D41945B39E}"/>
              </a:ext>
            </a:extLst>
          </p:cNvPr>
          <p:cNvGrpSpPr>
            <a:grpSpLocks/>
          </p:cNvGrpSpPr>
          <p:nvPr/>
        </p:nvGrpSpPr>
        <p:grpSpPr bwMode="auto">
          <a:xfrm>
            <a:off x="3192463" y="693010"/>
            <a:ext cx="6705600" cy="6077774"/>
            <a:chOff x="1671" y="836"/>
            <a:chExt cx="4224" cy="3554"/>
          </a:xfrm>
        </p:grpSpPr>
        <p:sp>
          <p:nvSpPr>
            <p:cNvPr id="408" name="AutoShape 6">
              <a:hlinkClick r:id="rId5" action="ppaction://hlinksldjump"/>
              <a:extLst>
                <a:ext uri="{FF2B5EF4-FFF2-40B4-BE49-F238E27FC236}">
                  <a16:creationId xmlns:a16="http://schemas.microsoft.com/office/drawing/2014/main" id="{2A7968CB-D825-43B5-86DC-D1E335BCAF49}"/>
                </a:ext>
              </a:extLst>
            </p:cNvPr>
            <p:cNvSpPr>
              <a:spLocks noChangeAspect="1" noChangeArrowheads="1" noTextEdit="1"/>
            </p:cNvSpPr>
            <p:nvPr/>
          </p:nvSpPr>
          <p:spPr bwMode="auto">
            <a:xfrm>
              <a:off x="1671" y="836"/>
              <a:ext cx="4224" cy="3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09" name="Rectangle 8">
              <a:extLst>
                <a:ext uri="{FF2B5EF4-FFF2-40B4-BE49-F238E27FC236}">
                  <a16:creationId xmlns:a16="http://schemas.microsoft.com/office/drawing/2014/main" id="{69B26DDD-F9C8-4D19-B9A1-ADCE281E5289}"/>
                </a:ext>
              </a:extLst>
            </p:cNvPr>
            <p:cNvSpPr>
              <a:spLocks noChangeArrowheads="1"/>
            </p:cNvSpPr>
            <p:nvPr/>
          </p:nvSpPr>
          <p:spPr bwMode="auto">
            <a:xfrm>
              <a:off x="1687" y="937"/>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b="0">
                  <a:solidFill>
                    <a:srgbClr val="00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0" name="Rectangle 9">
              <a:extLst>
                <a:ext uri="{FF2B5EF4-FFF2-40B4-BE49-F238E27FC236}">
                  <a16:creationId xmlns:a16="http://schemas.microsoft.com/office/drawing/2014/main" id="{3942D388-DEC8-4F63-A842-2E92CC6DC300}"/>
                </a:ext>
              </a:extLst>
            </p:cNvPr>
            <p:cNvSpPr>
              <a:spLocks noChangeArrowheads="1"/>
            </p:cNvSpPr>
            <p:nvPr/>
          </p:nvSpPr>
          <p:spPr bwMode="auto">
            <a:xfrm>
              <a:off x="1687" y="1241"/>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b="0">
                  <a:solidFill>
                    <a:srgbClr val="00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1" name="Rectangle 10">
              <a:extLst>
                <a:ext uri="{FF2B5EF4-FFF2-40B4-BE49-F238E27FC236}">
                  <a16:creationId xmlns:a16="http://schemas.microsoft.com/office/drawing/2014/main" id="{BBE4616C-B077-4FFF-B496-6970550C2A26}"/>
                </a:ext>
              </a:extLst>
            </p:cNvPr>
            <p:cNvSpPr>
              <a:spLocks noChangeArrowheads="1"/>
            </p:cNvSpPr>
            <p:nvPr/>
          </p:nvSpPr>
          <p:spPr bwMode="auto">
            <a:xfrm>
              <a:off x="2086" y="1233"/>
              <a:ext cx="96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zh-CN" altLang="en-US" dirty="0">
                  <a:solidFill>
                    <a:srgbClr val="FF0000"/>
                  </a:solidFill>
                  <a:latin typeface="仿宋_GB2312" pitchFamily="49" charset="-122"/>
                  <a:ea typeface="仿宋_GB2312" pitchFamily="49" charset="-122"/>
                </a:rPr>
                <a:t>行指针数组</a:t>
              </a:r>
              <a:endParaRPr lang="zh-CN" altLang="en-US" sz="1800" dirty="0">
                <a:solidFill>
                  <a:srgbClr val="000099"/>
                </a:solidFill>
                <a:latin typeface="Courier New" panose="02070309020205020404" pitchFamily="49" charset="0"/>
                <a:ea typeface="宋体" panose="02010600030101010101" pitchFamily="2" charset="-122"/>
              </a:endParaRPr>
            </a:p>
          </p:txBody>
        </p:sp>
        <p:sp>
          <p:nvSpPr>
            <p:cNvPr id="412" name="Rectangle 11">
              <a:extLst>
                <a:ext uri="{FF2B5EF4-FFF2-40B4-BE49-F238E27FC236}">
                  <a16:creationId xmlns:a16="http://schemas.microsoft.com/office/drawing/2014/main" id="{9C90AB0D-04C0-4845-90AF-4C3AB34CDF79}"/>
                </a:ext>
              </a:extLst>
            </p:cNvPr>
            <p:cNvSpPr>
              <a:spLocks noChangeArrowheads="1"/>
            </p:cNvSpPr>
            <p:nvPr/>
          </p:nvSpPr>
          <p:spPr bwMode="auto">
            <a:xfrm>
              <a:off x="3076" y="1233"/>
              <a:ext cx="9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latin typeface="仿宋_GB2312" pitchFamily="49" charset="-122"/>
                  <a:ea typeface="仿宋_GB2312" pitchFamily="49"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3" name="Rectangle 12">
              <a:extLst>
                <a:ext uri="{FF2B5EF4-FFF2-40B4-BE49-F238E27FC236}">
                  <a16:creationId xmlns:a16="http://schemas.microsoft.com/office/drawing/2014/main" id="{125F7E7E-1027-4454-9F4D-7A4000C0DCA8}"/>
                </a:ext>
              </a:extLst>
            </p:cNvPr>
            <p:cNvSpPr>
              <a:spLocks noChangeArrowheads="1"/>
            </p:cNvSpPr>
            <p:nvPr/>
          </p:nvSpPr>
          <p:spPr bwMode="auto">
            <a:xfrm>
              <a:off x="2086" y="1553"/>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b="0">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4" name="Rectangle 13">
              <a:extLst>
                <a:ext uri="{FF2B5EF4-FFF2-40B4-BE49-F238E27FC236}">
                  <a16:creationId xmlns:a16="http://schemas.microsoft.com/office/drawing/2014/main" id="{166777B8-DABF-47D7-96F0-FA01725EA32F}"/>
                </a:ext>
              </a:extLst>
            </p:cNvPr>
            <p:cNvSpPr>
              <a:spLocks noChangeArrowheads="1"/>
            </p:cNvSpPr>
            <p:nvPr/>
          </p:nvSpPr>
          <p:spPr bwMode="auto">
            <a:xfrm>
              <a:off x="2425" y="1531"/>
              <a:ext cx="3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dirty="0">
                  <a:solidFill>
                    <a:srgbClr val="0000FF"/>
                  </a:solidFill>
                  <a:ea typeface="宋体" panose="02010600030101010101" pitchFamily="2" charset="-122"/>
                </a:rPr>
                <a:t>row</a:t>
              </a:r>
              <a:endParaRPr lang="en-US" altLang="zh-CN" sz="1800" dirty="0">
                <a:solidFill>
                  <a:srgbClr val="000099"/>
                </a:solidFill>
                <a:latin typeface="Courier New" panose="02070309020205020404" pitchFamily="49" charset="0"/>
                <a:ea typeface="宋体" panose="02010600030101010101" pitchFamily="2" charset="-122"/>
              </a:endParaRPr>
            </a:p>
          </p:txBody>
        </p:sp>
        <p:sp>
          <p:nvSpPr>
            <p:cNvPr id="415" name="Rectangle 14">
              <a:extLst>
                <a:ext uri="{FF2B5EF4-FFF2-40B4-BE49-F238E27FC236}">
                  <a16:creationId xmlns:a16="http://schemas.microsoft.com/office/drawing/2014/main" id="{FE2E5E71-FA7E-403D-AC51-4112E8383D5A}"/>
                </a:ext>
              </a:extLst>
            </p:cNvPr>
            <p:cNvSpPr>
              <a:spLocks noChangeArrowheads="1"/>
            </p:cNvSpPr>
            <p:nvPr/>
          </p:nvSpPr>
          <p:spPr bwMode="auto">
            <a:xfrm>
              <a:off x="2732" y="1531"/>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b="0">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6" name="Rectangle 15">
              <a:extLst>
                <a:ext uri="{FF2B5EF4-FFF2-40B4-BE49-F238E27FC236}">
                  <a16:creationId xmlns:a16="http://schemas.microsoft.com/office/drawing/2014/main" id="{CCF3388D-43BE-4857-A731-D4DB85B02A8A}"/>
                </a:ext>
              </a:extLst>
            </p:cNvPr>
            <p:cNvSpPr>
              <a:spLocks noChangeArrowheads="1"/>
            </p:cNvSpPr>
            <p:nvPr/>
          </p:nvSpPr>
          <p:spPr bwMode="auto">
            <a:xfrm>
              <a:off x="2188" y="188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0</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7" name="Rectangle 16">
              <a:extLst>
                <a:ext uri="{FF2B5EF4-FFF2-40B4-BE49-F238E27FC236}">
                  <a16:creationId xmlns:a16="http://schemas.microsoft.com/office/drawing/2014/main" id="{642FBB2A-CAFF-458D-A4B9-ECC05FA50EA0}"/>
                </a:ext>
              </a:extLst>
            </p:cNvPr>
            <p:cNvSpPr>
              <a:spLocks noChangeArrowheads="1"/>
            </p:cNvSpPr>
            <p:nvPr/>
          </p:nvSpPr>
          <p:spPr bwMode="auto">
            <a:xfrm>
              <a:off x="2272" y="188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8" name="Rectangle 17">
              <a:extLst>
                <a:ext uri="{FF2B5EF4-FFF2-40B4-BE49-F238E27FC236}">
                  <a16:creationId xmlns:a16="http://schemas.microsoft.com/office/drawing/2014/main" id="{0A693C27-309A-4556-BB72-BAAEC2B1F4CE}"/>
                </a:ext>
              </a:extLst>
            </p:cNvPr>
            <p:cNvSpPr>
              <a:spLocks noChangeArrowheads="1"/>
            </p:cNvSpPr>
            <p:nvPr/>
          </p:nvSpPr>
          <p:spPr bwMode="auto">
            <a:xfrm>
              <a:off x="2488" y="185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0</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19" name="Rectangle 18">
              <a:extLst>
                <a:ext uri="{FF2B5EF4-FFF2-40B4-BE49-F238E27FC236}">
                  <a16:creationId xmlns:a16="http://schemas.microsoft.com/office/drawing/2014/main" id="{CC03F910-7CFD-4FD8-9BB3-9D764F83DBD4}"/>
                </a:ext>
              </a:extLst>
            </p:cNvPr>
            <p:cNvSpPr>
              <a:spLocks noChangeArrowheads="1"/>
            </p:cNvSpPr>
            <p:nvPr/>
          </p:nvSpPr>
          <p:spPr bwMode="auto">
            <a:xfrm>
              <a:off x="2587" y="1850"/>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20" name="Rectangle 19">
              <a:extLst>
                <a:ext uri="{FF2B5EF4-FFF2-40B4-BE49-F238E27FC236}">
                  <a16:creationId xmlns:a16="http://schemas.microsoft.com/office/drawing/2014/main" id="{94525C0F-7740-43F8-8BEA-B47CC1298695}"/>
                </a:ext>
              </a:extLst>
            </p:cNvPr>
            <p:cNvSpPr>
              <a:spLocks noChangeArrowheads="1"/>
            </p:cNvSpPr>
            <p:nvPr/>
          </p:nvSpPr>
          <p:spPr bwMode="auto">
            <a:xfrm>
              <a:off x="2307" y="178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1" name="Line 20">
              <a:extLst>
                <a:ext uri="{FF2B5EF4-FFF2-40B4-BE49-F238E27FC236}">
                  <a16:creationId xmlns:a16="http://schemas.microsoft.com/office/drawing/2014/main" id="{509F1D99-048F-4A6A-8A7F-3AA49472124C}"/>
                </a:ext>
              </a:extLst>
            </p:cNvPr>
            <p:cNvSpPr>
              <a:spLocks noChangeShapeType="1"/>
            </p:cNvSpPr>
            <p:nvPr/>
          </p:nvSpPr>
          <p:spPr bwMode="auto">
            <a:xfrm>
              <a:off x="2307" y="178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2" name="Line 21">
              <a:extLst>
                <a:ext uri="{FF2B5EF4-FFF2-40B4-BE49-F238E27FC236}">
                  <a16:creationId xmlns:a16="http://schemas.microsoft.com/office/drawing/2014/main" id="{8A1E4BF8-4629-49D5-B3A7-7AEFB1150C1C}"/>
                </a:ext>
              </a:extLst>
            </p:cNvPr>
            <p:cNvSpPr>
              <a:spLocks noChangeShapeType="1"/>
            </p:cNvSpPr>
            <p:nvPr/>
          </p:nvSpPr>
          <p:spPr bwMode="auto">
            <a:xfrm>
              <a:off x="2307" y="178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3" name="Rectangle 22">
              <a:extLst>
                <a:ext uri="{FF2B5EF4-FFF2-40B4-BE49-F238E27FC236}">
                  <a16:creationId xmlns:a16="http://schemas.microsoft.com/office/drawing/2014/main" id="{1CB0822B-2F80-45A6-A2EF-803841535C6C}"/>
                </a:ext>
              </a:extLst>
            </p:cNvPr>
            <p:cNvSpPr>
              <a:spLocks noChangeArrowheads="1"/>
            </p:cNvSpPr>
            <p:nvPr/>
          </p:nvSpPr>
          <p:spPr bwMode="auto">
            <a:xfrm>
              <a:off x="2307" y="178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4" name="Line 23">
              <a:extLst>
                <a:ext uri="{FF2B5EF4-FFF2-40B4-BE49-F238E27FC236}">
                  <a16:creationId xmlns:a16="http://schemas.microsoft.com/office/drawing/2014/main" id="{5EE09C56-12A9-4082-BBE7-1CADAD0641C8}"/>
                </a:ext>
              </a:extLst>
            </p:cNvPr>
            <p:cNvSpPr>
              <a:spLocks noChangeShapeType="1"/>
            </p:cNvSpPr>
            <p:nvPr/>
          </p:nvSpPr>
          <p:spPr bwMode="auto">
            <a:xfrm>
              <a:off x="2307" y="178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5" name="Line 24">
              <a:extLst>
                <a:ext uri="{FF2B5EF4-FFF2-40B4-BE49-F238E27FC236}">
                  <a16:creationId xmlns:a16="http://schemas.microsoft.com/office/drawing/2014/main" id="{2CCA248D-7D72-43AD-9E28-4EBC9FF23D88}"/>
                </a:ext>
              </a:extLst>
            </p:cNvPr>
            <p:cNvSpPr>
              <a:spLocks noChangeShapeType="1"/>
            </p:cNvSpPr>
            <p:nvPr/>
          </p:nvSpPr>
          <p:spPr bwMode="auto">
            <a:xfrm>
              <a:off x="2307" y="178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6" name="Rectangle 25">
              <a:extLst>
                <a:ext uri="{FF2B5EF4-FFF2-40B4-BE49-F238E27FC236}">
                  <a16:creationId xmlns:a16="http://schemas.microsoft.com/office/drawing/2014/main" id="{308A386F-4A52-4F00-B524-3527D4539CCC}"/>
                </a:ext>
              </a:extLst>
            </p:cNvPr>
            <p:cNvSpPr>
              <a:spLocks noChangeArrowheads="1"/>
            </p:cNvSpPr>
            <p:nvPr/>
          </p:nvSpPr>
          <p:spPr bwMode="auto">
            <a:xfrm>
              <a:off x="2316" y="1785"/>
              <a:ext cx="443"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7" name="Line 26">
              <a:extLst>
                <a:ext uri="{FF2B5EF4-FFF2-40B4-BE49-F238E27FC236}">
                  <a16:creationId xmlns:a16="http://schemas.microsoft.com/office/drawing/2014/main" id="{8070D50B-A873-46E9-A3B3-5D68E821280B}"/>
                </a:ext>
              </a:extLst>
            </p:cNvPr>
            <p:cNvSpPr>
              <a:spLocks noChangeShapeType="1"/>
            </p:cNvSpPr>
            <p:nvPr/>
          </p:nvSpPr>
          <p:spPr bwMode="auto">
            <a:xfrm>
              <a:off x="2316" y="1785"/>
              <a:ext cx="44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8" name="Rectangle 27">
              <a:extLst>
                <a:ext uri="{FF2B5EF4-FFF2-40B4-BE49-F238E27FC236}">
                  <a16:creationId xmlns:a16="http://schemas.microsoft.com/office/drawing/2014/main" id="{C4028539-8F96-4BAE-932B-1CD11350DC41}"/>
                </a:ext>
              </a:extLst>
            </p:cNvPr>
            <p:cNvSpPr>
              <a:spLocks noChangeArrowheads="1"/>
            </p:cNvSpPr>
            <p:nvPr/>
          </p:nvSpPr>
          <p:spPr bwMode="auto">
            <a:xfrm>
              <a:off x="2759" y="178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29" name="Line 28">
              <a:extLst>
                <a:ext uri="{FF2B5EF4-FFF2-40B4-BE49-F238E27FC236}">
                  <a16:creationId xmlns:a16="http://schemas.microsoft.com/office/drawing/2014/main" id="{B2D79A07-203B-4258-938A-ADC9D1BED48D}"/>
                </a:ext>
              </a:extLst>
            </p:cNvPr>
            <p:cNvSpPr>
              <a:spLocks noChangeShapeType="1"/>
            </p:cNvSpPr>
            <p:nvPr/>
          </p:nvSpPr>
          <p:spPr bwMode="auto">
            <a:xfrm>
              <a:off x="2759" y="178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0" name="Line 29">
              <a:extLst>
                <a:ext uri="{FF2B5EF4-FFF2-40B4-BE49-F238E27FC236}">
                  <a16:creationId xmlns:a16="http://schemas.microsoft.com/office/drawing/2014/main" id="{282805DD-FD12-4B60-A427-022ED8B8F455}"/>
                </a:ext>
              </a:extLst>
            </p:cNvPr>
            <p:cNvSpPr>
              <a:spLocks noChangeShapeType="1"/>
            </p:cNvSpPr>
            <p:nvPr/>
          </p:nvSpPr>
          <p:spPr bwMode="auto">
            <a:xfrm>
              <a:off x="2759" y="178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1" name="Rectangle 30">
              <a:extLst>
                <a:ext uri="{FF2B5EF4-FFF2-40B4-BE49-F238E27FC236}">
                  <a16:creationId xmlns:a16="http://schemas.microsoft.com/office/drawing/2014/main" id="{2F215EF9-7212-441D-812F-28FEF30727EF}"/>
                </a:ext>
              </a:extLst>
            </p:cNvPr>
            <p:cNvSpPr>
              <a:spLocks noChangeArrowheads="1"/>
            </p:cNvSpPr>
            <p:nvPr/>
          </p:nvSpPr>
          <p:spPr bwMode="auto">
            <a:xfrm>
              <a:off x="2759" y="178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2" name="Line 31">
              <a:extLst>
                <a:ext uri="{FF2B5EF4-FFF2-40B4-BE49-F238E27FC236}">
                  <a16:creationId xmlns:a16="http://schemas.microsoft.com/office/drawing/2014/main" id="{8B619BCC-B5AD-489B-8D8E-678CC05B5B20}"/>
                </a:ext>
              </a:extLst>
            </p:cNvPr>
            <p:cNvSpPr>
              <a:spLocks noChangeShapeType="1"/>
            </p:cNvSpPr>
            <p:nvPr/>
          </p:nvSpPr>
          <p:spPr bwMode="auto">
            <a:xfrm>
              <a:off x="2759" y="178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3" name="Line 32">
              <a:extLst>
                <a:ext uri="{FF2B5EF4-FFF2-40B4-BE49-F238E27FC236}">
                  <a16:creationId xmlns:a16="http://schemas.microsoft.com/office/drawing/2014/main" id="{53A1E0A0-EBD1-4B6E-82B1-5AF991F7B3BC}"/>
                </a:ext>
              </a:extLst>
            </p:cNvPr>
            <p:cNvSpPr>
              <a:spLocks noChangeShapeType="1"/>
            </p:cNvSpPr>
            <p:nvPr/>
          </p:nvSpPr>
          <p:spPr bwMode="auto">
            <a:xfrm>
              <a:off x="2759" y="178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4" name="Rectangle 33">
              <a:extLst>
                <a:ext uri="{FF2B5EF4-FFF2-40B4-BE49-F238E27FC236}">
                  <a16:creationId xmlns:a16="http://schemas.microsoft.com/office/drawing/2014/main" id="{0CD274EC-63EB-463F-8EA2-951382CE4E02}"/>
                </a:ext>
              </a:extLst>
            </p:cNvPr>
            <p:cNvSpPr>
              <a:spLocks noChangeArrowheads="1"/>
            </p:cNvSpPr>
            <p:nvPr/>
          </p:nvSpPr>
          <p:spPr bwMode="auto">
            <a:xfrm>
              <a:off x="2307" y="1793"/>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5" name="Line 34">
              <a:extLst>
                <a:ext uri="{FF2B5EF4-FFF2-40B4-BE49-F238E27FC236}">
                  <a16:creationId xmlns:a16="http://schemas.microsoft.com/office/drawing/2014/main" id="{9B7924A4-5C89-4E72-BF9D-A9DD37FED0C4}"/>
                </a:ext>
              </a:extLst>
            </p:cNvPr>
            <p:cNvSpPr>
              <a:spLocks noChangeShapeType="1"/>
            </p:cNvSpPr>
            <p:nvPr/>
          </p:nvSpPr>
          <p:spPr bwMode="auto">
            <a:xfrm>
              <a:off x="2307" y="1793"/>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6" name="Rectangle 35">
              <a:extLst>
                <a:ext uri="{FF2B5EF4-FFF2-40B4-BE49-F238E27FC236}">
                  <a16:creationId xmlns:a16="http://schemas.microsoft.com/office/drawing/2014/main" id="{F5A24446-E5F9-474F-B898-6B076C233553}"/>
                </a:ext>
              </a:extLst>
            </p:cNvPr>
            <p:cNvSpPr>
              <a:spLocks noChangeArrowheads="1"/>
            </p:cNvSpPr>
            <p:nvPr/>
          </p:nvSpPr>
          <p:spPr bwMode="auto">
            <a:xfrm>
              <a:off x="2759" y="1793"/>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7" name="Line 36">
              <a:extLst>
                <a:ext uri="{FF2B5EF4-FFF2-40B4-BE49-F238E27FC236}">
                  <a16:creationId xmlns:a16="http://schemas.microsoft.com/office/drawing/2014/main" id="{BD34A05F-286B-4581-A29A-55979B53B812}"/>
                </a:ext>
              </a:extLst>
            </p:cNvPr>
            <p:cNvSpPr>
              <a:spLocks noChangeShapeType="1"/>
            </p:cNvSpPr>
            <p:nvPr/>
          </p:nvSpPr>
          <p:spPr bwMode="auto">
            <a:xfrm>
              <a:off x="2759" y="1793"/>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38" name="Rectangle 37">
              <a:extLst>
                <a:ext uri="{FF2B5EF4-FFF2-40B4-BE49-F238E27FC236}">
                  <a16:creationId xmlns:a16="http://schemas.microsoft.com/office/drawing/2014/main" id="{CBFE719B-A7AF-4826-9BCD-07A4565A6ED4}"/>
                </a:ext>
              </a:extLst>
            </p:cNvPr>
            <p:cNvSpPr>
              <a:spLocks noChangeArrowheads="1"/>
            </p:cNvSpPr>
            <p:nvPr/>
          </p:nvSpPr>
          <p:spPr bwMode="auto">
            <a:xfrm>
              <a:off x="2188" y="216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1</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39" name="Rectangle 38">
              <a:extLst>
                <a:ext uri="{FF2B5EF4-FFF2-40B4-BE49-F238E27FC236}">
                  <a16:creationId xmlns:a16="http://schemas.microsoft.com/office/drawing/2014/main" id="{0F717317-9C58-4C91-82EA-446C7D01D126}"/>
                </a:ext>
              </a:extLst>
            </p:cNvPr>
            <p:cNvSpPr>
              <a:spLocks noChangeArrowheads="1"/>
            </p:cNvSpPr>
            <p:nvPr/>
          </p:nvSpPr>
          <p:spPr bwMode="auto">
            <a:xfrm>
              <a:off x="2272" y="216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40" name="Rectangle 39">
              <a:extLst>
                <a:ext uri="{FF2B5EF4-FFF2-40B4-BE49-F238E27FC236}">
                  <a16:creationId xmlns:a16="http://schemas.microsoft.com/office/drawing/2014/main" id="{3CA39639-D71F-496B-A1F8-C9C649AC48CF}"/>
                </a:ext>
              </a:extLst>
            </p:cNvPr>
            <p:cNvSpPr>
              <a:spLocks noChangeArrowheads="1"/>
            </p:cNvSpPr>
            <p:nvPr/>
          </p:nvSpPr>
          <p:spPr bwMode="auto">
            <a:xfrm>
              <a:off x="2488" y="213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3</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41" name="Rectangle 40">
              <a:extLst>
                <a:ext uri="{FF2B5EF4-FFF2-40B4-BE49-F238E27FC236}">
                  <a16:creationId xmlns:a16="http://schemas.microsoft.com/office/drawing/2014/main" id="{13BF190B-AF81-4321-9958-8461DC6363F8}"/>
                </a:ext>
              </a:extLst>
            </p:cNvPr>
            <p:cNvSpPr>
              <a:spLocks noChangeArrowheads="1"/>
            </p:cNvSpPr>
            <p:nvPr/>
          </p:nvSpPr>
          <p:spPr bwMode="auto">
            <a:xfrm>
              <a:off x="2587" y="2130"/>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42" name="Rectangle 41">
              <a:extLst>
                <a:ext uri="{FF2B5EF4-FFF2-40B4-BE49-F238E27FC236}">
                  <a16:creationId xmlns:a16="http://schemas.microsoft.com/office/drawing/2014/main" id="{71E86BAE-2A2F-4E86-A3B5-2CFC91949FD7}"/>
                </a:ext>
              </a:extLst>
            </p:cNvPr>
            <p:cNvSpPr>
              <a:spLocks noChangeArrowheads="1"/>
            </p:cNvSpPr>
            <p:nvPr/>
          </p:nvSpPr>
          <p:spPr bwMode="auto">
            <a:xfrm>
              <a:off x="2307" y="206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3" name="Line 42">
              <a:extLst>
                <a:ext uri="{FF2B5EF4-FFF2-40B4-BE49-F238E27FC236}">
                  <a16:creationId xmlns:a16="http://schemas.microsoft.com/office/drawing/2014/main" id="{31C55764-5B0E-4D0D-BC57-662534BE786C}"/>
                </a:ext>
              </a:extLst>
            </p:cNvPr>
            <p:cNvSpPr>
              <a:spLocks noChangeShapeType="1"/>
            </p:cNvSpPr>
            <p:nvPr/>
          </p:nvSpPr>
          <p:spPr bwMode="auto">
            <a:xfrm>
              <a:off x="2307" y="206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4" name="Line 43">
              <a:extLst>
                <a:ext uri="{FF2B5EF4-FFF2-40B4-BE49-F238E27FC236}">
                  <a16:creationId xmlns:a16="http://schemas.microsoft.com/office/drawing/2014/main" id="{7DA87B2A-C023-4DF1-A7E2-8EC6FAC1F3E4}"/>
                </a:ext>
              </a:extLst>
            </p:cNvPr>
            <p:cNvSpPr>
              <a:spLocks noChangeShapeType="1"/>
            </p:cNvSpPr>
            <p:nvPr/>
          </p:nvSpPr>
          <p:spPr bwMode="auto">
            <a:xfrm>
              <a:off x="2307" y="20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5" name="Rectangle 44">
              <a:extLst>
                <a:ext uri="{FF2B5EF4-FFF2-40B4-BE49-F238E27FC236}">
                  <a16:creationId xmlns:a16="http://schemas.microsoft.com/office/drawing/2014/main" id="{440ED8E1-74CD-454A-95A9-C4151043282F}"/>
                </a:ext>
              </a:extLst>
            </p:cNvPr>
            <p:cNvSpPr>
              <a:spLocks noChangeArrowheads="1"/>
            </p:cNvSpPr>
            <p:nvPr/>
          </p:nvSpPr>
          <p:spPr bwMode="auto">
            <a:xfrm>
              <a:off x="2316" y="2065"/>
              <a:ext cx="443"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6" name="Line 45">
              <a:extLst>
                <a:ext uri="{FF2B5EF4-FFF2-40B4-BE49-F238E27FC236}">
                  <a16:creationId xmlns:a16="http://schemas.microsoft.com/office/drawing/2014/main" id="{08B7EC8F-1FF5-4F7E-9880-609006DA7B8E}"/>
                </a:ext>
              </a:extLst>
            </p:cNvPr>
            <p:cNvSpPr>
              <a:spLocks noChangeShapeType="1"/>
            </p:cNvSpPr>
            <p:nvPr/>
          </p:nvSpPr>
          <p:spPr bwMode="auto">
            <a:xfrm>
              <a:off x="2316" y="2065"/>
              <a:ext cx="44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7" name="Rectangle 46">
              <a:extLst>
                <a:ext uri="{FF2B5EF4-FFF2-40B4-BE49-F238E27FC236}">
                  <a16:creationId xmlns:a16="http://schemas.microsoft.com/office/drawing/2014/main" id="{3421A2E6-9232-45BB-B622-FA62C3B53FEF}"/>
                </a:ext>
              </a:extLst>
            </p:cNvPr>
            <p:cNvSpPr>
              <a:spLocks noChangeArrowheads="1"/>
            </p:cNvSpPr>
            <p:nvPr/>
          </p:nvSpPr>
          <p:spPr bwMode="auto">
            <a:xfrm>
              <a:off x="2759" y="206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8" name="Line 47">
              <a:extLst>
                <a:ext uri="{FF2B5EF4-FFF2-40B4-BE49-F238E27FC236}">
                  <a16:creationId xmlns:a16="http://schemas.microsoft.com/office/drawing/2014/main" id="{90A009DA-4D72-4CD0-9B8B-0F9D2EF2069F}"/>
                </a:ext>
              </a:extLst>
            </p:cNvPr>
            <p:cNvSpPr>
              <a:spLocks noChangeShapeType="1"/>
            </p:cNvSpPr>
            <p:nvPr/>
          </p:nvSpPr>
          <p:spPr bwMode="auto">
            <a:xfrm>
              <a:off x="2759" y="206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49" name="Line 48">
              <a:extLst>
                <a:ext uri="{FF2B5EF4-FFF2-40B4-BE49-F238E27FC236}">
                  <a16:creationId xmlns:a16="http://schemas.microsoft.com/office/drawing/2014/main" id="{7A67E671-952F-417C-8600-2F11A394F802}"/>
                </a:ext>
              </a:extLst>
            </p:cNvPr>
            <p:cNvSpPr>
              <a:spLocks noChangeShapeType="1"/>
            </p:cNvSpPr>
            <p:nvPr/>
          </p:nvSpPr>
          <p:spPr bwMode="auto">
            <a:xfrm>
              <a:off x="2759" y="206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50" name="Rectangle 49">
              <a:extLst>
                <a:ext uri="{FF2B5EF4-FFF2-40B4-BE49-F238E27FC236}">
                  <a16:creationId xmlns:a16="http://schemas.microsoft.com/office/drawing/2014/main" id="{46910006-C11E-4EB4-BBBF-83F0EF7FE959}"/>
                </a:ext>
              </a:extLst>
            </p:cNvPr>
            <p:cNvSpPr>
              <a:spLocks noChangeArrowheads="1"/>
            </p:cNvSpPr>
            <p:nvPr/>
          </p:nvSpPr>
          <p:spPr bwMode="auto">
            <a:xfrm>
              <a:off x="2307" y="2073"/>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51" name="Line 50">
              <a:extLst>
                <a:ext uri="{FF2B5EF4-FFF2-40B4-BE49-F238E27FC236}">
                  <a16:creationId xmlns:a16="http://schemas.microsoft.com/office/drawing/2014/main" id="{F94AEF33-D4BD-4ED3-B234-1F62445ED521}"/>
                </a:ext>
              </a:extLst>
            </p:cNvPr>
            <p:cNvSpPr>
              <a:spLocks noChangeShapeType="1"/>
            </p:cNvSpPr>
            <p:nvPr/>
          </p:nvSpPr>
          <p:spPr bwMode="auto">
            <a:xfrm>
              <a:off x="2307" y="2073"/>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52" name="Rectangle 51">
              <a:extLst>
                <a:ext uri="{FF2B5EF4-FFF2-40B4-BE49-F238E27FC236}">
                  <a16:creationId xmlns:a16="http://schemas.microsoft.com/office/drawing/2014/main" id="{0071E1A4-6A98-4E4E-BA16-2EC392C7D745}"/>
                </a:ext>
              </a:extLst>
            </p:cNvPr>
            <p:cNvSpPr>
              <a:spLocks noChangeArrowheads="1"/>
            </p:cNvSpPr>
            <p:nvPr/>
          </p:nvSpPr>
          <p:spPr bwMode="auto">
            <a:xfrm>
              <a:off x="2759" y="2073"/>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53" name="Line 52">
              <a:extLst>
                <a:ext uri="{FF2B5EF4-FFF2-40B4-BE49-F238E27FC236}">
                  <a16:creationId xmlns:a16="http://schemas.microsoft.com/office/drawing/2014/main" id="{6965C9D4-17A3-4769-B17E-A7409A5B3913}"/>
                </a:ext>
              </a:extLst>
            </p:cNvPr>
            <p:cNvSpPr>
              <a:spLocks noChangeShapeType="1"/>
            </p:cNvSpPr>
            <p:nvPr/>
          </p:nvSpPr>
          <p:spPr bwMode="auto">
            <a:xfrm>
              <a:off x="2759" y="2073"/>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54" name="Rectangle 53">
              <a:extLst>
                <a:ext uri="{FF2B5EF4-FFF2-40B4-BE49-F238E27FC236}">
                  <a16:creationId xmlns:a16="http://schemas.microsoft.com/office/drawing/2014/main" id="{9CFB7D4D-E351-4D48-A076-2780F09055AA}"/>
                </a:ext>
              </a:extLst>
            </p:cNvPr>
            <p:cNvSpPr>
              <a:spLocks noChangeArrowheads="1"/>
            </p:cNvSpPr>
            <p:nvPr/>
          </p:nvSpPr>
          <p:spPr bwMode="auto">
            <a:xfrm>
              <a:off x="2188" y="244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2</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55" name="Rectangle 54">
              <a:extLst>
                <a:ext uri="{FF2B5EF4-FFF2-40B4-BE49-F238E27FC236}">
                  <a16:creationId xmlns:a16="http://schemas.microsoft.com/office/drawing/2014/main" id="{1EC6BCE2-E93F-4CD5-AD79-4122E95F398B}"/>
                </a:ext>
              </a:extLst>
            </p:cNvPr>
            <p:cNvSpPr>
              <a:spLocks noChangeArrowheads="1"/>
            </p:cNvSpPr>
            <p:nvPr/>
          </p:nvSpPr>
          <p:spPr bwMode="auto">
            <a:xfrm>
              <a:off x="2272" y="244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56" name="Rectangle 55">
              <a:extLst>
                <a:ext uri="{FF2B5EF4-FFF2-40B4-BE49-F238E27FC236}">
                  <a16:creationId xmlns:a16="http://schemas.microsoft.com/office/drawing/2014/main" id="{F2EB21C3-4A44-448D-B072-4C90619266E1}"/>
                </a:ext>
              </a:extLst>
            </p:cNvPr>
            <p:cNvSpPr>
              <a:spLocks noChangeArrowheads="1"/>
            </p:cNvSpPr>
            <p:nvPr/>
          </p:nvSpPr>
          <p:spPr bwMode="auto">
            <a:xfrm>
              <a:off x="2488" y="241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4</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57" name="Rectangle 56">
              <a:extLst>
                <a:ext uri="{FF2B5EF4-FFF2-40B4-BE49-F238E27FC236}">
                  <a16:creationId xmlns:a16="http://schemas.microsoft.com/office/drawing/2014/main" id="{D86B8D6D-17D6-4ABB-8243-261F298125BE}"/>
                </a:ext>
              </a:extLst>
            </p:cNvPr>
            <p:cNvSpPr>
              <a:spLocks noChangeArrowheads="1"/>
            </p:cNvSpPr>
            <p:nvPr/>
          </p:nvSpPr>
          <p:spPr bwMode="auto">
            <a:xfrm>
              <a:off x="2587" y="2410"/>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58" name="Rectangle 57">
              <a:extLst>
                <a:ext uri="{FF2B5EF4-FFF2-40B4-BE49-F238E27FC236}">
                  <a16:creationId xmlns:a16="http://schemas.microsoft.com/office/drawing/2014/main" id="{53D65FC6-8CD4-467D-9F6B-A5105FB32685}"/>
                </a:ext>
              </a:extLst>
            </p:cNvPr>
            <p:cNvSpPr>
              <a:spLocks noChangeArrowheads="1"/>
            </p:cNvSpPr>
            <p:nvPr/>
          </p:nvSpPr>
          <p:spPr bwMode="auto">
            <a:xfrm>
              <a:off x="2307" y="234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59" name="Line 58">
              <a:extLst>
                <a:ext uri="{FF2B5EF4-FFF2-40B4-BE49-F238E27FC236}">
                  <a16:creationId xmlns:a16="http://schemas.microsoft.com/office/drawing/2014/main" id="{83CADF1A-76C8-4151-B17C-0180DAB66818}"/>
                </a:ext>
              </a:extLst>
            </p:cNvPr>
            <p:cNvSpPr>
              <a:spLocks noChangeShapeType="1"/>
            </p:cNvSpPr>
            <p:nvPr/>
          </p:nvSpPr>
          <p:spPr bwMode="auto">
            <a:xfrm>
              <a:off x="2307" y="234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0" name="Line 59">
              <a:extLst>
                <a:ext uri="{FF2B5EF4-FFF2-40B4-BE49-F238E27FC236}">
                  <a16:creationId xmlns:a16="http://schemas.microsoft.com/office/drawing/2014/main" id="{A52F007C-4E58-48B8-808C-6F2A155BA286}"/>
                </a:ext>
              </a:extLst>
            </p:cNvPr>
            <p:cNvSpPr>
              <a:spLocks noChangeShapeType="1"/>
            </p:cNvSpPr>
            <p:nvPr/>
          </p:nvSpPr>
          <p:spPr bwMode="auto">
            <a:xfrm>
              <a:off x="2307" y="234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1" name="Rectangle 60">
              <a:extLst>
                <a:ext uri="{FF2B5EF4-FFF2-40B4-BE49-F238E27FC236}">
                  <a16:creationId xmlns:a16="http://schemas.microsoft.com/office/drawing/2014/main" id="{5684E552-09F5-4ACF-A9DC-9341068CC5D7}"/>
                </a:ext>
              </a:extLst>
            </p:cNvPr>
            <p:cNvSpPr>
              <a:spLocks noChangeArrowheads="1"/>
            </p:cNvSpPr>
            <p:nvPr/>
          </p:nvSpPr>
          <p:spPr bwMode="auto">
            <a:xfrm>
              <a:off x="2316" y="2345"/>
              <a:ext cx="443"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2" name="Line 61">
              <a:extLst>
                <a:ext uri="{FF2B5EF4-FFF2-40B4-BE49-F238E27FC236}">
                  <a16:creationId xmlns:a16="http://schemas.microsoft.com/office/drawing/2014/main" id="{822803F3-FD44-4988-BD73-9EFB35E51B8D}"/>
                </a:ext>
              </a:extLst>
            </p:cNvPr>
            <p:cNvSpPr>
              <a:spLocks noChangeShapeType="1"/>
            </p:cNvSpPr>
            <p:nvPr/>
          </p:nvSpPr>
          <p:spPr bwMode="auto">
            <a:xfrm>
              <a:off x="2316" y="2345"/>
              <a:ext cx="44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3" name="Rectangle 62">
              <a:extLst>
                <a:ext uri="{FF2B5EF4-FFF2-40B4-BE49-F238E27FC236}">
                  <a16:creationId xmlns:a16="http://schemas.microsoft.com/office/drawing/2014/main" id="{0A438A56-EF4B-4FF3-8416-B8F4524E1090}"/>
                </a:ext>
              </a:extLst>
            </p:cNvPr>
            <p:cNvSpPr>
              <a:spLocks noChangeArrowheads="1"/>
            </p:cNvSpPr>
            <p:nvPr/>
          </p:nvSpPr>
          <p:spPr bwMode="auto">
            <a:xfrm>
              <a:off x="2759" y="2345"/>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4" name="Line 63">
              <a:extLst>
                <a:ext uri="{FF2B5EF4-FFF2-40B4-BE49-F238E27FC236}">
                  <a16:creationId xmlns:a16="http://schemas.microsoft.com/office/drawing/2014/main" id="{2CD21864-6A81-4485-BB38-C1BB2E83E318}"/>
                </a:ext>
              </a:extLst>
            </p:cNvPr>
            <p:cNvSpPr>
              <a:spLocks noChangeShapeType="1"/>
            </p:cNvSpPr>
            <p:nvPr/>
          </p:nvSpPr>
          <p:spPr bwMode="auto">
            <a:xfrm>
              <a:off x="2759" y="234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5" name="Line 64">
              <a:extLst>
                <a:ext uri="{FF2B5EF4-FFF2-40B4-BE49-F238E27FC236}">
                  <a16:creationId xmlns:a16="http://schemas.microsoft.com/office/drawing/2014/main" id="{A3D4530C-FC6B-4B23-A4D4-96695B60A717}"/>
                </a:ext>
              </a:extLst>
            </p:cNvPr>
            <p:cNvSpPr>
              <a:spLocks noChangeShapeType="1"/>
            </p:cNvSpPr>
            <p:nvPr/>
          </p:nvSpPr>
          <p:spPr bwMode="auto">
            <a:xfrm>
              <a:off x="2759" y="2345"/>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6" name="Rectangle 65">
              <a:extLst>
                <a:ext uri="{FF2B5EF4-FFF2-40B4-BE49-F238E27FC236}">
                  <a16:creationId xmlns:a16="http://schemas.microsoft.com/office/drawing/2014/main" id="{6F661BFA-A26A-4D4D-B4C5-20AC05F1B4C1}"/>
                </a:ext>
              </a:extLst>
            </p:cNvPr>
            <p:cNvSpPr>
              <a:spLocks noChangeArrowheads="1"/>
            </p:cNvSpPr>
            <p:nvPr/>
          </p:nvSpPr>
          <p:spPr bwMode="auto">
            <a:xfrm>
              <a:off x="2307" y="2353"/>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7" name="Line 66">
              <a:extLst>
                <a:ext uri="{FF2B5EF4-FFF2-40B4-BE49-F238E27FC236}">
                  <a16:creationId xmlns:a16="http://schemas.microsoft.com/office/drawing/2014/main" id="{6309B43E-B931-4B5A-B601-7658BB301C0D}"/>
                </a:ext>
              </a:extLst>
            </p:cNvPr>
            <p:cNvSpPr>
              <a:spLocks noChangeShapeType="1"/>
            </p:cNvSpPr>
            <p:nvPr/>
          </p:nvSpPr>
          <p:spPr bwMode="auto">
            <a:xfrm>
              <a:off x="2307" y="2353"/>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8" name="Rectangle 67">
              <a:extLst>
                <a:ext uri="{FF2B5EF4-FFF2-40B4-BE49-F238E27FC236}">
                  <a16:creationId xmlns:a16="http://schemas.microsoft.com/office/drawing/2014/main" id="{CB10E518-49D0-4F54-93C6-55159298DD27}"/>
                </a:ext>
              </a:extLst>
            </p:cNvPr>
            <p:cNvSpPr>
              <a:spLocks noChangeArrowheads="1"/>
            </p:cNvSpPr>
            <p:nvPr/>
          </p:nvSpPr>
          <p:spPr bwMode="auto">
            <a:xfrm>
              <a:off x="2759" y="2353"/>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69" name="Line 68">
              <a:extLst>
                <a:ext uri="{FF2B5EF4-FFF2-40B4-BE49-F238E27FC236}">
                  <a16:creationId xmlns:a16="http://schemas.microsoft.com/office/drawing/2014/main" id="{1118C3A9-B120-4B46-AC2D-8687429BF41C}"/>
                </a:ext>
              </a:extLst>
            </p:cNvPr>
            <p:cNvSpPr>
              <a:spLocks noChangeShapeType="1"/>
            </p:cNvSpPr>
            <p:nvPr/>
          </p:nvSpPr>
          <p:spPr bwMode="auto">
            <a:xfrm>
              <a:off x="2759" y="2353"/>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70" name="Rectangle 69">
              <a:extLst>
                <a:ext uri="{FF2B5EF4-FFF2-40B4-BE49-F238E27FC236}">
                  <a16:creationId xmlns:a16="http://schemas.microsoft.com/office/drawing/2014/main" id="{375BAA36-234E-4F09-8A30-600BE18DB4C4}"/>
                </a:ext>
              </a:extLst>
            </p:cNvPr>
            <p:cNvSpPr>
              <a:spLocks noChangeArrowheads="1"/>
            </p:cNvSpPr>
            <p:nvPr/>
          </p:nvSpPr>
          <p:spPr bwMode="auto">
            <a:xfrm>
              <a:off x="2188" y="272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3</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71" name="Rectangle 70">
              <a:extLst>
                <a:ext uri="{FF2B5EF4-FFF2-40B4-BE49-F238E27FC236}">
                  <a16:creationId xmlns:a16="http://schemas.microsoft.com/office/drawing/2014/main" id="{B52DF2D6-0055-4A05-A038-B44E27229236}"/>
                </a:ext>
              </a:extLst>
            </p:cNvPr>
            <p:cNvSpPr>
              <a:spLocks noChangeArrowheads="1"/>
            </p:cNvSpPr>
            <p:nvPr/>
          </p:nvSpPr>
          <p:spPr bwMode="auto">
            <a:xfrm>
              <a:off x="2272" y="2721"/>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72" name="Rectangle 71">
              <a:extLst>
                <a:ext uri="{FF2B5EF4-FFF2-40B4-BE49-F238E27FC236}">
                  <a16:creationId xmlns:a16="http://schemas.microsoft.com/office/drawing/2014/main" id="{E8CADB46-742B-45BD-BA52-C39966B938CD}"/>
                </a:ext>
              </a:extLst>
            </p:cNvPr>
            <p:cNvSpPr>
              <a:spLocks noChangeArrowheads="1"/>
            </p:cNvSpPr>
            <p:nvPr/>
          </p:nvSpPr>
          <p:spPr bwMode="auto">
            <a:xfrm>
              <a:off x="2488" y="269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6</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73" name="Rectangle 72">
              <a:extLst>
                <a:ext uri="{FF2B5EF4-FFF2-40B4-BE49-F238E27FC236}">
                  <a16:creationId xmlns:a16="http://schemas.microsoft.com/office/drawing/2014/main" id="{EC42007E-FD28-4133-A432-3B6929D5BEF8}"/>
                </a:ext>
              </a:extLst>
            </p:cNvPr>
            <p:cNvSpPr>
              <a:spLocks noChangeArrowheads="1"/>
            </p:cNvSpPr>
            <p:nvPr/>
          </p:nvSpPr>
          <p:spPr bwMode="auto">
            <a:xfrm>
              <a:off x="2587" y="2692"/>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74" name="Rectangle 73">
              <a:extLst>
                <a:ext uri="{FF2B5EF4-FFF2-40B4-BE49-F238E27FC236}">
                  <a16:creationId xmlns:a16="http://schemas.microsoft.com/office/drawing/2014/main" id="{F6BC7CE3-5BC9-4221-B96C-BA4A079ACC48}"/>
                </a:ext>
              </a:extLst>
            </p:cNvPr>
            <p:cNvSpPr>
              <a:spLocks noChangeArrowheads="1"/>
            </p:cNvSpPr>
            <p:nvPr/>
          </p:nvSpPr>
          <p:spPr bwMode="auto">
            <a:xfrm>
              <a:off x="2307" y="262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75" name="Line 74">
              <a:extLst>
                <a:ext uri="{FF2B5EF4-FFF2-40B4-BE49-F238E27FC236}">
                  <a16:creationId xmlns:a16="http://schemas.microsoft.com/office/drawing/2014/main" id="{5BDED041-3D0A-4C5F-B4E0-C680EF85622D}"/>
                </a:ext>
              </a:extLst>
            </p:cNvPr>
            <p:cNvSpPr>
              <a:spLocks noChangeShapeType="1"/>
            </p:cNvSpPr>
            <p:nvPr/>
          </p:nvSpPr>
          <p:spPr bwMode="auto">
            <a:xfrm>
              <a:off x="2307" y="262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76" name="Line 75">
              <a:extLst>
                <a:ext uri="{FF2B5EF4-FFF2-40B4-BE49-F238E27FC236}">
                  <a16:creationId xmlns:a16="http://schemas.microsoft.com/office/drawing/2014/main" id="{D8BDF10E-46BF-4FD7-9B1F-B0E642206534}"/>
                </a:ext>
              </a:extLst>
            </p:cNvPr>
            <p:cNvSpPr>
              <a:spLocks noChangeShapeType="1"/>
            </p:cNvSpPr>
            <p:nvPr/>
          </p:nvSpPr>
          <p:spPr bwMode="auto">
            <a:xfrm>
              <a:off x="2307" y="262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77" name="Rectangle 76">
              <a:extLst>
                <a:ext uri="{FF2B5EF4-FFF2-40B4-BE49-F238E27FC236}">
                  <a16:creationId xmlns:a16="http://schemas.microsoft.com/office/drawing/2014/main" id="{F5D996FA-CCD6-4CFA-950D-461AE32BB724}"/>
                </a:ext>
              </a:extLst>
            </p:cNvPr>
            <p:cNvSpPr>
              <a:spLocks noChangeArrowheads="1"/>
            </p:cNvSpPr>
            <p:nvPr/>
          </p:nvSpPr>
          <p:spPr bwMode="auto">
            <a:xfrm>
              <a:off x="2316" y="2626"/>
              <a:ext cx="443"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78" name="Line 77">
              <a:extLst>
                <a:ext uri="{FF2B5EF4-FFF2-40B4-BE49-F238E27FC236}">
                  <a16:creationId xmlns:a16="http://schemas.microsoft.com/office/drawing/2014/main" id="{1420D01F-837A-4457-B701-7974BBB0B050}"/>
                </a:ext>
              </a:extLst>
            </p:cNvPr>
            <p:cNvSpPr>
              <a:spLocks noChangeShapeType="1"/>
            </p:cNvSpPr>
            <p:nvPr/>
          </p:nvSpPr>
          <p:spPr bwMode="auto">
            <a:xfrm>
              <a:off x="2316" y="2626"/>
              <a:ext cx="44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79" name="Rectangle 78">
              <a:extLst>
                <a:ext uri="{FF2B5EF4-FFF2-40B4-BE49-F238E27FC236}">
                  <a16:creationId xmlns:a16="http://schemas.microsoft.com/office/drawing/2014/main" id="{DE242157-AEA6-4638-A214-4841140C6859}"/>
                </a:ext>
              </a:extLst>
            </p:cNvPr>
            <p:cNvSpPr>
              <a:spLocks noChangeArrowheads="1"/>
            </p:cNvSpPr>
            <p:nvPr/>
          </p:nvSpPr>
          <p:spPr bwMode="auto">
            <a:xfrm>
              <a:off x="2759" y="2626"/>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80" name="Line 79">
              <a:extLst>
                <a:ext uri="{FF2B5EF4-FFF2-40B4-BE49-F238E27FC236}">
                  <a16:creationId xmlns:a16="http://schemas.microsoft.com/office/drawing/2014/main" id="{2F9AB57F-7EDA-47FE-9922-4C5244081A91}"/>
                </a:ext>
              </a:extLst>
            </p:cNvPr>
            <p:cNvSpPr>
              <a:spLocks noChangeShapeType="1"/>
            </p:cNvSpPr>
            <p:nvPr/>
          </p:nvSpPr>
          <p:spPr bwMode="auto">
            <a:xfrm>
              <a:off x="2759" y="262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81" name="Line 80">
              <a:extLst>
                <a:ext uri="{FF2B5EF4-FFF2-40B4-BE49-F238E27FC236}">
                  <a16:creationId xmlns:a16="http://schemas.microsoft.com/office/drawing/2014/main" id="{53A61EDD-4AED-4303-96F5-D7F6FAB48D4E}"/>
                </a:ext>
              </a:extLst>
            </p:cNvPr>
            <p:cNvSpPr>
              <a:spLocks noChangeShapeType="1"/>
            </p:cNvSpPr>
            <p:nvPr/>
          </p:nvSpPr>
          <p:spPr bwMode="auto">
            <a:xfrm>
              <a:off x="2759" y="2626"/>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82" name="Rectangle 81">
              <a:extLst>
                <a:ext uri="{FF2B5EF4-FFF2-40B4-BE49-F238E27FC236}">
                  <a16:creationId xmlns:a16="http://schemas.microsoft.com/office/drawing/2014/main" id="{C291A562-3F90-4105-9023-BEB98F066477}"/>
                </a:ext>
              </a:extLst>
            </p:cNvPr>
            <p:cNvSpPr>
              <a:spLocks noChangeArrowheads="1"/>
            </p:cNvSpPr>
            <p:nvPr/>
          </p:nvSpPr>
          <p:spPr bwMode="auto">
            <a:xfrm>
              <a:off x="2307" y="2634"/>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83" name="Line 82">
              <a:extLst>
                <a:ext uri="{FF2B5EF4-FFF2-40B4-BE49-F238E27FC236}">
                  <a16:creationId xmlns:a16="http://schemas.microsoft.com/office/drawing/2014/main" id="{0CD2B8B8-632B-4E66-9C3A-CF656F32F53A}"/>
                </a:ext>
              </a:extLst>
            </p:cNvPr>
            <p:cNvSpPr>
              <a:spLocks noChangeShapeType="1"/>
            </p:cNvSpPr>
            <p:nvPr/>
          </p:nvSpPr>
          <p:spPr bwMode="auto">
            <a:xfrm>
              <a:off x="2307" y="2634"/>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84" name="Rectangle 83">
              <a:extLst>
                <a:ext uri="{FF2B5EF4-FFF2-40B4-BE49-F238E27FC236}">
                  <a16:creationId xmlns:a16="http://schemas.microsoft.com/office/drawing/2014/main" id="{D47269DA-DF1F-4BE0-8192-C1B2C608846D}"/>
                </a:ext>
              </a:extLst>
            </p:cNvPr>
            <p:cNvSpPr>
              <a:spLocks noChangeArrowheads="1"/>
            </p:cNvSpPr>
            <p:nvPr/>
          </p:nvSpPr>
          <p:spPr bwMode="auto">
            <a:xfrm>
              <a:off x="2759" y="2634"/>
              <a:ext cx="9" cy="2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85" name="Line 84">
              <a:extLst>
                <a:ext uri="{FF2B5EF4-FFF2-40B4-BE49-F238E27FC236}">
                  <a16:creationId xmlns:a16="http://schemas.microsoft.com/office/drawing/2014/main" id="{C38758D8-C6B4-4BDE-AFEB-C3D61F053D4F}"/>
                </a:ext>
              </a:extLst>
            </p:cNvPr>
            <p:cNvSpPr>
              <a:spLocks noChangeShapeType="1"/>
            </p:cNvSpPr>
            <p:nvPr/>
          </p:nvSpPr>
          <p:spPr bwMode="auto">
            <a:xfrm>
              <a:off x="2759" y="2634"/>
              <a:ext cx="1" cy="27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86" name="Rectangle 85">
              <a:extLst>
                <a:ext uri="{FF2B5EF4-FFF2-40B4-BE49-F238E27FC236}">
                  <a16:creationId xmlns:a16="http://schemas.microsoft.com/office/drawing/2014/main" id="{4B202624-8C30-48B7-85A0-4AB62F866035}"/>
                </a:ext>
              </a:extLst>
            </p:cNvPr>
            <p:cNvSpPr>
              <a:spLocks noChangeArrowheads="1"/>
            </p:cNvSpPr>
            <p:nvPr/>
          </p:nvSpPr>
          <p:spPr bwMode="auto">
            <a:xfrm>
              <a:off x="2188" y="300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4</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87" name="Rectangle 86">
              <a:extLst>
                <a:ext uri="{FF2B5EF4-FFF2-40B4-BE49-F238E27FC236}">
                  <a16:creationId xmlns:a16="http://schemas.microsoft.com/office/drawing/2014/main" id="{CA14B1ED-4866-4CCF-B368-48DF94CEDB72}"/>
                </a:ext>
              </a:extLst>
            </p:cNvPr>
            <p:cNvSpPr>
              <a:spLocks noChangeArrowheads="1"/>
            </p:cNvSpPr>
            <p:nvPr/>
          </p:nvSpPr>
          <p:spPr bwMode="auto">
            <a:xfrm>
              <a:off x="2272" y="3001"/>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88" name="Rectangle 87">
              <a:extLst>
                <a:ext uri="{FF2B5EF4-FFF2-40B4-BE49-F238E27FC236}">
                  <a16:creationId xmlns:a16="http://schemas.microsoft.com/office/drawing/2014/main" id="{F5F9A93C-40A5-496B-B518-CF015B6E395A}"/>
                </a:ext>
              </a:extLst>
            </p:cNvPr>
            <p:cNvSpPr>
              <a:spLocks noChangeArrowheads="1"/>
            </p:cNvSpPr>
            <p:nvPr/>
          </p:nvSpPr>
          <p:spPr bwMode="auto">
            <a:xfrm>
              <a:off x="2488" y="297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7</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89" name="Rectangle 88">
              <a:extLst>
                <a:ext uri="{FF2B5EF4-FFF2-40B4-BE49-F238E27FC236}">
                  <a16:creationId xmlns:a16="http://schemas.microsoft.com/office/drawing/2014/main" id="{8B8EF853-3A1F-4182-93C5-DCC4076510F7}"/>
                </a:ext>
              </a:extLst>
            </p:cNvPr>
            <p:cNvSpPr>
              <a:spLocks noChangeArrowheads="1"/>
            </p:cNvSpPr>
            <p:nvPr/>
          </p:nvSpPr>
          <p:spPr bwMode="auto">
            <a:xfrm>
              <a:off x="2587" y="2972"/>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490" name="Rectangle 89">
              <a:extLst>
                <a:ext uri="{FF2B5EF4-FFF2-40B4-BE49-F238E27FC236}">
                  <a16:creationId xmlns:a16="http://schemas.microsoft.com/office/drawing/2014/main" id="{ED00A86E-70A6-438F-B3E6-393C26EF3297}"/>
                </a:ext>
              </a:extLst>
            </p:cNvPr>
            <p:cNvSpPr>
              <a:spLocks noChangeArrowheads="1"/>
            </p:cNvSpPr>
            <p:nvPr/>
          </p:nvSpPr>
          <p:spPr bwMode="auto">
            <a:xfrm>
              <a:off x="2307" y="290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1" name="Line 90">
              <a:extLst>
                <a:ext uri="{FF2B5EF4-FFF2-40B4-BE49-F238E27FC236}">
                  <a16:creationId xmlns:a16="http://schemas.microsoft.com/office/drawing/2014/main" id="{AF262833-1FA0-4016-B0D1-5B37F5ACEEBA}"/>
                </a:ext>
              </a:extLst>
            </p:cNvPr>
            <p:cNvSpPr>
              <a:spLocks noChangeShapeType="1"/>
            </p:cNvSpPr>
            <p:nvPr/>
          </p:nvSpPr>
          <p:spPr bwMode="auto">
            <a:xfrm>
              <a:off x="2307" y="290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2" name="Line 91">
              <a:extLst>
                <a:ext uri="{FF2B5EF4-FFF2-40B4-BE49-F238E27FC236}">
                  <a16:creationId xmlns:a16="http://schemas.microsoft.com/office/drawing/2014/main" id="{0519B1AF-56C9-4955-AB57-B5E5C4D7AE79}"/>
                </a:ext>
              </a:extLst>
            </p:cNvPr>
            <p:cNvSpPr>
              <a:spLocks noChangeShapeType="1"/>
            </p:cNvSpPr>
            <p:nvPr/>
          </p:nvSpPr>
          <p:spPr bwMode="auto">
            <a:xfrm>
              <a:off x="2307" y="290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3" name="Rectangle 92">
              <a:extLst>
                <a:ext uri="{FF2B5EF4-FFF2-40B4-BE49-F238E27FC236}">
                  <a16:creationId xmlns:a16="http://schemas.microsoft.com/office/drawing/2014/main" id="{2EB85B4A-4604-47D3-BE08-F95CF83149C7}"/>
                </a:ext>
              </a:extLst>
            </p:cNvPr>
            <p:cNvSpPr>
              <a:spLocks noChangeArrowheads="1"/>
            </p:cNvSpPr>
            <p:nvPr/>
          </p:nvSpPr>
          <p:spPr bwMode="auto">
            <a:xfrm>
              <a:off x="2316" y="2906"/>
              <a:ext cx="443"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4" name="Line 93">
              <a:extLst>
                <a:ext uri="{FF2B5EF4-FFF2-40B4-BE49-F238E27FC236}">
                  <a16:creationId xmlns:a16="http://schemas.microsoft.com/office/drawing/2014/main" id="{DD394EFD-CE0B-4132-8DA6-5AC736475DA7}"/>
                </a:ext>
              </a:extLst>
            </p:cNvPr>
            <p:cNvSpPr>
              <a:spLocks noChangeShapeType="1"/>
            </p:cNvSpPr>
            <p:nvPr/>
          </p:nvSpPr>
          <p:spPr bwMode="auto">
            <a:xfrm>
              <a:off x="2316" y="2906"/>
              <a:ext cx="44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5" name="Rectangle 94">
              <a:extLst>
                <a:ext uri="{FF2B5EF4-FFF2-40B4-BE49-F238E27FC236}">
                  <a16:creationId xmlns:a16="http://schemas.microsoft.com/office/drawing/2014/main" id="{C37F6390-1A96-416D-82BA-38D651B27AFE}"/>
                </a:ext>
              </a:extLst>
            </p:cNvPr>
            <p:cNvSpPr>
              <a:spLocks noChangeArrowheads="1"/>
            </p:cNvSpPr>
            <p:nvPr/>
          </p:nvSpPr>
          <p:spPr bwMode="auto">
            <a:xfrm>
              <a:off x="2759" y="290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6" name="Line 95">
              <a:extLst>
                <a:ext uri="{FF2B5EF4-FFF2-40B4-BE49-F238E27FC236}">
                  <a16:creationId xmlns:a16="http://schemas.microsoft.com/office/drawing/2014/main" id="{115B0F3B-25AD-4993-8AB7-AC010E723B1C}"/>
                </a:ext>
              </a:extLst>
            </p:cNvPr>
            <p:cNvSpPr>
              <a:spLocks noChangeShapeType="1"/>
            </p:cNvSpPr>
            <p:nvPr/>
          </p:nvSpPr>
          <p:spPr bwMode="auto">
            <a:xfrm>
              <a:off x="2759" y="290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7" name="Line 96">
              <a:extLst>
                <a:ext uri="{FF2B5EF4-FFF2-40B4-BE49-F238E27FC236}">
                  <a16:creationId xmlns:a16="http://schemas.microsoft.com/office/drawing/2014/main" id="{50A21148-C32D-4D23-AF83-8AF69C11B681}"/>
                </a:ext>
              </a:extLst>
            </p:cNvPr>
            <p:cNvSpPr>
              <a:spLocks noChangeShapeType="1"/>
            </p:cNvSpPr>
            <p:nvPr/>
          </p:nvSpPr>
          <p:spPr bwMode="auto">
            <a:xfrm>
              <a:off x="2759" y="290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8" name="Rectangle 97">
              <a:extLst>
                <a:ext uri="{FF2B5EF4-FFF2-40B4-BE49-F238E27FC236}">
                  <a16:creationId xmlns:a16="http://schemas.microsoft.com/office/drawing/2014/main" id="{1FDB6C11-476E-414C-B405-3E8BDEBB9DC2}"/>
                </a:ext>
              </a:extLst>
            </p:cNvPr>
            <p:cNvSpPr>
              <a:spLocks noChangeArrowheads="1"/>
            </p:cNvSpPr>
            <p:nvPr/>
          </p:nvSpPr>
          <p:spPr bwMode="auto">
            <a:xfrm>
              <a:off x="2307" y="2915"/>
              <a:ext cx="9" cy="27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499" name="Line 98">
              <a:extLst>
                <a:ext uri="{FF2B5EF4-FFF2-40B4-BE49-F238E27FC236}">
                  <a16:creationId xmlns:a16="http://schemas.microsoft.com/office/drawing/2014/main" id="{22C3F59D-B713-4CF4-9A64-94E33B13FF95}"/>
                </a:ext>
              </a:extLst>
            </p:cNvPr>
            <p:cNvSpPr>
              <a:spLocks noChangeShapeType="1"/>
            </p:cNvSpPr>
            <p:nvPr/>
          </p:nvSpPr>
          <p:spPr bwMode="auto">
            <a:xfrm>
              <a:off x="2307" y="2915"/>
              <a:ext cx="1" cy="2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00" name="Rectangle 99">
              <a:extLst>
                <a:ext uri="{FF2B5EF4-FFF2-40B4-BE49-F238E27FC236}">
                  <a16:creationId xmlns:a16="http://schemas.microsoft.com/office/drawing/2014/main" id="{3264E2A3-69FE-4521-9BE5-8D9CA85AB6E6}"/>
                </a:ext>
              </a:extLst>
            </p:cNvPr>
            <p:cNvSpPr>
              <a:spLocks noChangeArrowheads="1"/>
            </p:cNvSpPr>
            <p:nvPr/>
          </p:nvSpPr>
          <p:spPr bwMode="auto">
            <a:xfrm>
              <a:off x="2759" y="2915"/>
              <a:ext cx="9" cy="27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01" name="Line 100">
              <a:extLst>
                <a:ext uri="{FF2B5EF4-FFF2-40B4-BE49-F238E27FC236}">
                  <a16:creationId xmlns:a16="http://schemas.microsoft.com/office/drawing/2014/main" id="{D95F13E2-B082-4316-9FBC-4208DBAF6C16}"/>
                </a:ext>
              </a:extLst>
            </p:cNvPr>
            <p:cNvSpPr>
              <a:spLocks noChangeShapeType="1"/>
            </p:cNvSpPr>
            <p:nvPr/>
          </p:nvSpPr>
          <p:spPr bwMode="auto">
            <a:xfrm>
              <a:off x="2759" y="2915"/>
              <a:ext cx="1" cy="2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02" name="Rectangle 101">
              <a:extLst>
                <a:ext uri="{FF2B5EF4-FFF2-40B4-BE49-F238E27FC236}">
                  <a16:creationId xmlns:a16="http://schemas.microsoft.com/office/drawing/2014/main" id="{93006F1C-9F2F-43E4-8DFE-3F6AE032E7C3}"/>
                </a:ext>
              </a:extLst>
            </p:cNvPr>
            <p:cNvSpPr>
              <a:spLocks noChangeArrowheads="1"/>
            </p:cNvSpPr>
            <p:nvPr/>
          </p:nvSpPr>
          <p:spPr bwMode="auto">
            <a:xfrm>
              <a:off x="2188" y="328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5</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03" name="Rectangle 102">
              <a:extLst>
                <a:ext uri="{FF2B5EF4-FFF2-40B4-BE49-F238E27FC236}">
                  <a16:creationId xmlns:a16="http://schemas.microsoft.com/office/drawing/2014/main" id="{5265495E-7522-4676-B34B-AAA215E1DC85}"/>
                </a:ext>
              </a:extLst>
            </p:cNvPr>
            <p:cNvSpPr>
              <a:spLocks noChangeArrowheads="1"/>
            </p:cNvSpPr>
            <p:nvPr/>
          </p:nvSpPr>
          <p:spPr bwMode="auto">
            <a:xfrm>
              <a:off x="2272" y="3281"/>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04" name="Rectangle 103">
              <a:extLst>
                <a:ext uri="{FF2B5EF4-FFF2-40B4-BE49-F238E27FC236}">
                  <a16:creationId xmlns:a16="http://schemas.microsoft.com/office/drawing/2014/main" id="{DC6D42F4-CC49-4BB5-B738-7DD45A481D1E}"/>
                </a:ext>
              </a:extLst>
            </p:cNvPr>
            <p:cNvSpPr>
              <a:spLocks noChangeArrowheads="1"/>
            </p:cNvSpPr>
            <p:nvPr/>
          </p:nvSpPr>
          <p:spPr bwMode="auto">
            <a:xfrm>
              <a:off x="2488" y="325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7</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05" name="Rectangle 104">
              <a:extLst>
                <a:ext uri="{FF2B5EF4-FFF2-40B4-BE49-F238E27FC236}">
                  <a16:creationId xmlns:a16="http://schemas.microsoft.com/office/drawing/2014/main" id="{DEC17B73-ED08-4CCB-89CD-75C9FC237D3E}"/>
                </a:ext>
              </a:extLst>
            </p:cNvPr>
            <p:cNvSpPr>
              <a:spLocks noChangeArrowheads="1"/>
            </p:cNvSpPr>
            <p:nvPr/>
          </p:nvSpPr>
          <p:spPr bwMode="auto">
            <a:xfrm>
              <a:off x="2587" y="3252"/>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06" name="Rectangle 105">
              <a:extLst>
                <a:ext uri="{FF2B5EF4-FFF2-40B4-BE49-F238E27FC236}">
                  <a16:creationId xmlns:a16="http://schemas.microsoft.com/office/drawing/2014/main" id="{5D55002E-FA24-42A8-9B96-B1C2EED3F2E2}"/>
                </a:ext>
              </a:extLst>
            </p:cNvPr>
            <p:cNvSpPr>
              <a:spLocks noChangeArrowheads="1"/>
            </p:cNvSpPr>
            <p:nvPr/>
          </p:nvSpPr>
          <p:spPr bwMode="auto">
            <a:xfrm>
              <a:off x="2307" y="318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07" name="Line 106">
              <a:extLst>
                <a:ext uri="{FF2B5EF4-FFF2-40B4-BE49-F238E27FC236}">
                  <a16:creationId xmlns:a16="http://schemas.microsoft.com/office/drawing/2014/main" id="{2291CE25-2545-4062-B8C9-ACBF6D5A13EA}"/>
                </a:ext>
              </a:extLst>
            </p:cNvPr>
            <p:cNvSpPr>
              <a:spLocks noChangeShapeType="1"/>
            </p:cNvSpPr>
            <p:nvPr/>
          </p:nvSpPr>
          <p:spPr bwMode="auto">
            <a:xfrm>
              <a:off x="2307" y="318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08" name="Line 107">
              <a:extLst>
                <a:ext uri="{FF2B5EF4-FFF2-40B4-BE49-F238E27FC236}">
                  <a16:creationId xmlns:a16="http://schemas.microsoft.com/office/drawing/2014/main" id="{9FBBE96E-F3DB-4ACE-B1D1-2217BAB98C0C}"/>
                </a:ext>
              </a:extLst>
            </p:cNvPr>
            <p:cNvSpPr>
              <a:spLocks noChangeShapeType="1"/>
            </p:cNvSpPr>
            <p:nvPr/>
          </p:nvSpPr>
          <p:spPr bwMode="auto">
            <a:xfrm>
              <a:off x="2307" y="318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09" name="Rectangle 108">
              <a:extLst>
                <a:ext uri="{FF2B5EF4-FFF2-40B4-BE49-F238E27FC236}">
                  <a16:creationId xmlns:a16="http://schemas.microsoft.com/office/drawing/2014/main" id="{CB39A9E6-C7A1-4D68-AB20-03C36AFA4776}"/>
                </a:ext>
              </a:extLst>
            </p:cNvPr>
            <p:cNvSpPr>
              <a:spLocks noChangeArrowheads="1"/>
            </p:cNvSpPr>
            <p:nvPr/>
          </p:nvSpPr>
          <p:spPr bwMode="auto">
            <a:xfrm>
              <a:off x="2316" y="3186"/>
              <a:ext cx="443"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0" name="Line 109">
              <a:extLst>
                <a:ext uri="{FF2B5EF4-FFF2-40B4-BE49-F238E27FC236}">
                  <a16:creationId xmlns:a16="http://schemas.microsoft.com/office/drawing/2014/main" id="{79290300-E619-4731-BDCD-977D0F790B36}"/>
                </a:ext>
              </a:extLst>
            </p:cNvPr>
            <p:cNvSpPr>
              <a:spLocks noChangeShapeType="1"/>
            </p:cNvSpPr>
            <p:nvPr/>
          </p:nvSpPr>
          <p:spPr bwMode="auto">
            <a:xfrm>
              <a:off x="2316" y="3186"/>
              <a:ext cx="44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1" name="Rectangle 110">
              <a:extLst>
                <a:ext uri="{FF2B5EF4-FFF2-40B4-BE49-F238E27FC236}">
                  <a16:creationId xmlns:a16="http://schemas.microsoft.com/office/drawing/2014/main" id="{55355EAD-FACC-44EA-BF69-CACA4DCC9BB0}"/>
                </a:ext>
              </a:extLst>
            </p:cNvPr>
            <p:cNvSpPr>
              <a:spLocks noChangeArrowheads="1"/>
            </p:cNvSpPr>
            <p:nvPr/>
          </p:nvSpPr>
          <p:spPr bwMode="auto">
            <a:xfrm>
              <a:off x="2759" y="318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2" name="Line 111">
              <a:extLst>
                <a:ext uri="{FF2B5EF4-FFF2-40B4-BE49-F238E27FC236}">
                  <a16:creationId xmlns:a16="http://schemas.microsoft.com/office/drawing/2014/main" id="{166C7C00-8A2E-40D5-9490-E9FA18A244E9}"/>
                </a:ext>
              </a:extLst>
            </p:cNvPr>
            <p:cNvSpPr>
              <a:spLocks noChangeShapeType="1"/>
            </p:cNvSpPr>
            <p:nvPr/>
          </p:nvSpPr>
          <p:spPr bwMode="auto">
            <a:xfrm>
              <a:off x="2759" y="318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3" name="Line 112">
              <a:extLst>
                <a:ext uri="{FF2B5EF4-FFF2-40B4-BE49-F238E27FC236}">
                  <a16:creationId xmlns:a16="http://schemas.microsoft.com/office/drawing/2014/main" id="{DF2B3C5F-FC10-47C1-9D6C-3FFB2A1B08D6}"/>
                </a:ext>
              </a:extLst>
            </p:cNvPr>
            <p:cNvSpPr>
              <a:spLocks noChangeShapeType="1"/>
            </p:cNvSpPr>
            <p:nvPr/>
          </p:nvSpPr>
          <p:spPr bwMode="auto">
            <a:xfrm>
              <a:off x="2759" y="318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4" name="Rectangle 113">
              <a:extLst>
                <a:ext uri="{FF2B5EF4-FFF2-40B4-BE49-F238E27FC236}">
                  <a16:creationId xmlns:a16="http://schemas.microsoft.com/office/drawing/2014/main" id="{DB48B4E8-144D-49E1-A8F4-69A37043058C}"/>
                </a:ext>
              </a:extLst>
            </p:cNvPr>
            <p:cNvSpPr>
              <a:spLocks noChangeArrowheads="1"/>
            </p:cNvSpPr>
            <p:nvPr/>
          </p:nvSpPr>
          <p:spPr bwMode="auto">
            <a:xfrm>
              <a:off x="2307" y="3195"/>
              <a:ext cx="9" cy="27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5" name="Line 114">
              <a:extLst>
                <a:ext uri="{FF2B5EF4-FFF2-40B4-BE49-F238E27FC236}">
                  <a16:creationId xmlns:a16="http://schemas.microsoft.com/office/drawing/2014/main" id="{1BE3B9EC-0E85-4B41-B1D6-2828E1002E95}"/>
                </a:ext>
              </a:extLst>
            </p:cNvPr>
            <p:cNvSpPr>
              <a:spLocks noChangeShapeType="1"/>
            </p:cNvSpPr>
            <p:nvPr/>
          </p:nvSpPr>
          <p:spPr bwMode="auto">
            <a:xfrm>
              <a:off x="2307" y="3195"/>
              <a:ext cx="1" cy="2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6" name="Rectangle 115">
              <a:extLst>
                <a:ext uri="{FF2B5EF4-FFF2-40B4-BE49-F238E27FC236}">
                  <a16:creationId xmlns:a16="http://schemas.microsoft.com/office/drawing/2014/main" id="{342F2587-FE6C-4593-B2A8-CA17ABB938CB}"/>
                </a:ext>
              </a:extLst>
            </p:cNvPr>
            <p:cNvSpPr>
              <a:spLocks noChangeArrowheads="1"/>
            </p:cNvSpPr>
            <p:nvPr/>
          </p:nvSpPr>
          <p:spPr bwMode="auto">
            <a:xfrm>
              <a:off x="2307" y="346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7" name="Line 116">
              <a:extLst>
                <a:ext uri="{FF2B5EF4-FFF2-40B4-BE49-F238E27FC236}">
                  <a16:creationId xmlns:a16="http://schemas.microsoft.com/office/drawing/2014/main" id="{363B3883-65B7-4AB5-9A83-FC1D150F8184}"/>
                </a:ext>
              </a:extLst>
            </p:cNvPr>
            <p:cNvSpPr>
              <a:spLocks noChangeShapeType="1"/>
            </p:cNvSpPr>
            <p:nvPr/>
          </p:nvSpPr>
          <p:spPr bwMode="auto">
            <a:xfrm>
              <a:off x="2307" y="346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8" name="Line 117">
              <a:extLst>
                <a:ext uri="{FF2B5EF4-FFF2-40B4-BE49-F238E27FC236}">
                  <a16:creationId xmlns:a16="http://schemas.microsoft.com/office/drawing/2014/main" id="{66E2BFB8-FD85-4689-84C5-3EDB1C929605}"/>
                </a:ext>
              </a:extLst>
            </p:cNvPr>
            <p:cNvSpPr>
              <a:spLocks noChangeShapeType="1"/>
            </p:cNvSpPr>
            <p:nvPr/>
          </p:nvSpPr>
          <p:spPr bwMode="auto">
            <a:xfrm>
              <a:off x="2307" y="346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19" name="Rectangle 118">
              <a:extLst>
                <a:ext uri="{FF2B5EF4-FFF2-40B4-BE49-F238E27FC236}">
                  <a16:creationId xmlns:a16="http://schemas.microsoft.com/office/drawing/2014/main" id="{E568A48A-1281-4A2C-A129-9CBF8146F1F1}"/>
                </a:ext>
              </a:extLst>
            </p:cNvPr>
            <p:cNvSpPr>
              <a:spLocks noChangeArrowheads="1"/>
            </p:cNvSpPr>
            <p:nvPr/>
          </p:nvSpPr>
          <p:spPr bwMode="auto">
            <a:xfrm>
              <a:off x="2307" y="346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0" name="Line 119">
              <a:extLst>
                <a:ext uri="{FF2B5EF4-FFF2-40B4-BE49-F238E27FC236}">
                  <a16:creationId xmlns:a16="http://schemas.microsoft.com/office/drawing/2014/main" id="{BB73D319-4BE0-46D4-A29D-9597C031AE8C}"/>
                </a:ext>
              </a:extLst>
            </p:cNvPr>
            <p:cNvSpPr>
              <a:spLocks noChangeShapeType="1"/>
            </p:cNvSpPr>
            <p:nvPr/>
          </p:nvSpPr>
          <p:spPr bwMode="auto">
            <a:xfrm>
              <a:off x="2307" y="346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1" name="Line 120">
              <a:extLst>
                <a:ext uri="{FF2B5EF4-FFF2-40B4-BE49-F238E27FC236}">
                  <a16:creationId xmlns:a16="http://schemas.microsoft.com/office/drawing/2014/main" id="{2E8F171B-F24A-469B-BE95-CAF3EBCEC25A}"/>
                </a:ext>
              </a:extLst>
            </p:cNvPr>
            <p:cNvSpPr>
              <a:spLocks noChangeShapeType="1"/>
            </p:cNvSpPr>
            <p:nvPr/>
          </p:nvSpPr>
          <p:spPr bwMode="auto">
            <a:xfrm>
              <a:off x="2307" y="346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2" name="Rectangle 121">
              <a:extLst>
                <a:ext uri="{FF2B5EF4-FFF2-40B4-BE49-F238E27FC236}">
                  <a16:creationId xmlns:a16="http://schemas.microsoft.com/office/drawing/2014/main" id="{29B29EF6-9C7B-421D-800F-4B8CF0230E6B}"/>
                </a:ext>
              </a:extLst>
            </p:cNvPr>
            <p:cNvSpPr>
              <a:spLocks noChangeArrowheads="1"/>
            </p:cNvSpPr>
            <p:nvPr/>
          </p:nvSpPr>
          <p:spPr bwMode="auto">
            <a:xfrm>
              <a:off x="2316" y="3466"/>
              <a:ext cx="443"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3" name="Line 122">
              <a:extLst>
                <a:ext uri="{FF2B5EF4-FFF2-40B4-BE49-F238E27FC236}">
                  <a16:creationId xmlns:a16="http://schemas.microsoft.com/office/drawing/2014/main" id="{03B86C4F-3EE6-4814-9832-5109C1DD5E7D}"/>
                </a:ext>
              </a:extLst>
            </p:cNvPr>
            <p:cNvSpPr>
              <a:spLocks noChangeShapeType="1"/>
            </p:cNvSpPr>
            <p:nvPr/>
          </p:nvSpPr>
          <p:spPr bwMode="auto">
            <a:xfrm>
              <a:off x="2316" y="3466"/>
              <a:ext cx="44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4" name="Rectangle 123">
              <a:extLst>
                <a:ext uri="{FF2B5EF4-FFF2-40B4-BE49-F238E27FC236}">
                  <a16:creationId xmlns:a16="http://schemas.microsoft.com/office/drawing/2014/main" id="{7E96E933-486C-4D4D-BD7A-B07BBD03BFDC}"/>
                </a:ext>
              </a:extLst>
            </p:cNvPr>
            <p:cNvSpPr>
              <a:spLocks noChangeArrowheads="1"/>
            </p:cNvSpPr>
            <p:nvPr/>
          </p:nvSpPr>
          <p:spPr bwMode="auto">
            <a:xfrm>
              <a:off x="2759" y="3195"/>
              <a:ext cx="9" cy="27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5" name="Line 124">
              <a:extLst>
                <a:ext uri="{FF2B5EF4-FFF2-40B4-BE49-F238E27FC236}">
                  <a16:creationId xmlns:a16="http://schemas.microsoft.com/office/drawing/2014/main" id="{74FE50DB-D84C-427C-9648-13EE5E33DC3B}"/>
                </a:ext>
              </a:extLst>
            </p:cNvPr>
            <p:cNvSpPr>
              <a:spLocks noChangeShapeType="1"/>
            </p:cNvSpPr>
            <p:nvPr/>
          </p:nvSpPr>
          <p:spPr bwMode="auto">
            <a:xfrm>
              <a:off x="2759" y="3195"/>
              <a:ext cx="1" cy="2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6" name="Rectangle 125">
              <a:extLst>
                <a:ext uri="{FF2B5EF4-FFF2-40B4-BE49-F238E27FC236}">
                  <a16:creationId xmlns:a16="http://schemas.microsoft.com/office/drawing/2014/main" id="{EFC40F2D-D60B-4D63-8D76-56CC9B2ED907}"/>
                </a:ext>
              </a:extLst>
            </p:cNvPr>
            <p:cNvSpPr>
              <a:spLocks noChangeArrowheads="1"/>
            </p:cNvSpPr>
            <p:nvPr/>
          </p:nvSpPr>
          <p:spPr bwMode="auto">
            <a:xfrm>
              <a:off x="2759" y="346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7" name="Line 126">
              <a:extLst>
                <a:ext uri="{FF2B5EF4-FFF2-40B4-BE49-F238E27FC236}">
                  <a16:creationId xmlns:a16="http://schemas.microsoft.com/office/drawing/2014/main" id="{C27D8B52-8C2D-4DE4-96BE-F2941BE1682C}"/>
                </a:ext>
              </a:extLst>
            </p:cNvPr>
            <p:cNvSpPr>
              <a:spLocks noChangeShapeType="1"/>
            </p:cNvSpPr>
            <p:nvPr/>
          </p:nvSpPr>
          <p:spPr bwMode="auto">
            <a:xfrm>
              <a:off x="2759" y="346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8" name="Line 127">
              <a:extLst>
                <a:ext uri="{FF2B5EF4-FFF2-40B4-BE49-F238E27FC236}">
                  <a16:creationId xmlns:a16="http://schemas.microsoft.com/office/drawing/2014/main" id="{3ED0582A-35D5-4041-BB1B-B99DBC91B1AA}"/>
                </a:ext>
              </a:extLst>
            </p:cNvPr>
            <p:cNvSpPr>
              <a:spLocks noChangeShapeType="1"/>
            </p:cNvSpPr>
            <p:nvPr/>
          </p:nvSpPr>
          <p:spPr bwMode="auto">
            <a:xfrm>
              <a:off x="2759" y="346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29" name="Rectangle 128">
              <a:extLst>
                <a:ext uri="{FF2B5EF4-FFF2-40B4-BE49-F238E27FC236}">
                  <a16:creationId xmlns:a16="http://schemas.microsoft.com/office/drawing/2014/main" id="{DA3D5C1A-D39A-4BE0-A01E-90E0C3FBE067}"/>
                </a:ext>
              </a:extLst>
            </p:cNvPr>
            <p:cNvSpPr>
              <a:spLocks noChangeArrowheads="1"/>
            </p:cNvSpPr>
            <p:nvPr/>
          </p:nvSpPr>
          <p:spPr bwMode="auto">
            <a:xfrm>
              <a:off x="2759" y="346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30" name="Line 129">
              <a:extLst>
                <a:ext uri="{FF2B5EF4-FFF2-40B4-BE49-F238E27FC236}">
                  <a16:creationId xmlns:a16="http://schemas.microsoft.com/office/drawing/2014/main" id="{191A52D0-A889-41D1-8D10-04B38C351A21}"/>
                </a:ext>
              </a:extLst>
            </p:cNvPr>
            <p:cNvSpPr>
              <a:spLocks noChangeShapeType="1"/>
            </p:cNvSpPr>
            <p:nvPr/>
          </p:nvSpPr>
          <p:spPr bwMode="auto">
            <a:xfrm>
              <a:off x="2759" y="346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31" name="Line 130">
              <a:extLst>
                <a:ext uri="{FF2B5EF4-FFF2-40B4-BE49-F238E27FC236}">
                  <a16:creationId xmlns:a16="http://schemas.microsoft.com/office/drawing/2014/main" id="{D5EC2C1D-F017-4871-BB1B-1634F3831802}"/>
                </a:ext>
              </a:extLst>
            </p:cNvPr>
            <p:cNvSpPr>
              <a:spLocks noChangeShapeType="1"/>
            </p:cNvSpPr>
            <p:nvPr/>
          </p:nvSpPr>
          <p:spPr bwMode="auto">
            <a:xfrm>
              <a:off x="2759" y="346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32" name="Rectangle 131">
              <a:extLst>
                <a:ext uri="{FF2B5EF4-FFF2-40B4-BE49-F238E27FC236}">
                  <a16:creationId xmlns:a16="http://schemas.microsoft.com/office/drawing/2014/main" id="{80AE5881-6AA8-44EA-B736-97DAEAFC4B2F}"/>
                </a:ext>
              </a:extLst>
            </p:cNvPr>
            <p:cNvSpPr>
              <a:spLocks noChangeArrowheads="1"/>
            </p:cNvSpPr>
            <p:nvPr/>
          </p:nvSpPr>
          <p:spPr bwMode="auto">
            <a:xfrm>
              <a:off x="2086" y="3526"/>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b="0">
                  <a:solidFill>
                    <a:srgbClr val="00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grpSp>
          <p:nvGrpSpPr>
            <p:cNvPr id="533" name="Group 332">
              <a:extLst>
                <a:ext uri="{FF2B5EF4-FFF2-40B4-BE49-F238E27FC236}">
                  <a16:creationId xmlns:a16="http://schemas.microsoft.com/office/drawing/2014/main" id="{2417625E-7E99-4427-A0DE-129152405E9C}"/>
                </a:ext>
              </a:extLst>
            </p:cNvPr>
            <p:cNvGrpSpPr>
              <a:grpSpLocks/>
            </p:cNvGrpSpPr>
            <p:nvPr/>
          </p:nvGrpSpPr>
          <p:grpSpPr bwMode="auto">
            <a:xfrm>
              <a:off x="3743" y="1230"/>
              <a:ext cx="1474" cy="2356"/>
              <a:chOff x="3743" y="1230"/>
              <a:chExt cx="1474" cy="2356"/>
            </a:xfrm>
          </p:grpSpPr>
          <p:sp>
            <p:nvSpPr>
              <p:cNvPr id="607" name="Rectangle 132">
                <a:extLst>
                  <a:ext uri="{FF2B5EF4-FFF2-40B4-BE49-F238E27FC236}">
                    <a16:creationId xmlns:a16="http://schemas.microsoft.com/office/drawing/2014/main" id="{30875598-6875-4C42-BA89-94F08D0A4195}"/>
                  </a:ext>
                </a:extLst>
              </p:cNvPr>
              <p:cNvSpPr>
                <a:spLocks noChangeArrowheads="1"/>
              </p:cNvSpPr>
              <p:nvPr/>
            </p:nvSpPr>
            <p:spPr bwMode="auto">
              <a:xfrm>
                <a:off x="3743" y="1274"/>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b="0">
                    <a:solidFill>
                      <a:srgbClr val="00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08" name="Rectangle 133">
                <a:extLst>
                  <a:ext uri="{FF2B5EF4-FFF2-40B4-BE49-F238E27FC236}">
                    <a16:creationId xmlns:a16="http://schemas.microsoft.com/office/drawing/2014/main" id="{AA6C8530-5933-4B86-9547-07EB5CFC8617}"/>
                  </a:ext>
                </a:extLst>
              </p:cNvPr>
              <p:cNvSpPr>
                <a:spLocks noChangeArrowheads="1"/>
              </p:cNvSpPr>
              <p:nvPr/>
            </p:nvSpPr>
            <p:spPr bwMode="auto">
              <a:xfrm>
                <a:off x="3827" y="1235"/>
                <a:ext cx="7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zh-CN" altLang="en-US" dirty="0">
                    <a:solidFill>
                      <a:srgbClr val="FF0000"/>
                    </a:solidFill>
                    <a:latin typeface="仿宋_GB2312" pitchFamily="49" charset="-122"/>
                    <a:ea typeface="仿宋_GB2312" pitchFamily="49" charset="-122"/>
                  </a:rPr>
                  <a:t>二元组表</a:t>
                </a:r>
                <a:endParaRPr lang="zh-CN" altLang="en-US" sz="1800" dirty="0">
                  <a:solidFill>
                    <a:srgbClr val="000099"/>
                  </a:solidFill>
                  <a:latin typeface="Courier New" panose="02070309020205020404" pitchFamily="49" charset="0"/>
                  <a:ea typeface="宋体" panose="02010600030101010101" pitchFamily="2" charset="-122"/>
                </a:endParaRPr>
              </a:p>
            </p:txBody>
          </p:sp>
          <p:sp>
            <p:nvSpPr>
              <p:cNvPr id="609" name="Rectangle 134">
                <a:extLst>
                  <a:ext uri="{FF2B5EF4-FFF2-40B4-BE49-F238E27FC236}">
                    <a16:creationId xmlns:a16="http://schemas.microsoft.com/office/drawing/2014/main" id="{05FDC043-D3DA-4FA3-9DF1-D4DF14824952}"/>
                  </a:ext>
                </a:extLst>
              </p:cNvPr>
              <p:cNvSpPr>
                <a:spLocks noChangeArrowheads="1"/>
              </p:cNvSpPr>
              <p:nvPr/>
            </p:nvSpPr>
            <p:spPr bwMode="auto">
              <a:xfrm>
                <a:off x="4671" y="1230"/>
                <a:ext cx="36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dirty="0">
                    <a:solidFill>
                      <a:srgbClr val="FF0000"/>
                    </a:solidFill>
                    <a:ea typeface="宋体" panose="02010600030101010101" pitchFamily="2" charset="-122"/>
                  </a:rPr>
                  <a:t>data</a:t>
                </a:r>
                <a:endParaRPr lang="en-US" altLang="zh-CN" sz="1800" dirty="0">
                  <a:solidFill>
                    <a:srgbClr val="000099"/>
                  </a:solidFill>
                  <a:latin typeface="Courier New" panose="02070309020205020404" pitchFamily="49" charset="0"/>
                  <a:ea typeface="宋体" panose="02010600030101010101" pitchFamily="2" charset="-122"/>
                </a:endParaRPr>
              </a:p>
            </p:txBody>
          </p:sp>
          <p:sp>
            <p:nvSpPr>
              <p:cNvPr id="611" name="Rectangle 136">
                <a:extLst>
                  <a:ext uri="{FF2B5EF4-FFF2-40B4-BE49-F238E27FC236}">
                    <a16:creationId xmlns:a16="http://schemas.microsoft.com/office/drawing/2014/main" id="{EF78D0C0-B05A-4385-825B-DE6144544755}"/>
                  </a:ext>
                </a:extLst>
              </p:cNvPr>
              <p:cNvSpPr>
                <a:spLocks noChangeArrowheads="1"/>
              </p:cNvSpPr>
              <p:nvPr/>
            </p:nvSpPr>
            <p:spPr bwMode="auto">
              <a:xfrm>
                <a:off x="3845" y="1506"/>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b="0">
                    <a:solidFill>
                      <a:srgbClr val="00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2" name="Rectangle 137">
                <a:extLst>
                  <a:ext uri="{FF2B5EF4-FFF2-40B4-BE49-F238E27FC236}">
                    <a16:creationId xmlns:a16="http://schemas.microsoft.com/office/drawing/2014/main" id="{CC98C026-E016-437E-884D-33C299D59877}"/>
                  </a:ext>
                </a:extLst>
              </p:cNvPr>
              <p:cNvSpPr>
                <a:spLocks noChangeArrowheads="1"/>
              </p:cNvSpPr>
              <p:nvPr/>
            </p:nvSpPr>
            <p:spPr bwMode="auto">
              <a:xfrm>
                <a:off x="4130" y="1510"/>
                <a:ext cx="23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col</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3" name="Rectangle 138">
                <a:extLst>
                  <a:ext uri="{FF2B5EF4-FFF2-40B4-BE49-F238E27FC236}">
                    <a16:creationId xmlns:a16="http://schemas.microsoft.com/office/drawing/2014/main" id="{5A38C73C-0042-4A17-AF54-1B0154F0B109}"/>
                  </a:ext>
                </a:extLst>
              </p:cNvPr>
              <p:cNvSpPr>
                <a:spLocks noChangeArrowheads="1"/>
              </p:cNvSpPr>
              <p:nvPr/>
            </p:nvSpPr>
            <p:spPr bwMode="auto">
              <a:xfrm>
                <a:off x="4373" y="1510"/>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4" name="Rectangle 139">
                <a:extLst>
                  <a:ext uri="{FF2B5EF4-FFF2-40B4-BE49-F238E27FC236}">
                    <a16:creationId xmlns:a16="http://schemas.microsoft.com/office/drawing/2014/main" id="{2A82E750-D6F5-4104-A666-0D91064673EF}"/>
                  </a:ext>
                </a:extLst>
              </p:cNvPr>
              <p:cNvSpPr>
                <a:spLocks noChangeArrowheads="1"/>
              </p:cNvSpPr>
              <p:nvPr/>
            </p:nvSpPr>
            <p:spPr bwMode="auto">
              <a:xfrm>
                <a:off x="4647" y="1510"/>
                <a:ext cx="43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value</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5" name="Rectangle 140">
                <a:extLst>
                  <a:ext uri="{FF2B5EF4-FFF2-40B4-BE49-F238E27FC236}">
                    <a16:creationId xmlns:a16="http://schemas.microsoft.com/office/drawing/2014/main" id="{4755320D-0B2B-48DC-A4D0-16B53C6ECF29}"/>
                  </a:ext>
                </a:extLst>
              </p:cNvPr>
              <p:cNvSpPr>
                <a:spLocks noChangeArrowheads="1"/>
              </p:cNvSpPr>
              <p:nvPr/>
            </p:nvSpPr>
            <p:spPr bwMode="auto">
              <a:xfrm>
                <a:off x="5099" y="1510"/>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6" name="Rectangle 141">
                <a:extLst>
                  <a:ext uri="{FF2B5EF4-FFF2-40B4-BE49-F238E27FC236}">
                    <a16:creationId xmlns:a16="http://schemas.microsoft.com/office/drawing/2014/main" id="{E9C4B0B0-654A-448D-AD9D-D62790DCD429}"/>
                  </a:ext>
                </a:extLst>
              </p:cNvPr>
              <p:cNvSpPr>
                <a:spLocks noChangeArrowheads="1"/>
              </p:cNvSpPr>
              <p:nvPr/>
            </p:nvSpPr>
            <p:spPr bwMode="auto">
              <a:xfrm>
                <a:off x="3845" y="17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0</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7" name="Rectangle 142">
                <a:extLst>
                  <a:ext uri="{FF2B5EF4-FFF2-40B4-BE49-F238E27FC236}">
                    <a16:creationId xmlns:a16="http://schemas.microsoft.com/office/drawing/2014/main" id="{9C855750-C573-431D-B4F9-6416A069FE25}"/>
                  </a:ext>
                </a:extLst>
              </p:cNvPr>
              <p:cNvSpPr>
                <a:spLocks noChangeArrowheads="1"/>
              </p:cNvSpPr>
              <p:nvPr/>
            </p:nvSpPr>
            <p:spPr bwMode="auto">
              <a:xfrm>
                <a:off x="3930" y="1734"/>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8" name="Rectangle 143">
                <a:extLst>
                  <a:ext uri="{FF2B5EF4-FFF2-40B4-BE49-F238E27FC236}">
                    <a16:creationId xmlns:a16="http://schemas.microsoft.com/office/drawing/2014/main" id="{FA4D43E0-EB4E-42C6-AA05-47140C3BAA9D}"/>
                  </a:ext>
                </a:extLst>
              </p:cNvPr>
              <p:cNvSpPr>
                <a:spLocks noChangeArrowheads="1"/>
              </p:cNvSpPr>
              <p:nvPr/>
            </p:nvSpPr>
            <p:spPr bwMode="auto">
              <a:xfrm>
                <a:off x="4202" y="1736"/>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0</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19" name="Rectangle 144">
                <a:extLst>
                  <a:ext uri="{FF2B5EF4-FFF2-40B4-BE49-F238E27FC236}">
                    <a16:creationId xmlns:a16="http://schemas.microsoft.com/office/drawing/2014/main" id="{B330F123-5C39-4836-82ED-9DA81D584CF3}"/>
                  </a:ext>
                </a:extLst>
              </p:cNvPr>
              <p:cNvSpPr>
                <a:spLocks noChangeArrowheads="1"/>
              </p:cNvSpPr>
              <p:nvPr/>
            </p:nvSpPr>
            <p:spPr bwMode="auto">
              <a:xfrm>
                <a:off x="4301" y="1736"/>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20" name="Rectangle 145">
                <a:extLst>
                  <a:ext uri="{FF2B5EF4-FFF2-40B4-BE49-F238E27FC236}">
                    <a16:creationId xmlns:a16="http://schemas.microsoft.com/office/drawing/2014/main" id="{D6304B56-89AE-41FF-B9AE-0BCD67E810BF}"/>
                  </a:ext>
                </a:extLst>
              </p:cNvPr>
              <p:cNvSpPr>
                <a:spLocks noChangeArrowheads="1"/>
              </p:cNvSpPr>
              <p:nvPr/>
            </p:nvSpPr>
            <p:spPr bwMode="auto">
              <a:xfrm>
                <a:off x="4774" y="1736"/>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12</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21" name="Rectangle 146">
                <a:extLst>
                  <a:ext uri="{FF2B5EF4-FFF2-40B4-BE49-F238E27FC236}">
                    <a16:creationId xmlns:a16="http://schemas.microsoft.com/office/drawing/2014/main" id="{FE35545B-5B5C-4DE5-AF62-BBF262AA9EB3}"/>
                  </a:ext>
                </a:extLst>
              </p:cNvPr>
              <p:cNvSpPr>
                <a:spLocks noChangeArrowheads="1"/>
              </p:cNvSpPr>
              <p:nvPr/>
            </p:nvSpPr>
            <p:spPr bwMode="auto">
              <a:xfrm>
                <a:off x="4972" y="1736"/>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22" name="Rectangle 147">
                <a:extLst>
                  <a:ext uri="{FF2B5EF4-FFF2-40B4-BE49-F238E27FC236}">
                    <a16:creationId xmlns:a16="http://schemas.microsoft.com/office/drawing/2014/main" id="{EB3E072E-B2A7-44B9-8563-61B87A0464EE}"/>
                  </a:ext>
                </a:extLst>
              </p:cNvPr>
              <p:cNvSpPr>
                <a:spLocks noChangeArrowheads="1"/>
              </p:cNvSpPr>
              <p:nvPr/>
            </p:nvSpPr>
            <p:spPr bwMode="auto">
              <a:xfrm>
                <a:off x="3962" y="1724"/>
                <a:ext cx="3"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23" name="Line 148">
                <a:extLst>
                  <a:ext uri="{FF2B5EF4-FFF2-40B4-BE49-F238E27FC236}">
                    <a16:creationId xmlns:a16="http://schemas.microsoft.com/office/drawing/2014/main" id="{D0C10BDC-BCAE-4883-B749-48210442CF27}"/>
                  </a:ext>
                </a:extLst>
              </p:cNvPr>
              <p:cNvSpPr>
                <a:spLocks noChangeShapeType="1"/>
              </p:cNvSpPr>
              <p:nvPr/>
            </p:nvSpPr>
            <p:spPr bwMode="auto">
              <a:xfrm>
                <a:off x="3962" y="1724"/>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24" name="Rectangle 149">
                <a:extLst>
                  <a:ext uri="{FF2B5EF4-FFF2-40B4-BE49-F238E27FC236}">
                    <a16:creationId xmlns:a16="http://schemas.microsoft.com/office/drawing/2014/main" id="{0B9F6C84-6D24-4AAC-8AEB-6B40B1266CFC}"/>
                  </a:ext>
                </a:extLst>
              </p:cNvPr>
              <p:cNvSpPr>
                <a:spLocks noChangeArrowheads="1"/>
              </p:cNvSpPr>
              <p:nvPr/>
            </p:nvSpPr>
            <p:spPr bwMode="auto">
              <a:xfrm>
                <a:off x="3965" y="172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25" name="Line 150">
                <a:extLst>
                  <a:ext uri="{FF2B5EF4-FFF2-40B4-BE49-F238E27FC236}">
                    <a16:creationId xmlns:a16="http://schemas.microsoft.com/office/drawing/2014/main" id="{6B2F53B8-8E98-4155-AD73-4DB780C5CBA5}"/>
                  </a:ext>
                </a:extLst>
              </p:cNvPr>
              <p:cNvSpPr>
                <a:spLocks noChangeShapeType="1"/>
              </p:cNvSpPr>
              <p:nvPr/>
            </p:nvSpPr>
            <p:spPr bwMode="auto">
              <a:xfrm>
                <a:off x="3965" y="172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26" name="Line 151">
                <a:extLst>
                  <a:ext uri="{FF2B5EF4-FFF2-40B4-BE49-F238E27FC236}">
                    <a16:creationId xmlns:a16="http://schemas.microsoft.com/office/drawing/2014/main" id="{A7CCA1C0-A994-4E41-A546-61E5B3B0EDE3}"/>
                  </a:ext>
                </a:extLst>
              </p:cNvPr>
              <p:cNvSpPr>
                <a:spLocks noChangeShapeType="1"/>
              </p:cNvSpPr>
              <p:nvPr/>
            </p:nvSpPr>
            <p:spPr bwMode="auto">
              <a:xfrm>
                <a:off x="3965" y="1724"/>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27" name="Rectangle 152">
                <a:extLst>
                  <a:ext uri="{FF2B5EF4-FFF2-40B4-BE49-F238E27FC236}">
                    <a16:creationId xmlns:a16="http://schemas.microsoft.com/office/drawing/2014/main" id="{E95C7446-4666-45C5-A1D1-1F58A1E8A217}"/>
                  </a:ext>
                </a:extLst>
              </p:cNvPr>
              <p:cNvSpPr>
                <a:spLocks noChangeArrowheads="1"/>
              </p:cNvSpPr>
              <p:nvPr/>
            </p:nvSpPr>
            <p:spPr bwMode="auto">
              <a:xfrm>
                <a:off x="3974" y="1724"/>
                <a:ext cx="553"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28" name="Line 153">
                <a:extLst>
                  <a:ext uri="{FF2B5EF4-FFF2-40B4-BE49-F238E27FC236}">
                    <a16:creationId xmlns:a16="http://schemas.microsoft.com/office/drawing/2014/main" id="{0212BDA8-838F-4B97-ACC9-2C0CBB1D7DF2}"/>
                  </a:ext>
                </a:extLst>
              </p:cNvPr>
              <p:cNvSpPr>
                <a:spLocks noChangeShapeType="1"/>
              </p:cNvSpPr>
              <p:nvPr/>
            </p:nvSpPr>
            <p:spPr bwMode="auto">
              <a:xfrm>
                <a:off x="3974" y="1724"/>
                <a:ext cx="55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29" name="Rectangle 154">
                <a:extLst>
                  <a:ext uri="{FF2B5EF4-FFF2-40B4-BE49-F238E27FC236}">
                    <a16:creationId xmlns:a16="http://schemas.microsoft.com/office/drawing/2014/main" id="{31B2E05F-BC20-438C-8D26-15F98E293501}"/>
                  </a:ext>
                </a:extLst>
              </p:cNvPr>
              <p:cNvSpPr>
                <a:spLocks noChangeArrowheads="1"/>
              </p:cNvSpPr>
              <p:nvPr/>
            </p:nvSpPr>
            <p:spPr bwMode="auto">
              <a:xfrm>
                <a:off x="4527" y="172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0" name="Line 155">
                <a:extLst>
                  <a:ext uri="{FF2B5EF4-FFF2-40B4-BE49-F238E27FC236}">
                    <a16:creationId xmlns:a16="http://schemas.microsoft.com/office/drawing/2014/main" id="{B2E33FD3-6985-43F7-8494-F030ADE35465}"/>
                  </a:ext>
                </a:extLst>
              </p:cNvPr>
              <p:cNvSpPr>
                <a:spLocks noChangeShapeType="1"/>
              </p:cNvSpPr>
              <p:nvPr/>
            </p:nvSpPr>
            <p:spPr bwMode="auto">
              <a:xfrm>
                <a:off x="4527" y="172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1" name="Line 156">
                <a:extLst>
                  <a:ext uri="{FF2B5EF4-FFF2-40B4-BE49-F238E27FC236}">
                    <a16:creationId xmlns:a16="http://schemas.microsoft.com/office/drawing/2014/main" id="{5B63ADC7-5FA8-4B66-B087-A4B1AC35E989}"/>
                  </a:ext>
                </a:extLst>
              </p:cNvPr>
              <p:cNvSpPr>
                <a:spLocks noChangeShapeType="1"/>
              </p:cNvSpPr>
              <p:nvPr/>
            </p:nvSpPr>
            <p:spPr bwMode="auto">
              <a:xfrm>
                <a:off x="4527" y="1724"/>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2" name="Rectangle 157">
                <a:extLst>
                  <a:ext uri="{FF2B5EF4-FFF2-40B4-BE49-F238E27FC236}">
                    <a16:creationId xmlns:a16="http://schemas.microsoft.com/office/drawing/2014/main" id="{2EDF1A41-0A9D-4A10-A327-5482A20259FE}"/>
                  </a:ext>
                </a:extLst>
              </p:cNvPr>
              <p:cNvSpPr>
                <a:spLocks noChangeArrowheads="1"/>
              </p:cNvSpPr>
              <p:nvPr/>
            </p:nvSpPr>
            <p:spPr bwMode="auto">
              <a:xfrm>
                <a:off x="4530" y="172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3" name="Line 158">
                <a:extLst>
                  <a:ext uri="{FF2B5EF4-FFF2-40B4-BE49-F238E27FC236}">
                    <a16:creationId xmlns:a16="http://schemas.microsoft.com/office/drawing/2014/main" id="{BE74B2DC-ADFF-4EA7-B7C0-C64B5CD76C5A}"/>
                  </a:ext>
                </a:extLst>
              </p:cNvPr>
              <p:cNvSpPr>
                <a:spLocks noChangeShapeType="1"/>
              </p:cNvSpPr>
              <p:nvPr/>
            </p:nvSpPr>
            <p:spPr bwMode="auto">
              <a:xfrm>
                <a:off x="4530" y="172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4" name="Line 159">
                <a:extLst>
                  <a:ext uri="{FF2B5EF4-FFF2-40B4-BE49-F238E27FC236}">
                    <a16:creationId xmlns:a16="http://schemas.microsoft.com/office/drawing/2014/main" id="{603EEC93-0948-494E-B629-EC0C215BF91B}"/>
                  </a:ext>
                </a:extLst>
              </p:cNvPr>
              <p:cNvSpPr>
                <a:spLocks noChangeShapeType="1"/>
              </p:cNvSpPr>
              <p:nvPr/>
            </p:nvSpPr>
            <p:spPr bwMode="auto">
              <a:xfrm>
                <a:off x="4530" y="1724"/>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5" name="Rectangle 160">
                <a:extLst>
                  <a:ext uri="{FF2B5EF4-FFF2-40B4-BE49-F238E27FC236}">
                    <a16:creationId xmlns:a16="http://schemas.microsoft.com/office/drawing/2014/main" id="{14C75F88-3C8C-4CE3-B1B0-ADEABE0AE1B4}"/>
                  </a:ext>
                </a:extLst>
              </p:cNvPr>
              <p:cNvSpPr>
                <a:spLocks noChangeArrowheads="1"/>
              </p:cNvSpPr>
              <p:nvPr/>
            </p:nvSpPr>
            <p:spPr bwMode="auto">
              <a:xfrm>
                <a:off x="4539" y="1724"/>
                <a:ext cx="66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6" name="Line 161">
                <a:extLst>
                  <a:ext uri="{FF2B5EF4-FFF2-40B4-BE49-F238E27FC236}">
                    <a16:creationId xmlns:a16="http://schemas.microsoft.com/office/drawing/2014/main" id="{CB785E97-DAD2-472D-805C-7E487933BF6A}"/>
                  </a:ext>
                </a:extLst>
              </p:cNvPr>
              <p:cNvSpPr>
                <a:spLocks noChangeShapeType="1"/>
              </p:cNvSpPr>
              <p:nvPr/>
            </p:nvSpPr>
            <p:spPr bwMode="auto">
              <a:xfrm>
                <a:off x="4539" y="1724"/>
                <a:ext cx="66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7" name="Rectangle 162">
                <a:extLst>
                  <a:ext uri="{FF2B5EF4-FFF2-40B4-BE49-F238E27FC236}">
                    <a16:creationId xmlns:a16="http://schemas.microsoft.com/office/drawing/2014/main" id="{5052DBF2-AF04-4AB3-9F15-D3DBF90C63A5}"/>
                  </a:ext>
                </a:extLst>
              </p:cNvPr>
              <p:cNvSpPr>
                <a:spLocks noChangeArrowheads="1"/>
              </p:cNvSpPr>
              <p:nvPr/>
            </p:nvSpPr>
            <p:spPr bwMode="auto">
              <a:xfrm>
                <a:off x="5205" y="1724"/>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8" name="Line 163">
                <a:extLst>
                  <a:ext uri="{FF2B5EF4-FFF2-40B4-BE49-F238E27FC236}">
                    <a16:creationId xmlns:a16="http://schemas.microsoft.com/office/drawing/2014/main" id="{1488D6D9-93E7-4298-8D6F-782181E9C200}"/>
                  </a:ext>
                </a:extLst>
              </p:cNvPr>
              <p:cNvSpPr>
                <a:spLocks noChangeShapeType="1"/>
              </p:cNvSpPr>
              <p:nvPr/>
            </p:nvSpPr>
            <p:spPr bwMode="auto">
              <a:xfrm>
                <a:off x="5205" y="1724"/>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39" name="Line 164">
                <a:extLst>
                  <a:ext uri="{FF2B5EF4-FFF2-40B4-BE49-F238E27FC236}">
                    <a16:creationId xmlns:a16="http://schemas.microsoft.com/office/drawing/2014/main" id="{90F3D0A6-5332-46BC-B6CF-22B4F3A7E857}"/>
                  </a:ext>
                </a:extLst>
              </p:cNvPr>
              <p:cNvSpPr>
                <a:spLocks noChangeShapeType="1"/>
              </p:cNvSpPr>
              <p:nvPr/>
            </p:nvSpPr>
            <p:spPr bwMode="auto">
              <a:xfrm>
                <a:off x="5205" y="1724"/>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0" name="Rectangle 165">
                <a:extLst>
                  <a:ext uri="{FF2B5EF4-FFF2-40B4-BE49-F238E27FC236}">
                    <a16:creationId xmlns:a16="http://schemas.microsoft.com/office/drawing/2014/main" id="{2A49F8AF-9C56-439A-A090-17508AAD2752}"/>
                  </a:ext>
                </a:extLst>
              </p:cNvPr>
              <p:cNvSpPr>
                <a:spLocks noChangeArrowheads="1"/>
              </p:cNvSpPr>
              <p:nvPr/>
            </p:nvSpPr>
            <p:spPr bwMode="auto">
              <a:xfrm>
                <a:off x="5207" y="172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1" name="Line 166">
                <a:extLst>
                  <a:ext uri="{FF2B5EF4-FFF2-40B4-BE49-F238E27FC236}">
                    <a16:creationId xmlns:a16="http://schemas.microsoft.com/office/drawing/2014/main" id="{E7B96C0A-33BF-4D90-9A8B-BA771AEBF0E0}"/>
                  </a:ext>
                </a:extLst>
              </p:cNvPr>
              <p:cNvSpPr>
                <a:spLocks noChangeShapeType="1"/>
              </p:cNvSpPr>
              <p:nvPr/>
            </p:nvSpPr>
            <p:spPr bwMode="auto">
              <a:xfrm>
                <a:off x="5207" y="172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2" name="Line 167">
                <a:extLst>
                  <a:ext uri="{FF2B5EF4-FFF2-40B4-BE49-F238E27FC236}">
                    <a16:creationId xmlns:a16="http://schemas.microsoft.com/office/drawing/2014/main" id="{03AD45FA-F7F0-4CD0-BAA4-4DEE54FEF8D4}"/>
                  </a:ext>
                </a:extLst>
              </p:cNvPr>
              <p:cNvSpPr>
                <a:spLocks noChangeShapeType="1"/>
              </p:cNvSpPr>
              <p:nvPr/>
            </p:nvSpPr>
            <p:spPr bwMode="auto">
              <a:xfrm>
                <a:off x="5207" y="1724"/>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3" name="Rectangle 168">
                <a:extLst>
                  <a:ext uri="{FF2B5EF4-FFF2-40B4-BE49-F238E27FC236}">
                    <a16:creationId xmlns:a16="http://schemas.microsoft.com/office/drawing/2014/main" id="{55D8617D-6CF4-4E4C-B668-C2415D6DBB18}"/>
                  </a:ext>
                </a:extLst>
              </p:cNvPr>
              <p:cNvSpPr>
                <a:spLocks noChangeArrowheads="1"/>
              </p:cNvSpPr>
              <p:nvPr/>
            </p:nvSpPr>
            <p:spPr bwMode="auto">
              <a:xfrm>
                <a:off x="5207" y="1724"/>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4" name="Line 169">
                <a:extLst>
                  <a:ext uri="{FF2B5EF4-FFF2-40B4-BE49-F238E27FC236}">
                    <a16:creationId xmlns:a16="http://schemas.microsoft.com/office/drawing/2014/main" id="{9178424C-0C53-4E7A-85AA-8EA793482798}"/>
                  </a:ext>
                </a:extLst>
              </p:cNvPr>
              <p:cNvSpPr>
                <a:spLocks noChangeShapeType="1"/>
              </p:cNvSpPr>
              <p:nvPr/>
            </p:nvSpPr>
            <p:spPr bwMode="auto">
              <a:xfrm>
                <a:off x="5207" y="1724"/>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5" name="Line 170">
                <a:extLst>
                  <a:ext uri="{FF2B5EF4-FFF2-40B4-BE49-F238E27FC236}">
                    <a16:creationId xmlns:a16="http://schemas.microsoft.com/office/drawing/2014/main" id="{C7276ACA-AEF5-43A3-9250-E33EC3468BEA}"/>
                  </a:ext>
                </a:extLst>
              </p:cNvPr>
              <p:cNvSpPr>
                <a:spLocks noChangeShapeType="1"/>
              </p:cNvSpPr>
              <p:nvPr/>
            </p:nvSpPr>
            <p:spPr bwMode="auto">
              <a:xfrm>
                <a:off x="5207" y="1724"/>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6" name="Rectangle 171">
                <a:extLst>
                  <a:ext uri="{FF2B5EF4-FFF2-40B4-BE49-F238E27FC236}">
                    <a16:creationId xmlns:a16="http://schemas.microsoft.com/office/drawing/2014/main" id="{7ECA67B5-B4B4-45C2-AB66-C89E95764C9F}"/>
                  </a:ext>
                </a:extLst>
              </p:cNvPr>
              <p:cNvSpPr>
                <a:spLocks noChangeArrowheads="1"/>
              </p:cNvSpPr>
              <p:nvPr/>
            </p:nvSpPr>
            <p:spPr bwMode="auto">
              <a:xfrm>
                <a:off x="3965" y="1733"/>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7" name="Line 172">
                <a:extLst>
                  <a:ext uri="{FF2B5EF4-FFF2-40B4-BE49-F238E27FC236}">
                    <a16:creationId xmlns:a16="http://schemas.microsoft.com/office/drawing/2014/main" id="{6DA675C3-6D4F-4923-8EFC-55E098F15361}"/>
                  </a:ext>
                </a:extLst>
              </p:cNvPr>
              <p:cNvSpPr>
                <a:spLocks noChangeShapeType="1"/>
              </p:cNvSpPr>
              <p:nvPr/>
            </p:nvSpPr>
            <p:spPr bwMode="auto">
              <a:xfrm>
                <a:off x="3965" y="1733"/>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8" name="Rectangle 173">
                <a:extLst>
                  <a:ext uri="{FF2B5EF4-FFF2-40B4-BE49-F238E27FC236}">
                    <a16:creationId xmlns:a16="http://schemas.microsoft.com/office/drawing/2014/main" id="{995C4FF6-CCB0-4654-A4EE-0C7BEC8CADEB}"/>
                  </a:ext>
                </a:extLst>
              </p:cNvPr>
              <p:cNvSpPr>
                <a:spLocks noChangeArrowheads="1"/>
              </p:cNvSpPr>
              <p:nvPr/>
            </p:nvSpPr>
            <p:spPr bwMode="auto">
              <a:xfrm>
                <a:off x="4530" y="1733"/>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49" name="Line 174">
                <a:extLst>
                  <a:ext uri="{FF2B5EF4-FFF2-40B4-BE49-F238E27FC236}">
                    <a16:creationId xmlns:a16="http://schemas.microsoft.com/office/drawing/2014/main" id="{2509FEC5-3D7B-4BA3-B92B-C309A2ACEBED}"/>
                  </a:ext>
                </a:extLst>
              </p:cNvPr>
              <p:cNvSpPr>
                <a:spLocks noChangeShapeType="1"/>
              </p:cNvSpPr>
              <p:nvPr/>
            </p:nvSpPr>
            <p:spPr bwMode="auto">
              <a:xfrm>
                <a:off x="4530" y="1733"/>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50" name="Rectangle 175">
                <a:extLst>
                  <a:ext uri="{FF2B5EF4-FFF2-40B4-BE49-F238E27FC236}">
                    <a16:creationId xmlns:a16="http://schemas.microsoft.com/office/drawing/2014/main" id="{C0F85DB1-08E9-4156-9AFC-EA93DD1305B4}"/>
                  </a:ext>
                </a:extLst>
              </p:cNvPr>
              <p:cNvSpPr>
                <a:spLocks noChangeArrowheads="1"/>
              </p:cNvSpPr>
              <p:nvPr/>
            </p:nvSpPr>
            <p:spPr bwMode="auto">
              <a:xfrm>
                <a:off x="5207" y="1733"/>
                <a:ext cx="10"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51" name="Line 176">
                <a:extLst>
                  <a:ext uri="{FF2B5EF4-FFF2-40B4-BE49-F238E27FC236}">
                    <a16:creationId xmlns:a16="http://schemas.microsoft.com/office/drawing/2014/main" id="{D167732E-6A44-4220-B2AC-CF4E1C2BA5A5}"/>
                  </a:ext>
                </a:extLst>
              </p:cNvPr>
              <p:cNvSpPr>
                <a:spLocks noChangeShapeType="1"/>
              </p:cNvSpPr>
              <p:nvPr/>
            </p:nvSpPr>
            <p:spPr bwMode="auto">
              <a:xfrm>
                <a:off x="5207" y="1733"/>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52" name="Rectangle 177">
                <a:extLst>
                  <a:ext uri="{FF2B5EF4-FFF2-40B4-BE49-F238E27FC236}">
                    <a16:creationId xmlns:a16="http://schemas.microsoft.com/office/drawing/2014/main" id="{A2CC817E-105F-4E33-894D-C16E625C95C3}"/>
                  </a:ext>
                </a:extLst>
              </p:cNvPr>
              <p:cNvSpPr>
                <a:spLocks noChangeArrowheads="1"/>
              </p:cNvSpPr>
              <p:nvPr/>
            </p:nvSpPr>
            <p:spPr bwMode="auto">
              <a:xfrm>
                <a:off x="3845" y="196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1</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53" name="Rectangle 178">
                <a:extLst>
                  <a:ext uri="{FF2B5EF4-FFF2-40B4-BE49-F238E27FC236}">
                    <a16:creationId xmlns:a16="http://schemas.microsoft.com/office/drawing/2014/main" id="{E0CA66F8-0AE7-4435-9A4D-0A134112CB19}"/>
                  </a:ext>
                </a:extLst>
              </p:cNvPr>
              <p:cNvSpPr>
                <a:spLocks noChangeArrowheads="1"/>
              </p:cNvSpPr>
              <p:nvPr/>
            </p:nvSpPr>
            <p:spPr bwMode="auto">
              <a:xfrm>
                <a:off x="3930" y="1961"/>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54" name="Rectangle 179">
                <a:extLst>
                  <a:ext uri="{FF2B5EF4-FFF2-40B4-BE49-F238E27FC236}">
                    <a16:creationId xmlns:a16="http://schemas.microsoft.com/office/drawing/2014/main" id="{5FFF245B-230A-4D81-B1E8-501D276E09AE}"/>
                  </a:ext>
                </a:extLst>
              </p:cNvPr>
              <p:cNvSpPr>
                <a:spLocks noChangeArrowheads="1"/>
              </p:cNvSpPr>
              <p:nvPr/>
            </p:nvSpPr>
            <p:spPr bwMode="auto">
              <a:xfrm>
                <a:off x="4202" y="1963"/>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2</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55" name="Rectangle 180">
                <a:extLst>
                  <a:ext uri="{FF2B5EF4-FFF2-40B4-BE49-F238E27FC236}">
                    <a16:creationId xmlns:a16="http://schemas.microsoft.com/office/drawing/2014/main" id="{BDA49831-3267-4CA7-8481-EE0E394B13FA}"/>
                  </a:ext>
                </a:extLst>
              </p:cNvPr>
              <p:cNvSpPr>
                <a:spLocks noChangeArrowheads="1"/>
              </p:cNvSpPr>
              <p:nvPr/>
            </p:nvSpPr>
            <p:spPr bwMode="auto">
              <a:xfrm>
                <a:off x="4301" y="1963"/>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56" name="Rectangle 181">
                <a:extLst>
                  <a:ext uri="{FF2B5EF4-FFF2-40B4-BE49-F238E27FC236}">
                    <a16:creationId xmlns:a16="http://schemas.microsoft.com/office/drawing/2014/main" id="{417E92E9-52D9-4A30-ABCA-8F4ED310720C}"/>
                  </a:ext>
                </a:extLst>
              </p:cNvPr>
              <p:cNvSpPr>
                <a:spLocks noChangeArrowheads="1"/>
              </p:cNvSpPr>
              <p:nvPr/>
            </p:nvSpPr>
            <p:spPr bwMode="auto">
              <a:xfrm>
                <a:off x="4779" y="1963"/>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11</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57" name="Rectangle 182">
                <a:extLst>
                  <a:ext uri="{FF2B5EF4-FFF2-40B4-BE49-F238E27FC236}">
                    <a16:creationId xmlns:a16="http://schemas.microsoft.com/office/drawing/2014/main" id="{5A27C0AE-B11A-4580-A992-836F6B67274A}"/>
                  </a:ext>
                </a:extLst>
              </p:cNvPr>
              <p:cNvSpPr>
                <a:spLocks noChangeArrowheads="1"/>
              </p:cNvSpPr>
              <p:nvPr/>
            </p:nvSpPr>
            <p:spPr bwMode="auto">
              <a:xfrm>
                <a:off x="4967" y="1963"/>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58" name="Rectangle 183">
                <a:extLst>
                  <a:ext uri="{FF2B5EF4-FFF2-40B4-BE49-F238E27FC236}">
                    <a16:creationId xmlns:a16="http://schemas.microsoft.com/office/drawing/2014/main" id="{C607F506-45E3-4B6A-8277-D79FC036C0D9}"/>
                  </a:ext>
                </a:extLst>
              </p:cNvPr>
              <p:cNvSpPr>
                <a:spLocks noChangeArrowheads="1"/>
              </p:cNvSpPr>
              <p:nvPr/>
            </p:nvSpPr>
            <p:spPr bwMode="auto">
              <a:xfrm>
                <a:off x="3965" y="1951"/>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59" name="Line 184">
                <a:extLst>
                  <a:ext uri="{FF2B5EF4-FFF2-40B4-BE49-F238E27FC236}">
                    <a16:creationId xmlns:a16="http://schemas.microsoft.com/office/drawing/2014/main" id="{0A1057F2-164E-4B1E-85F4-B95662D44186}"/>
                  </a:ext>
                </a:extLst>
              </p:cNvPr>
              <p:cNvSpPr>
                <a:spLocks noChangeShapeType="1"/>
              </p:cNvSpPr>
              <p:nvPr/>
            </p:nvSpPr>
            <p:spPr bwMode="auto">
              <a:xfrm>
                <a:off x="3965" y="1951"/>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0" name="Line 185">
                <a:extLst>
                  <a:ext uri="{FF2B5EF4-FFF2-40B4-BE49-F238E27FC236}">
                    <a16:creationId xmlns:a16="http://schemas.microsoft.com/office/drawing/2014/main" id="{314228E0-1539-4E0B-9C0F-23078E5E6966}"/>
                  </a:ext>
                </a:extLst>
              </p:cNvPr>
              <p:cNvSpPr>
                <a:spLocks noChangeShapeType="1"/>
              </p:cNvSpPr>
              <p:nvPr/>
            </p:nvSpPr>
            <p:spPr bwMode="auto">
              <a:xfrm>
                <a:off x="3965" y="195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1" name="Rectangle 186">
                <a:extLst>
                  <a:ext uri="{FF2B5EF4-FFF2-40B4-BE49-F238E27FC236}">
                    <a16:creationId xmlns:a16="http://schemas.microsoft.com/office/drawing/2014/main" id="{7F05DAF9-9F9F-45D3-83A7-3B49CF625A91}"/>
                  </a:ext>
                </a:extLst>
              </p:cNvPr>
              <p:cNvSpPr>
                <a:spLocks noChangeArrowheads="1"/>
              </p:cNvSpPr>
              <p:nvPr/>
            </p:nvSpPr>
            <p:spPr bwMode="auto">
              <a:xfrm>
                <a:off x="3974" y="1951"/>
                <a:ext cx="55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2" name="Line 187">
                <a:extLst>
                  <a:ext uri="{FF2B5EF4-FFF2-40B4-BE49-F238E27FC236}">
                    <a16:creationId xmlns:a16="http://schemas.microsoft.com/office/drawing/2014/main" id="{3857D660-BFDC-4EC4-ACDE-1D49A2212366}"/>
                  </a:ext>
                </a:extLst>
              </p:cNvPr>
              <p:cNvSpPr>
                <a:spLocks noChangeShapeType="1"/>
              </p:cNvSpPr>
              <p:nvPr/>
            </p:nvSpPr>
            <p:spPr bwMode="auto">
              <a:xfrm>
                <a:off x="3974" y="1951"/>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3" name="Rectangle 188">
                <a:extLst>
                  <a:ext uri="{FF2B5EF4-FFF2-40B4-BE49-F238E27FC236}">
                    <a16:creationId xmlns:a16="http://schemas.microsoft.com/office/drawing/2014/main" id="{64B93A76-68DE-41D3-BBE9-F9C095EBCA32}"/>
                  </a:ext>
                </a:extLst>
              </p:cNvPr>
              <p:cNvSpPr>
                <a:spLocks noChangeArrowheads="1"/>
              </p:cNvSpPr>
              <p:nvPr/>
            </p:nvSpPr>
            <p:spPr bwMode="auto">
              <a:xfrm>
                <a:off x="4530" y="1951"/>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4" name="Line 189">
                <a:extLst>
                  <a:ext uri="{FF2B5EF4-FFF2-40B4-BE49-F238E27FC236}">
                    <a16:creationId xmlns:a16="http://schemas.microsoft.com/office/drawing/2014/main" id="{4F4F73FB-0835-4DC3-8F1A-E550EF47C3E8}"/>
                  </a:ext>
                </a:extLst>
              </p:cNvPr>
              <p:cNvSpPr>
                <a:spLocks noChangeShapeType="1"/>
              </p:cNvSpPr>
              <p:nvPr/>
            </p:nvSpPr>
            <p:spPr bwMode="auto">
              <a:xfrm>
                <a:off x="4530" y="1951"/>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5" name="Line 190">
                <a:extLst>
                  <a:ext uri="{FF2B5EF4-FFF2-40B4-BE49-F238E27FC236}">
                    <a16:creationId xmlns:a16="http://schemas.microsoft.com/office/drawing/2014/main" id="{20CD70BF-BB1C-4776-94C2-569F2AC43CA4}"/>
                  </a:ext>
                </a:extLst>
              </p:cNvPr>
              <p:cNvSpPr>
                <a:spLocks noChangeShapeType="1"/>
              </p:cNvSpPr>
              <p:nvPr/>
            </p:nvSpPr>
            <p:spPr bwMode="auto">
              <a:xfrm>
                <a:off x="4530" y="195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6" name="Rectangle 191">
                <a:extLst>
                  <a:ext uri="{FF2B5EF4-FFF2-40B4-BE49-F238E27FC236}">
                    <a16:creationId xmlns:a16="http://schemas.microsoft.com/office/drawing/2014/main" id="{B907414A-27F1-4F55-95FD-58BD38477984}"/>
                  </a:ext>
                </a:extLst>
              </p:cNvPr>
              <p:cNvSpPr>
                <a:spLocks noChangeArrowheads="1"/>
              </p:cNvSpPr>
              <p:nvPr/>
            </p:nvSpPr>
            <p:spPr bwMode="auto">
              <a:xfrm>
                <a:off x="4539" y="1951"/>
                <a:ext cx="66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7" name="Line 192">
                <a:extLst>
                  <a:ext uri="{FF2B5EF4-FFF2-40B4-BE49-F238E27FC236}">
                    <a16:creationId xmlns:a16="http://schemas.microsoft.com/office/drawing/2014/main" id="{4590EB62-B727-4D0E-9C79-AD4F5C991DE6}"/>
                  </a:ext>
                </a:extLst>
              </p:cNvPr>
              <p:cNvSpPr>
                <a:spLocks noChangeShapeType="1"/>
              </p:cNvSpPr>
              <p:nvPr/>
            </p:nvSpPr>
            <p:spPr bwMode="auto">
              <a:xfrm>
                <a:off x="4539" y="1951"/>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8" name="Rectangle 193">
                <a:extLst>
                  <a:ext uri="{FF2B5EF4-FFF2-40B4-BE49-F238E27FC236}">
                    <a16:creationId xmlns:a16="http://schemas.microsoft.com/office/drawing/2014/main" id="{E0827DDE-7BC9-4973-A82A-1EBFCC2921F6}"/>
                  </a:ext>
                </a:extLst>
              </p:cNvPr>
              <p:cNvSpPr>
                <a:spLocks noChangeArrowheads="1"/>
              </p:cNvSpPr>
              <p:nvPr/>
            </p:nvSpPr>
            <p:spPr bwMode="auto">
              <a:xfrm>
                <a:off x="5207" y="1951"/>
                <a:ext cx="1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69" name="Line 194">
                <a:extLst>
                  <a:ext uri="{FF2B5EF4-FFF2-40B4-BE49-F238E27FC236}">
                    <a16:creationId xmlns:a16="http://schemas.microsoft.com/office/drawing/2014/main" id="{5088BD96-C1AD-405F-B780-852FFD4D237A}"/>
                  </a:ext>
                </a:extLst>
              </p:cNvPr>
              <p:cNvSpPr>
                <a:spLocks noChangeShapeType="1"/>
              </p:cNvSpPr>
              <p:nvPr/>
            </p:nvSpPr>
            <p:spPr bwMode="auto">
              <a:xfrm>
                <a:off x="5207" y="1951"/>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0" name="Line 195">
                <a:extLst>
                  <a:ext uri="{FF2B5EF4-FFF2-40B4-BE49-F238E27FC236}">
                    <a16:creationId xmlns:a16="http://schemas.microsoft.com/office/drawing/2014/main" id="{5C39F176-9A29-41CD-92B5-C8B7B18F8753}"/>
                  </a:ext>
                </a:extLst>
              </p:cNvPr>
              <p:cNvSpPr>
                <a:spLocks noChangeShapeType="1"/>
              </p:cNvSpPr>
              <p:nvPr/>
            </p:nvSpPr>
            <p:spPr bwMode="auto">
              <a:xfrm>
                <a:off x="5207" y="1951"/>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1" name="Rectangle 196">
                <a:extLst>
                  <a:ext uri="{FF2B5EF4-FFF2-40B4-BE49-F238E27FC236}">
                    <a16:creationId xmlns:a16="http://schemas.microsoft.com/office/drawing/2014/main" id="{1B109EAD-3DFB-49CF-8B03-8CADD62EA499}"/>
                  </a:ext>
                </a:extLst>
              </p:cNvPr>
              <p:cNvSpPr>
                <a:spLocks noChangeArrowheads="1"/>
              </p:cNvSpPr>
              <p:nvPr/>
            </p:nvSpPr>
            <p:spPr bwMode="auto">
              <a:xfrm>
                <a:off x="3965" y="1959"/>
                <a:ext cx="9" cy="2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2" name="Line 197">
                <a:extLst>
                  <a:ext uri="{FF2B5EF4-FFF2-40B4-BE49-F238E27FC236}">
                    <a16:creationId xmlns:a16="http://schemas.microsoft.com/office/drawing/2014/main" id="{EEBAE1D4-E66A-43AD-82F0-67898F12C93D}"/>
                  </a:ext>
                </a:extLst>
              </p:cNvPr>
              <p:cNvSpPr>
                <a:spLocks noChangeShapeType="1"/>
              </p:cNvSpPr>
              <p:nvPr/>
            </p:nvSpPr>
            <p:spPr bwMode="auto">
              <a:xfrm>
                <a:off x="3965" y="1959"/>
                <a:ext cx="1" cy="22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3" name="Rectangle 198">
                <a:extLst>
                  <a:ext uri="{FF2B5EF4-FFF2-40B4-BE49-F238E27FC236}">
                    <a16:creationId xmlns:a16="http://schemas.microsoft.com/office/drawing/2014/main" id="{5D620125-4FB9-45D7-AB83-84519EC1B9FB}"/>
                  </a:ext>
                </a:extLst>
              </p:cNvPr>
              <p:cNvSpPr>
                <a:spLocks noChangeArrowheads="1"/>
              </p:cNvSpPr>
              <p:nvPr/>
            </p:nvSpPr>
            <p:spPr bwMode="auto">
              <a:xfrm>
                <a:off x="4530" y="1959"/>
                <a:ext cx="9" cy="2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4" name="Line 199">
                <a:extLst>
                  <a:ext uri="{FF2B5EF4-FFF2-40B4-BE49-F238E27FC236}">
                    <a16:creationId xmlns:a16="http://schemas.microsoft.com/office/drawing/2014/main" id="{D18B6B92-B068-43C2-8ADB-851ECC430675}"/>
                  </a:ext>
                </a:extLst>
              </p:cNvPr>
              <p:cNvSpPr>
                <a:spLocks noChangeShapeType="1"/>
              </p:cNvSpPr>
              <p:nvPr/>
            </p:nvSpPr>
            <p:spPr bwMode="auto">
              <a:xfrm>
                <a:off x="4530" y="1959"/>
                <a:ext cx="1" cy="22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5" name="Rectangle 200">
                <a:extLst>
                  <a:ext uri="{FF2B5EF4-FFF2-40B4-BE49-F238E27FC236}">
                    <a16:creationId xmlns:a16="http://schemas.microsoft.com/office/drawing/2014/main" id="{914DDDE9-657C-4377-9286-CBD1D216724E}"/>
                  </a:ext>
                </a:extLst>
              </p:cNvPr>
              <p:cNvSpPr>
                <a:spLocks noChangeArrowheads="1"/>
              </p:cNvSpPr>
              <p:nvPr/>
            </p:nvSpPr>
            <p:spPr bwMode="auto">
              <a:xfrm>
                <a:off x="5207" y="1959"/>
                <a:ext cx="10" cy="2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6" name="Line 201">
                <a:extLst>
                  <a:ext uri="{FF2B5EF4-FFF2-40B4-BE49-F238E27FC236}">
                    <a16:creationId xmlns:a16="http://schemas.microsoft.com/office/drawing/2014/main" id="{745D2457-5B37-4C80-8D7B-05EB8E2C5B97}"/>
                  </a:ext>
                </a:extLst>
              </p:cNvPr>
              <p:cNvSpPr>
                <a:spLocks noChangeShapeType="1"/>
              </p:cNvSpPr>
              <p:nvPr/>
            </p:nvSpPr>
            <p:spPr bwMode="auto">
              <a:xfrm>
                <a:off x="5207" y="1959"/>
                <a:ext cx="1" cy="22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77" name="Rectangle 202">
                <a:extLst>
                  <a:ext uri="{FF2B5EF4-FFF2-40B4-BE49-F238E27FC236}">
                    <a16:creationId xmlns:a16="http://schemas.microsoft.com/office/drawing/2014/main" id="{A19DE827-79FD-47AF-B426-1DFC5468D7F3}"/>
                  </a:ext>
                </a:extLst>
              </p:cNvPr>
              <p:cNvSpPr>
                <a:spLocks noChangeArrowheads="1"/>
              </p:cNvSpPr>
              <p:nvPr/>
            </p:nvSpPr>
            <p:spPr bwMode="auto">
              <a:xfrm>
                <a:off x="3845" y="218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2</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78" name="Rectangle 203">
                <a:extLst>
                  <a:ext uri="{FF2B5EF4-FFF2-40B4-BE49-F238E27FC236}">
                    <a16:creationId xmlns:a16="http://schemas.microsoft.com/office/drawing/2014/main" id="{8EE0F21A-3B55-40FB-A3CD-EE647017E96B}"/>
                  </a:ext>
                </a:extLst>
              </p:cNvPr>
              <p:cNvSpPr>
                <a:spLocks noChangeArrowheads="1"/>
              </p:cNvSpPr>
              <p:nvPr/>
            </p:nvSpPr>
            <p:spPr bwMode="auto">
              <a:xfrm>
                <a:off x="3930" y="2189"/>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79" name="Rectangle 204">
                <a:extLst>
                  <a:ext uri="{FF2B5EF4-FFF2-40B4-BE49-F238E27FC236}">
                    <a16:creationId xmlns:a16="http://schemas.microsoft.com/office/drawing/2014/main" id="{57F558D3-86C0-4C23-87FB-A6EDB00ECCBB}"/>
                  </a:ext>
                </a:extLst>
              </p:cNvPr>
              <p:cNvSpPr>
                <a:spLocks noChangeArrowheads="1"/>
              </p:cNvSpPr>
              <p:nvPr/>
            </p:nvSpPr>
            <p:spPr bwMode="auto">
              <a:xfrm>
                <a:off x="4202" y="2191"/>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5</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80" name="Rectangle 205">
                <a:extLst>
                  <a:ext uri="{FF2B5EF4-FFF2-40B4-BE49-F238E27FC236}">
                    <a16:creationId xmlns:a16="http://schemas.microsoft.com/office/drawing/2014/main" id="{D197136C-AC84-4E13-9568-72E3E9C84250}"/>
                  </a:ext>
                </a:extLst>
              </p:cNvPr>
              <p:cNvSpPr>
                <a:spLocks noChangeArrowheads="1"/>
              </p:cNvSpPr>
              <p:nvPr/>
            </p:nvSpPr>
            <p:spPr bwMode="auto">
              <a:xfrm>
                <a:off x="4301" y="2191"/>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81" name="Rectangle 206">
                <a:extLst>
                  <a:ext uri="{FF2B5EF4-FFF2-40B4-BE49-F238E27FC236}">
                    <a16:creationId xmlns:a16="http://schemas.microsoft.com/office/drawing/2014/main" id="{A1571153-7FA7-4F76-AF48-DF79975FCE04}"/>
                  </a:ext>
                </a:extLst>
              </p:cNvPr>
              <p:cNvSpPr>
                <a:spLocks noChangeArrowheads="1"/>
              </p:cNvSpPr>
              <p:nvPr/>
            </p:nvSpPr>
            <p:spPr bwMode="auto">
              <a:xfrm>
                <a:off x="4774" y="2191"/>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13</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82" name="Rectangle 207">
                <a:extLst>
                  <a:ext uri="{FF2B5EF4-FFF2-40B4-BE49-F238E27FC236}">
                    <a16:creationId xmlns:a16="http://schemas.microsoft.com/office/drawing/2014/main" id="{74468CD7-3945-459C-8D9D-43E3B165EDE7}"/>
                  </a:ext>
                </a:extLst>
              </p:cNvPr>
              <p:cNvSpPr>
                <a:spLocks noChangeArrowheads="1"/>
              </p:cNvSpPr>
              <p:nvPr/>
            </p:nvSpPr>
            <p:spPr bwMode="auto">
              <a:xfrm>
                <a:off x="4972" y="2191"/>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683" name="Rectangle 208">
                <a:extLst>
                  <a:ext uri="{FF2B5EF4-FFF2-40B4-BE49-F238E27FC236}">
                    <a16:creationId xmlns:a16="http://schemas.microsoft.com/office/drawing/2014/main" id="{BFE8E876-A920-453E-9415-C4D881A90A49}"/>
                  </a:ext>
                </a:extLst>
              </p:cNvPr>
              <p:cNvSpPr>
                <a:spLocks noChangeArrowheads="1"/>
              </p:cNvSpPr>
              <p:nvPr/>
            </p:nvSpPr>
            <p:spPr bwMode="auto">
              <a:xfrm>
                <a:off x="3965" y="2179"/>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84" name="Line 209">
                <a:extLst>
                  <a:ext uri="{FF2B5EF4-FFF2-40B4-BE49-F238E27FC236}">
                    <a16:creationId xmlns:a16="http://schemas.microsoft.com/office/drawing/2014/main" id="{047F09BF-DAB4-4789-9FAF-7727B45FC99C}"/>
                  </a:ext>
                </a:extLst>
              </p:cNvPr>
              <p:cNvSpPr>
                <a:spLocks noChangeShapeType="1"/>
              </p:cNvSpPr>
              <p:nvPr/>
            </p:nvSpPr>
            <p:spPr bwMode="auto">
              <a:xfrm>
                <a:off x="3965" y="217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85" name="Line 210">
                <a:extLst>
                  <a:ext uri="{FF2B5EF4-FFF2-40B4-BE49-F238E27FC236}">
                    <a16:creationId xmlns:a16="http://schemas.microsoft.com/office/drawing/2014/main" id="{FD1DC1AE-C020-44D7-A658-FA2AC653C837}"/>
                  </a:ext>
                </a:extLst>
              </p:cNvPr>
              <p:cNvSpPr>
                <a:spLocks noChangeShapeType="1"/>
              </p:cNvSpPr>
              <p:nvPr/>
            </p:nvSpPr>
            <p:spPr bwMode="auto">
              <a:xfrm>
                <a:off x="3965" y="217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86" name="Rectangle 211">
                <a:extLst>
                  <a:ext uri="{FF2B5EF4-FFF2-40B4-BE49-F238E27FC236}">
                    <a16:creationId xmlns:a16="http://schemas.microsoft.com/office/drawing/2014/main" id="{3C041585-183B-4E93-BE16-214308902AAC}"/>
                  </a:ext>
                </a:extLst>
              </p:cNvPr>
              <p:cNvSpPr>
                <a:spLocks noChangeArrowheads="1"/>
              </p:cNvSpPr>
              <p:nvPr/>
            </p:nvSpPr>
            <p:spPr bwMode="auto">
              <a:xfrm>
                <a:off x="3974" y="2179"/>
                <a:ext cx="55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87" name="Line 212">
                <a:extLst>
                  <a:ext uri="{FF2B5EF4-FFF2-40B4-BE49-F238E27FC236}">
                    <a16:creationId xmlns:a16="http://schemas.microsoft.com/office/drawing/2014/main" id="{4C2EAAA8-4B1B-41B2-96A2-D18A075010FB}"/>
                  </a:ext>
                </a:extLst>
              </p:cNvPr>
              <p:cNvSpPr>
                <a:spLocks noChangeShapeType="1"/>
              </p:cNvSpPr>
              <p:nvPr/>
            </p:nvSpPr>
            <p:spPr bwMode="auto">
              <a:xfrm>
                <a:off x="3974" y="2179"/>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88" name="Rectangle 213">
                <a:extLst>
                  <a:ext uri="{FF2B5EF4-FFF2-40B4-BE49-F238E27FC236}">
                    <a16:creationId xmlns:a16="http://schemas.microsoft.com/office/drawing/2014/main" id="{AEA8A64E-C4A6-4290-8A8C-2C8793E25B0A}"/>
                  </a:ext>
                </a:extLst>
              </p:cNvPr>
              <p:cNvSpPr>
                <a:spLocks noChangeArrowheads="1"/>
              </p:cNvSpPr>
              <p:nvPr/>
            </p:nvSpPr>
            <p:spPr bwMode="auto">
              <a:xfrm>
                <a:off x="4530" y="2179"/>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89" name="Line 214">
                <a:extLst>
                  <a:ext uri="{FF2B5EF4-FFF2-40B4-BE49-F238E27FC236}">
                    <a16:creationId xmlns:a16="http://schemas.microsoft.com/office/drawing/2014/main" id="{5C324BD6-D192-47F5-A183-5F65AEE76FBC}"/>
                  </a:ext>
                </a:extLst>
              </p:cNvPr>
              <p:cNvSpPr>
                <a:spLocks noChangeShapeType="1"/>
              </p:cNvSpPr>
              <p:nvPr/>
            </p:nvSpPr>
            <p:spPr bwMode="auto">
              <a:xfrm>
                <a:off x="4530" y="217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0" name="Line 215">
                <a:extLst>
                  <a:ext uri="{FF2B5EF4-FFF2-40B4-BE49-F238E27FC236}">
                    <a16:creationId xmlns:a16="http://schemas.microsoft.com/office/drawing/2014/main" id="{E7A75018-8659-440D-9549-3779CCEEA012}"/>
                  </a:ext>
                </a:extLst>
              </p:cNvPr>
              <p:cNvSpPr>
                <a:spLocks noChangeShapeType="1"/>
              </p:cNvSpPr>
              <p:nvPr/>
            </p:nvSpPr>
            <p:spPr bwMode="auto">
              <a:xfrm>
                <a:off x="4530" y="217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1" name="Rectangle 216">
                <a:extLst>
                  <a:ext uri="{FF2B5EF4-FFF2-40B4-BE49-F238E27FC236}">
                    <a16:creationId xmlns:a16="http://schemas.microsoft.com/office/drawing/2014/main" id="{711DE755-5387-4501-853D-11A895D5C088}"/>
                  </a:ext>
                </a:extLst>
              </p:cNvPr>
              <p:cNvSpPr>
                <a:spLocks noChangeArrowheads="1"/>
              </p:cNvSpPr>
              <p:nvPr/>
            </p:nvSpPr>
            <p:spPr bwMode="auto">
              <a:xfrm>
                <a:off x="4539" y="2179"/>
                <a:ext cx="66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2" name="Line 217">
                <a:extLst>
                  <a:ext uri="{FF2B5EF4-FFF2-40B4-BE49-F238E27FC236}">
                    <a16:creationId xmlns:a16="http://schemas.microsoft.com/office/drawing/2014/main" id="{A2F60942-380C-4C23-80B9-1A21A1B3C88A}"/>
                  </a:ext>
                </a:extLst>
              </p:cNvPr>
              <p:cNvSpPr>
                <a:spLocks noChangeShapeType="1"/>
              </p:cNvSpPr>
              <p:nvPr/>
            </p:nvSpPr>
            <p:spPr bwMode="auto">
              <a:xfrm>
                <a:off x="4539" y="2179"/>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3" name="Rectangle 218">
                <a:extLst>
                  <a:ext uri="{FF2B5EF4-FFF2-40B4-BE49-F238E27FC236}">
                    <a16:creationId xmlns:a16="http://schemas.microsoft.com/office/drawing/2014/main" id="{90CDAD0D-7FE4-4FC1-B491-382478F4E160}"/>
                  </a:ext>
                </a:extLst>
              </p:cNvPr>
              <p:cNvSpPr>
                <a:spLocks noChangeArrowheads="1"/>
              </p:cNvSpPr>
              <p:nvPr/>
            </p:nvSpPr>
            <p:spPr bwMode="auto">
              <a:xfrm>
                <a:off x="5207" y="2179"/>
                <a:ext cx="1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4" name="Line 219">
                <a:extLst>
                  <a:ext uri="{FF2B5EF4-FFF2-40B4-BE49-F238E27FC236}">
                    <a16:creationId xmlns:a16="http://schemas.microsoft.com/office/drawing/2014/main" id="{2E752025-F858-49A7-9F59-E4823EFAAEA8}"/>
                  </a:ext>
                </a:extLst>
              </p:cNvPr>
              <p:cNvSpPr>
                <a:spLocks noChangeShapeType="1"/>
              </p:cNvSpPr>
              <p:nvPr/>
            </p:nvSpPr>
            <p:spPr bwMode="auto">
              <a:xfrm>
                <a:off x="5207" y="2179"/>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5" name="Line 220">
                <a:extLst>
                  <a:ext uri="{FF2B5EF4-FFF2-40B4-BE49-F238E27FC236}">
                    <a16:creationId xmlns:a16="http://schemas.microsoft.com/office/drawing/2014/main" id="{E85924C3-DD8C-41BF-BD9F-491D47253378}"/>
                  </a:ext>
                </a:extLst>
              </p:cNvPr>
              <p:cNvSpPr>
                <a:spLocks noChangeShapeType="1"/>
              </p:cNvSpPr>
              <p:nvPr/>
            </p:nvSpPr>
            <p:spPr bwMode="auto">
              <a:xfrm>
                <a:off x="5207" y="2179"/>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6" name="Rectangle 221">
                <a:extLst>
                  <a:ext uri="{FF2B5EF4-FFF2-40B4-BE49-F238E27FC236}">
                    <a16:creationId xmlns:a16="http://schemas.microsoft.com/office/drawing/2014/main" id="{46E799C2-2A3B-4024-A91D-FDB728069917}"/>
                  </a:ext>
                </a:extLst>
              </p:cNvPr>
              <p:cNvSpPr>
                <a:spLocks noChangeArrowheads="1"/>
              </p:cNvSpPr>
              <p:nvPr/>
            </p:nvSpPr>
            <p:spPr bwMode="auto">
              <a:xfrm>
                <a:off x="3965" y="2187"/>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7" name="Line 222">
                <a:extLst>
                  <a:ext uri="{FF2B5EF4-FFF2-40B4-BE49-F238E27FC236}">
                    <a16:creationId xmlns:a16="http://schemas.microsoft.com/office/drawing/2014/main" id="{23E33E07-F23C-42D5-9A62-051DB6F27EF8}"/>
                  </a:ext>
                </a:extLst>
              </p:cNvPr>
              <p:cNvSpPr>
                <a:spLocks noChangeShapeType="1"/>
              </p:cNvSpPr>
              <p:nvPr/>
            </p:nvSpPr>
            <p:spPr bwMode="auto">
              <a:xfrm>
                <a:off x="3965" y="2187"/>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8" name="Rectangle 223">
                <a:extLst>
                  <a:ext uri="{FF2B5EF4-FFF2-40B4-BE49-F238E27FC236}">
                    <a16:creationId xmlns:a16="http://schemas.microsoft.com/office/drawing/2014/main" id="{051701D1-A634-4D28-B18E-78CB4C035D72}"/>
                  </a:ext>
                </a:extLst>
              </p:cNvPr>
              <p:cNvSpPr>
                <a:spLocks noChangeArrowheads="1"/>
              </p:cNvSpPr>
              <p:nvPr/>
            </p:nvSpPr>
            <p:spPr bwMode="auto">
              <a:xfrm>
                <a:off x="4530" y="2187"/>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99" name="Line 224">
                <a:extLst>
                  <a:ext uri="{FF2B5EF4-FFF2-40B4-BE49-F238E27FC236}">
                    <a16:creationId xmlns:a16="http://schemas.microsoft.com/office/drawing/2014/main" id="{24D6A2C6-C928-4279-AD2E-4290D57E19CF}"/>
                  </a:ext>
                </a:extLst>
              </p:cNvPr>
              <p:cNvSpPr>
                <a:spLocks noChangeShapeType="1"/>
              </p:cNvSpPr>
              <p:nvPr/>
            </p:nvSpPr>
            <p:spPr bwMode="auto">
              <a:xfrm>
                <a:off x="4530" y="2187"/>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00" name="Rectangle 225">
                <a:extLst>
                  <a:ext uri="{FF2B5EF4-FFF2-40B4-BE49-F238E27FC236}">
                    <a16:creationId xmlns:a16="http://schemas.microsoft.com/office/drawing/2014/main" id="{12C96F7F-09A2-4A6A-BADC-28F41DA5E51E}"/>
                  </a:ext>
                </a:extLst>
              </p:cNvPr>
              <p:cNvSpPr>
                <a:spLocks noChangeArrowheads="1"/>
              </p:cNvSpPr>
              <p:nvPr/>
            </p:nvSpPr>
            <p:spPr bwMode="auto">
              <a:xfrm>
                <a:off x="5207" y="2187"/>
                <a:ext cx="10"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01" name="Line 226">
                <a:extLst>
                  <a:ext uri="{FF2B5EF4-FFF2-40B4-BE49-F238E27FC236}">
                    <a16:creationId xmlns:a16="http://schemas.microsoft.com/office/drawing/2014/main" id="{B703F5D6-BB3C-4024-AA7C-D741EB90F28D}"/>
                  </a:ext>
                </a:extLst>
              </p:cNvPr>
              <p:cNvSpPr>
                <a:spLocks noChangeShapeType="1"/>
              </p:cNvSpPr>
              <p:nvPr/>
            </p:nvSpPr>
            <p:spPr bwMode="auto">
              <a:xfrm>
                <a:off x="5207" y="2187"/>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02" name="Rectangle 227">
                <a:extLst>
                  <a:ext uri="{FF2B5EF4-FFF2-40B4-BE49-F238E27FC236}">
                    <a16:creationId xmlns:a16="http://schemas.microsoft.com/office/drawing/2014/main" id="{8606CADC-3B8D-466A-8C2C-97B355FE4063}"/>
                  </a:ext>
                </a:extLst>
              </p:cNvPr>
              <p:cNvSpPr>
                <a:spLocks noChangeArrowheads="1"/>
              </p:cNvSpPr>
              <p:nvPr/>
            </p:nvSpPr>
            <p:spPr bwMode="auto">
              <a:xfrm>
                <a:off x="3845" y="2416"/>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3</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03" name="Rectangle 228">
                <a:extLst>
                  <a:ext uri="{FF2B5EF4-FFF2-40B4-BE49-F238E27FC236}">
                    <a16:creationId xmlns:a16="http://schemas.microsoft.com/office/drawing/2014/main" id="{BDF66DDA-B302-4B0C-8BC3-1073C89586CF}"/>
                  </a:ext>
                </a:extLst>
              </p:cNvPr>
              <p:cNvSpPr>
                <a:spLocks noChangeArrowheads="1"/>
              </p:cNvSpPr>
              <p:nvPr/>
            </p:nvSpPr>
            <p:spPr bwMode="auto">
              <a:xfrm>
                <a:off x="3930" y="2416"/>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04" name="Rectangle 229">
                <a:extLst>
                  <a:ext uri="{FF2B5EF4-FFF2-40B4-BE49-F238E27FC236}">
                    <a16:creationId xmlns:a16="http://schemas.microsoft.com/office/drawing/2014/main" id="{46750C26-68FD-47E9-8519-43A3A903F9B7}"/>
                  </a:ext>
                </a:extLst>
              </p:cNvPr>
              <p:cNvSpPr>
                <a:spLocks noChangeArrowheads="1"/>
              </p:cNvSpPr>
              <p:nvPr/>
            </p:nvSpPr>
            <p:spPr bwMode="auto">
              <a:xfrm>
                <a:off x="4202" y="2418"/>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6</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05" name="Rectangle 230">
                <a:extLst>
                  <a:ext uri="{FF2B5EF4-FFF2-40B4-BE49-F238E27FC236}">
                    <a16:creationId xmlns:a16="http://schemas.microsoft.com/office/drawing/2014/main" id="{D0F20FCF-FC8C-4ADA-8F7D-86C9E1133CAE}"/>
                  </a:ext>
                </a:extLst>
              </p:cNvPr>
              <p:cNvSpPr>
                <a:spLocks noChangeArrowheads="1"/>
              </p:cNvSpPr>
              <p:nvPr/>
            </p:nvSpPr>
            <p:spPr bwMode="auto">
              <a:xfrm>
                <a:off x="4301" y="2418"/>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06" name="Rectangle 231">
                <a:extLst>
                  <a:ext uri="{FF2B5EF4-FFF2-40B4-BE49-F238E27FC236}">
                    <a16:creationId xmlns:a16="http://schemas.microsoft.com/office/drawing/2014/main" id="{C195A799-57F3-4489-BA17-AB8ECD968006}"/>
                  </a:ext>
                </a:extLst>
              </p:cNvPr>
              <p:cNvSpPr>
                <a:spLocks noChangeArrowheads="1"/>
              </p:cNvSpPr>
              <p:nvPr/>
            </p:nvSpPr>
            <p:spPr bwMode="auto">
              <a:xfrm>
                <a:off x="4774" y="2418"/>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14</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07" name="Rectangle 232">
                <a:extLst>
                  <a:ext uri="{FF2B5EF4-FFF2-40B4-BE49-F238E27FC236}">
                    <a16:creationId xmlns:a16="http://schemas.microsoft.com/office/drawing/2014/main" id="{ED02108C-2170-47CD-8327-149777E48D7E}"/>
                  </a:ext>
                </a:extLst>
              </p:cNvPr>
              <p:cNvSpPr>
                <a:spLocks noChangeArrowheads="1"/>
              </p:cNvSpPr>
              <p:nvPr/>
            </p:nvSpPr>
            <p:spPr bwMode="auto">
              <a:xfrm>
                <a:off x="4972" y="2418"/>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08" name="Rectangle 233">
                <a:extLst>
                  <a:ext uri="{FF2B5EF4-FFF2-40B4-BE49-F238E27FC236}">
                    <a16:creationId xmlns:a16="http://schemas.microsoft.com/office/drawing/2014/main" id="{53B2227C-7E90-4BF1-BFD2-4ED589AD076F}"/>
                  </a:ext>
                </a:extLst>
              </p:cNvPr>
              <p:cNvSpPr>
                <a:spLocks noChangeArrowheads="1"/>
              </p:cNvSpPr>
              <p:nvPr/>
            </p:nvSpPr>
            <p:spPr bwMode="auto">
              <a:xfrm>
                <a:off x="3965" y="240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09" name="Line 234">
                <a:extLst>
                  <a:ext uri="{FF2B5EF4-FFF2-40B4-BE49-F238E27FC236}">
                    <a16:creationId xmlns:a16="http://schemas.microsoft.com/office/drawing/2014/main" id="{010D214B-93A0-4993-8B31-1F75FAB3BA45}"/>
                  </a:ext>
                </a:extLst>
              </p:cNvPr>
              <p:cNvSpPr>
                <a:spLocks noChangeShapeType="1"/>
              </p:cNvSpPr>
              <p:nvPr/>
            </p:nvSpPr>
            <p:spPr bwMode="auto">
              <a:xfrm>
                <a:off x="3965" y="240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0" name="Line 235">
                <a:extLst>
                  <a:ext uri="{FF2B5EF4-FFF2-40B4-BE49-F238E27FC236}">
                    <a16:creationId xmlns:a16="http://schemas.microsoft.com/office/drawing/2014/main" id="{F8CE39E5-2386-4966-909D-6D39B7E9FE6A}"/>
                  </a:ext>
                </a:extLst>
              </p:cNvPr>
              <p:cNvSpPr>
                <a:spLocks noChangeShapeType="1"/>
              </p:cNvSpPr>
              <p:nvPr/>
            </p:nvSpPr>
            <p:spPr bwMode="auto">
              <a:xfrm>
                <a:off x="3965" y="2405"/>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1" name="Rectangle 236">
                <a:extLst>
                  <a:ext uri="{FF2B5EF4-FFF2-40B4-BE49-F238E27FC236}">
                    <a16:creationId xmlns:a16="http://schemas.microsoft.com/office/drawing/2014/main" id="{83092CD5-101B-44F9-9980-9D916AC3870C}"/>
                  </a:ext>
                </a:extLst>
              </p:cNvPr>
              <p:cNvSpPr>
                <a:spLocks noChangeArrowheads="1"/>
              </p:cNvSpPr>
              <p:nvPr/>
            </p:nvSpPr>
            <p:spPr bwMode="auto">
              <a:xfrm>
                <a:off x="3974" y="2405"/>
                <a:ext cx="55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2" name="Line 237">
                <a:extLst>
                  <a:ext uri="{FF2B5EF4-FFF2-40B4-BE49-F238E27FC236}">
                    <a16:creationId xmlns:a16="http://schemas.microsoft.com/office/drawing/2014/main" id="{46EBFDC0-480A-4B77-BA07-E5657CBD5A37}"/>
                  </a:ext>
                </a:extLst>
              </p:cNvPr>
              <p:cNvSpPr>
                <a:spLocks noChangeShapeType="1"/>
              </p:cNvSpPr>
              <p:nvPr/>
            </p:nvSpPr>
            <p:spPr bwMode="auto">
              <a:xfrm>
                <a:off x="3974" y="2405"/>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3" name="Rectangle 238">
                <a:extLst>
                  <a:ext uri="{FF2B5EF4-FFF2-40B4-BE49-F238E27FC236}">
                    <a16:creationId xmlns:a16="http://schemas.microsoft.com/office/drawing/2014/main" id="{2EBE9FE7-044E-4E20-8C35-7F900E2BB106}"/>
                  </a:ext>
                </a:extLst>
              </p:cNvPr>
              <p:cNvSpPr>
                <a:spLocks noChangeArrowheads="1"/>
              </p:cNvSpPr>
              <p:nvPr/>
            </p:nvSpPr>
            <p:spPr bwMode="auto">
              <a:xfrm>
                <a:off x="4530" y="2405"/>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4" name="Line 239">
                <a:extLst>
                  <a:ext uri="{FF2B5EF4-FFF2-40B4-BE49-F238E27FC236}">
                    <a16:creationId xmlns:a16="http://schemas.microsoft.com/office/drawing/2014/main" id="{36929B3A-D701-482D-AAFC-9BCB262C0CF7}"/>
                  </a:ext>
                </a:extLst>
              </p:cNvPr>
              <p:cNvSpPr>
                <a:spLocks noChangeShapeType="1"/>
              </p:cNvSpPr>
              <p:nvPr/>
            </p:nvSpPr>
            <p:spPr bwMode="auto">
              <a:xfrm>
                <a:off x="4530" y="2405"/>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5" name="Line 240">
                <a:extLst>
                  <a:ext uri="{FF2B5EF4-FFF2-40B4-BE49-F238E27FC236}">
                    <a16:creationId xmlns:a16="http://schemas.microsoft.com/office/drawing/2014/main" id="{03403A6C-EE41-48D5-9251-7BA6F21F2B2C}"/>
                  </a:ext>
                </a:extLst>
              </p:cNvPr>
              <p:cNvSpPr>
                <a:spLocks noChangeShapeType="1"/>
              </p:cNvSpPr>
              <p:nvPr/>
            </p:nvSpPr>
            <p:spPr bwMode="auto">
              <a:xfrm>
                <a:off x="4530" y="2405"/>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6" name="Rectangle 241">
                <a:extLst>
                  <a:ext uri="{FF2B5EF4-FFF2-40B4-BE49-F238E27FC236}">
                    <a16:creationId xmlns:a16="http://schemas.microsoft.com/office/drawing/2014/main" id="{A93F5204-0E3A-4AC9-A1E4-BCA911B225A7}"/>
                  </a:ext>
                </a:extLst>
              </p:cNvPr>
              <p:cNvSpPr>
                <a:spLocks noChangeArrowheads="1"/>
              </p:cNvSpPr>
              <p:nvPr/>
            </p:nvSpPr>
            <p:spPr bwMode="auto">
              <a:xfrm>
                <a:off x="4539" y="2405"/>
                <a:ext cx="66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7" name="Line 242">
                <a:extLst>
                  <a:ext uri="{FF2B5EF4-FFF2-40B4-BE49-F238E27FC236}">
                    <a16:creationId xmlns:a16="http://schemas.microsoft.com/office/drawing/2014/main" id="{61BE3967-2798-4B4E-93DA-BE448A197239}"/>
                  </a:ext>
                </a:extLst>
              </p:cNvPr>
              <p:cNvSpPr>
                <a:spLocks noChangeShapeType="1"/>
              </p:cNvSpPr>
              <p:nvPr/>
            </p:nvSpPr>
            <p:spPr bwMode="auto">
              <a:xfrm>
                <a:off x="4539" y="2405"/>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8" name="Rectangle 243">
                <a:extLst>
                  <a:ext uri="{FF2B5EF4-FFF2-40B4-BE49-F238E27FC236}">
                    <a16:creationId xmlns:a16="http://schemas.microsoft.com/office/drawing/2014/main" id="{4A8B0AAA-C9FB-42D5-8267-474F675F76C2}"/>
                  </a:ext>
                </a:extLst>
              </p:cNvPr>
              <p:cNvSpPr>
                <a:spLocks noChangeArrowheads="1"/>
              </p:cNvSpPr>
              <p:nvPr/>
            </p:nvSpPr>
            <p:spPr bwMode="auto">
              <a:xfrm>
                <a:off x="5207" y="2405"/>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19" name="Line 244">
                <a:extLst>
                  <a:ext uri="{FF2B5EF4-FFF2-40B4-BE49-F238E27FC236}">
                    <a16:creationId xmlns:a16="http://schemas.microsoft.com/office/drawing/2014/main" id="{23AEE792-EB02-44C2-B135-B9F08F174881}"/>
                  </a:ext>
                </a:extLst>
              </p:cNvPr>
              <p:cNvSpPr>
                <a:spLocks noChangeShapeType="1"/>
              </p:cNvSpPr>
              <p:nvPr/>
            </p:nvSpPr>
            <p:spPr bwMode="auto">
              <a:xfrm>
                <a:off x="5207" y="2405"/>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0" name="Line 245">
                <a:extLst>
                  <a:ext uri="{FF2B5EF4-FFF2-40B4-BE49-F238E27FC236}">
                    <a16:creationId xmlns:a16="http://schemas.microsoft.com/office/drawing/2014/main" id="{9EEA3386-BA0A-408C-BA77-010D21620E97}"/>
                  </a:ext>
                </a:extLst>
              </p:cNvPr>
              <p:cNvSpPr>
                <a:spLocks noChangeShapeType="1"/>
              </p:cNvSpPr>
              <p:nvPr/>
            </p:nvSpPr>
            <p:spPr bwMode="auto">
              <a:xfrm>
                <a:off x="5207" y="2405"/>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1" name="Rectangle 246">
                <a:extLst>
                  <a:ext uri="{FF2B5EF4-FFF2-40B4-BE49-F238E27FC236}">
                    <a16:creationId xmlns:a16="http://schemas.microsoft.com/office/drawing/2014/main" id="{88359B8C-F481-4B77-BF7F-38998EFD487A}"/>
                  </a:ext>
                </a:extLst>
              </p:cNvPr>
              <p:cNvSpPr>
                <a:spLocks noChangeArrowheads="1"/>
              </p:cNvSpPr>
              <p:nvPr/>
            </p:nvSpPr>
            <p:spPr bwMode="auto">
              <a:xfrm>
                <a:off x="3965" y="2414"/>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2" name="Line 247">
                <a:extLst>
                  <a:ext uri="{FF2B5EF4-FFF2-40B4-BE49-F238E27FC236}">
                    <a16:creationId xmlns:a16="http://schemas.microsoft.com/office/drawing/2014/main" id="{DE75D729-521D-4E53-BC2D-828F07685D5E}"/>
                  </a:ext>
                </a:extLst>
              </p:cNvPr>
              <p:cNvSpPr>
                <a:spLocks noChangeShapeType="1"/>
              </p:cNvSpPr>
              <p:nvPr/>
            </p:nvSpPr>
            <p:spPr bwMode="auto">
              <a:xfrm>
                <a:off x="3965" y="2414"/>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3" name="Rectangle 248">
                <a:extLst>
                  <a:ext uri="{FF2B5EF4-FFF2-40B4-BE49-F238E27FC236}">
                    <a16:creationId xmlns:a16="http://schemas.microsoft.com/office/drawing/2014/main" id="{B092800D-541B-4847-837D-14E5D9CECA60}"/>
                  </a:ext>
                </a:extLst>
              </p:cNvPr>
              <p:cNvSpPr>
                <a:spLocks noChangeArrowheads="1"/>
              </p:cNvSpPr>
              <p:nvPr/>
            </p:nvSpPr>
            <p:spPr bwMode="auto">
              <a:xfrm>
                <a:off x="4530" y="2414"/>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4" name="Line 249">
                <a:extLst>
                  <a:ext uri="{FF2B5EF4-FFF2-40B4-BE49-F238E27FC236}">
                    <a16:creationId xmlns:a16="http://schemas.microsoft.com/office/drawing/2014/main" id="{582FAC1C-7961-476E-89C6-947F540B3DFD}"/>
                  </a:ext>
                </a:extLst>
              </p:cNvPr>
              <p:cNvSpPr>
                <a:spLocks noChangeShapeType="1"/>
              </p:cNvSpPr>
              <p:nvPr/>
            </p:nvSpPr>
            <p:spPr bwMode="auto">
              <a:xfrm>
                <a:off x="4530" y="2414"/>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5" name="Rectangle 250">
                <a:extLst>
                  <a:ext uri="{FF2B5EF4-FFF2-40B4-BE49-F238E27FC236}">
                    <a16:creationId xmlns:a16="http://schemas.microsoft.com/office/drawing/2014/main" id="{1D4AD1F9-5F07-4615-B62E-E70621E1FFA0}"/>
                  </a:ext>
                </a:extLst>
              </p:cNvPr>
              <p:cNvSpPr>
                <a:spLocks noChangeArrowheads="1"/>
              </p:cNvSpPr>
              <p:nvPr/>
            </p:nvSpPr>
            <p:spPr bwMode="auto">
              <a:xfrm>
                <a:off x="5207" y="2414"/>
                <a:ext cx="10"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6" name="Line 251">
                <a:extLst>
                  <a:ext uri="{FF2B5EF4-FFF2-40B4-BE49-F238E27FC236}">
                    <a16:creationId xmlns:a16="http://schemas.microsoft.com/office/drawing/2014/main" id="{2BEA77A8-9B80-449B-B2A3-2C8AF5AFD4C4}"/>
                  </a:ext>
                </a:extLst>
              </p:cNvPr>
              <p:cNvSpPr>
                <a:spLocks noChangeShapeType="1"/>
              </p:cNvSpPr>
              <p:nvPr/>
            </p:nvSpPr>
            <p:spPr bwMode="auto">
              <a:xfrm>
                <a:off x="5207" y="2414"/>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27" name="Rectangle 252">
                <a:extLst>
                  <a:ext uri="{FF2B5EF4-FFF2-40B4-BE49-F238E27FC236}">
                    <a16:creationId xmlns:a16="http://schemas.microsoft.com/office/drawing/2014/main" id="{154F734B-A30A-4D23-9993-9068A4C07182}"/>
                  </a:ext>
                </a:extLst>
              </p:cNvPr>
              <p:cNvSpPr>
                <a:spLocks noChangeArrowheads="1"/>
              </p:cNvSpPr>
              <p:nvPr/>
            </p:nvSpPr>
            <p:spPr bwMode="auto">
              <a:xfrm>
                <a:off x="3845" y="264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4</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28" name="Rectangle 253">
                <a:extLst>
                  <a:ext uri="{FF2B5EF4-FFF2-40B4-BE49-F238E27FC236}">
                    <a16:creationId xmlns:a16="http://schemas.microsoft.com/office/drawing/2014/main" id="{FAAAC151-6867-4A0C-85DD-8796EB29C6B5}"/>
                  </a:ext>
                </a:extLst>
              </p:cNvPr>
              <p:cNvSpPr>
                <a:spLocks noChangeArrowheads="1"/>
              </p:cNvSpPr>
              <p:nvPr/>
            </p:nvSpPr>
            <p:spPr bwMode="auto">
              <a:xfrm>
                <a:off x="3930" y="2644"/>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29" name="Rectangle 254">
                <a:extLst>
                  <a:ext uri="{FF2B5EF4-FFF2-40B4-BE49-F238E27FC236}">
                    <a16:creationId xmlns:a16="http://schemas.microsoft.com/office/drawing/2014/main" id="{26878456-4D77-462D-A916-DF4D8B9BE462}"/>
                  </a:ext>
                </a:extLst>
              </p:cNvPr>
              <p:cNvSpPr>
                <a:spLocks noChangeArrowheads="1"/>
              </p:cNvSpPr>
              <p:nvPr/>
            </p:nvSpPr>
            <p:spPr bwMode="auto">
              <a:xfrm>
                <a:off x="4202" y="2646"/>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1</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30" name="Rectangle 255">
                <a:extLst>
                  <a:ext uri="{FF2B5EF4-FFF2-40B4-BE49-F238E27FC236}">
                    <a16:creationId xmlns:a16="http://schemas.microsoft.com/office/drawing/2014/main" id="{64494B31-71BC-4DE6-9A21-F591FDA84F50}"/>
                  </a:ext>
                </a:extLst>
              </p:cNvPr>
              <p:cNvSpPr>
                <a:spLocks noChangeArrowheads="1"/>
              </p:cNvSpPr>
              <p:nvPr/>
            </p:nvSpPr>
            <p:spPr bwMode="auto">
              <a:xfrm>
                <a:off x="4301" y="2646"/>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31" name="Rectangle 256">
                <a:extLst>
                  <a:ext uri="{FF2B5EF4-FFF2-40B4-BE49-F238E27FC236}">
                    <a16:creationId xmlns:a16="http://schemas.microsoft.com/office/drawing/2014/main" id="{BB86EBAF-2B6A-475C-9782-973202BE897A}"/>
                  </a:ext>
                </a:extLst>
              </p:cNvPr>
              <p:cNvSpPr>
                <a:spLocks noChangeArrowheads="1"/>
              </p:cNvSpPr>
              <p:nvPr/>
            </p:nvSpPr>
            <p:spPr bwMode="auto">
              <a:xfrm>
                <a:off x="4774" y="2670"/>
                <a:ext cx="9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latin typeface="宋体" panose="02010600030101010101" pitchFamily="2" charset="-122"/>
                    <a:ea typeface="宋体" panose="02010600030101010101" pitchFamily="2" charset="-122"/>
                  </a:rPr>
                  <a:t>-</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32" name="Rectangle 257">
                <a:extLst>
                  <a:ext uri="{FF2B5EF4-FFF2-40B4-BE49-F238E27FC236}">
                    <a16:creationId xmlns:a16="http://schemas.microsoft.com/office/drawing/2014/main" id="{281BDF63-9A59-4A6C-AEFA-FDCDD73ED01C}"/>
                  </a:ext>
                </a:extLst>
              </p:cNvPr>
              <p:cNvSpPr>
                <a:spLocks noChangeArrowheads="1"/>
              </p:cNvSpPr>
              <p:nvPr/>
            </p:nvSpPr>
            <p:spPr bwMode="auto">
              <a:xfrm>
                <a:off x="4873" y="266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4</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33" name="Rectangle 258">
                <a:extLst>
                  <a:ext uri="{FF2B5EF4-FFF2-40B4-BE49-F238E27FC236}">
                    <a16:creationId xmlns:a16="http://schemas.microsoft.com/office/drawing/2014/main" id="{14E15DC1-6C30-4C67-A9BC-78C729C99144}"/>
                  </a:ext>
                </a:extLst>
              </p:cNvPr>
              <p:cNvSpPr>
                <a:spLocks noChangeArrowheads="1"/>
              </p:cNvSpPr>
              <p:nvPr/>
            </p:nvSpPr>
            <p:spPr bwMode="auto">
              <a:xfrm>
                <a:off x="4972" y="2660"/>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34" name="Rectangle 259">
                <a:extLst>
                  <a:ext uri="{FF2B5EF4-FFF2-40B4-BE49-F238E27FC236}">
                    <a16:creationId xmlns:a16="http://schemas.microsoft.com/office/drawing/2014/main" id="{D0502E9F-5713-463F-A24C-A1C1338558EF}"/>
                  </a:ext>
                </a:extLst>
              </p:cNvPr>
              <p:cNvSpPr>
                <a:spLocks noChangeArrowheads="1"/>
              </p:cNvSpPr>
              <p:nvPr/>
            </p:nvSpPr>
            <p:spPr bwMode="auto">
              <a:xfrm>
                <a:off x="3965" y="2633"/>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35" name="Line 260">
                <a:extLst>
                  <a:ext uri="{FF2B5EF4-FFF2-40B4-BE49-F238E27FC236}">
                    <a16:creationId xmlns:a16="http://schemas.microsoft.com/office/drawing/2014/main" id="{E7C5EB53-2E6A-449B-9E54-9E358ECCA62C}"/>
                  </a:ext>
                </a:extLst>
              </p:cNvPr>
              <p:cNvSpPr>
                <a:spLocks noChangeShapeType="1"/>
              </p:cNvSpPr>
              <p:nvPr/>
            </p:nvSpPr>
            <p:spPr bwMode="auto">
              <a:xfrm>
                <a:off x="3965" y="263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36" name="Line 261">
                <a:extLst>
                  <a:ext uri="{FF2B5EF4-FFF2-40B4-BE49-F238E27FC236}">
                    <a16:creationId xmlns:a16="http://schemas.microsoft.com/office/drawing/2014/main" id="{20879B6E-E9C9-49BC-80D5-3F07C660516D}"/>
                  </a:ext>
                </a:extLst>
              </p:cNvPr>
              <p:cNvSpPr>
                <a:spLocks noChangeShapeType="1"/>
              </p:cNvSpPr>
              <p:nvPr/>
            </p:nvSpPr>
            <p:spPr bwMode="auto">
              <a:xfrm>
                <a:off x="3965" y="2633"/>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37" name="Rectangle 262">
                <a:extLst>
                  <a:ext uri="{FF2B5EF4-FFF2-40B4-BE49-F238E27FC236}">
                    <a16:creationId xmlns:a16="http://schemas.microsoft.com/office/drawing/2014/main" id="{74B6D446-5AA9-49AD-BB44-B760AF396FEE}"/>
                  </a:ext>
                </a:extLst>
              </p:cNvPr>
              <p:cNvSpPr>
                <a:spLocks noChangeArrowheads="1"/>
              </p:cNvSpPr>
              <p:nvPr/>
            </p:nvSpPr>
            <p:spPr bwMode="auto">
              <a:xfrm>
                <a:off x="3974" y="2633"/>
                <a:ext cx="55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38" name="Line 263">
                <a:extLst>
                  <a:ext uri="{FF2B5EF4-FFF2-40B4-BE49-F238E27FC236}">
                    <a16:creationId xmlns:a16="http://schemas.microsoft.com/office/drawing/2014/main" id="{35C416C5-F37F-42A6-942E-4C02A2EDEDAA}"/>
                  </a:ext>
                </a:extLst>
              </p:cNvPr>
              <p:cNvSpPr>
                <a:spLocks noChangeShapeType="1"/>
              </p:cNvSpPr>
              <p:nvPr/>
            </p:nvSpPr>
            <p:spPr bwMode="auto">
              <a:xfrm>
                <a:off x="3974" y="2633"/>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39" name="Rectangle 264">
                <a:extLst>
                  <a:ext uri="{FF2B5EF4-FFF2-40B4-BE49-F238E27FC236}">
                    <a16:creationId xmlns:a16="http://schemas.microsoft.com/office/drawing/2014/main" id="{6A86D7DD-48E6-4933-A4F1-FA72E7339F12}"/>
                  </a:ext>
                </a:extLst>
              </p:cNvPr>
              <p:cNvSpPr>
                <a:spLocks noChangeArrowheads="1"/>
              </p:cNvSpPr>
              <p:nvPr/>
            </p:nvSpPr>
            <p:spPr bwMode="auto">
              <a:xfrm>
                <a:off x="4530" y="2633"/>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0" name="Line 265">
                <a:extLst>
                  <a:ext uri="{FF2B5EF4-FFF2-40B4-BE49-F238E27FC236}">
                    <a16:creationId xmlns:a16="http://schemas.microsoft.com/office/drawing/2014/main" id="{E1C85F37-B9F1-4AA3-801B-5DED3F269302}"/>
                  </a:ext>
                </a:extLst>
              </p:cNvPr>
              <p:cNvSpPr>
                <a:spLocks noChangeShapeType="1"/>
              </p:cNvSpPr>
              <p:nvPr/>
            </p:nvSpPr>
            <p:spPr bwMode="auto">
              <a:xfrm>
                <a:off x="4530" y="263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1" name="Line 266">
                <a:extLst>
                  <a:ext uri="{FF2B5EF4-FFF2-40B4-BE49-F238E27FC236}">
                    <a16:creationId xmlns:a16="http://schemas.microsoft.com/office/drawing/2014/main" id="{A58B9581-99D3-4C65-9C1B-73EE55B26376}"/>
                  </a:ext>
                </a:extLst>
              </p:cNvPr>
              <p:cNvSpPr>
                <a:spLocks noChangeShapeType="1"/>
              </p:cNvSpPr>
              <p:nvPr/>
            </p:nvSpPr>
            <p:spPr bwMode="auto">
              <a:xfrm>
                <a:off x="4530" y="2633"/>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2" name="Rectangle 267">
                <a:extLst>
                  <a:ext uri="{FF2B5EF4-FFF2-40B4-BE49-F238E27FC236}">
                    <a16:creationId xmlns:a16="http://schemas.microsoft.com/office/drawing/2014/main" id="{271723B6-4B5A-47AA-BB74-B1B39C793D39}"/>
                  </a:ext>
                </a:extLst>
              </p:cNvPr>
              <p:cNvSpPr>
                <a:spLocks noChangeArrowheads="1"/>
              </p:cNvSpPr>
              <p:nvPr/>
            </p:nvSpPr>
            <p:spPr bwMode="auto">
              <a:xfrm>
                <a:off x="4539" y="2633"/>
                <a:ext cx="66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3" name="Line 268">
                <a:extLst>
                  <a:ext uri="{FF2B5EF4-FFF2-40B4-BE49-F238E27FC236}">
                    <a16:creationId xmlns:a16="http://schemas.microsoft.com/office/drawing/2014/main" id="{D935E696-90CB-4C36-B1BE-A7088BBDEEF4}"/>
                  </a:ext>
                </a:extLst>
              </p:cNvPr>
              <p:cNvSpPr>
                <a:spLocks noChangeShapeType="1"/>
              </p:cNvSpPr>
              <p:nvPr/>
            </p:nvSpPr>
            <p:spPr bwMode="auto">
              <a:xfrm>
                <a:off x="4539" y="2633"/>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4" name="Rectangle 269">
                <a:extLst>
                  <a:ext uri="{FF2B5EF4-FFF2-40B4-BE49-F238E27FC236}">
                    <a16:creationId xmlns:a16="http://schemas.microsoft.com/office/drawing/2014/main" id="{43C540E7-E138-4028-8447-238C9F584DA4}"/>
                  </a:ext>
                </a:extLst>
              </p:cNvPr>
              <p:cNvSpPr>
                <a:spLocks noChangeArrowheads="1"/>
              </p:cNvSpPr>
              <p:nvPr/>
            </p:nvSpPr>
            <p:spPr bwMode="auto">
              <a:xfrm>
                <a:off x="5207" y="263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5" name="Line 270">
                <a:extLst>
                  <a:ext uri="{FF2B5EF4-FFF2-40B4-BE49-F238E27FC236}">
                    <a16:creationId xmlns:a16="http://schemas.microsoft.com/office/drawing/2014/main" id="{0723948B-9774-493A-97ED-83F76BC38BA4}"/>
                  </a:ext>
                </a:extLst>
              </p:cNvPr>
              <p:cNvSpPr>
                <a:spLocks noChangeShapeType="1"/>
              </p:cNvSpPr>
              <p:nvPr/>
            </p:nvSpPr>
            <p:spPr bwMode="auto">
              <a:xfrm>
                <a:off x="5207" y="2633"/>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6" name="Line 271">
                <a:extLst>
                  <a:ext uri="{FF2B5EF4-FFF2-40B4-BE49-F238E27FC236}">
                    <a16:creationId xmlns:a16="http://schemas.microsoft.com/office/drawing/2014/main" id="{AC514D99-FAC0-4A8D-8F7B-80F74663ED33}"/>
                  </a:ext>
                </a:extLst>
              </p:cNvPr>
              <p:cNvSpPr>
                <a:spLocks noChangeShapeType="1"/>
              </p:cNvSpPr>
              <p:nvPr/>
            </p:nvSpPr>
            <p:spPr bwMode="auto">
              <a:xfrm>
                <a:off x="5207" y="2633"/>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7" name="Rectangle 272">
                <a:extLst>
                  <a:ext uri="{FF2B5EF4-FFF2-40B4-BE49-F238E27FC236}">
                    <a16:creationId xmlns:a16="http://schemas.microsoft.com/office/drawing/2014/main" id="{341D46F4-A084-49E0-A22D-4FE5FB2216B2}"/>
                  </a:ext>
                </a:extLst>
              </p:cNvPr>
              <p:cNvSpPr>
                <a:spLocks noChangeArrowheads="1"/>
              </p:cNvSpPr>
              <p:nvPr/>
            </p:nvSpPr>
            <p:spPr bwMode="auto">
              <a:xfrm>
                <a:off x="3965" y="2642"/>
                <a:ext cx="9" cy="24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8" name="Line 273">
                <a:extLst>
                  <a:ext uri="{FF2B5EF4-FFF2-40B4-BE49-F238E27FC236}">
                    <a16:creationId xmlns:a16="http://schemas.microsoft.com/office/drawing/2014/main" id="{40840847-8D56-4E7C-B259-8ADF2AE2F608}"/>
                  </a:ext>
                </a:extLst>
              </p:cNvPr>
              <p:cNvSpPr>
                <a:spLocks noChangeShapeType="1"/>
              </p:cNvSpPr>
              <p:nvPr/>
            </p:nvSpPr>
            <p:spPr bwMode="auto">
              <a:xfrm>
                <a:off x="3965" y="2642"/>
                <a:ext cx="1" cy="2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49" name="Rectangle 274">
                <a:extLst>
                  <a:ext uri="{FF2B5EF4-FFF2-40B4-BE49-F238E27FC236}">
                    <a16:creationId xmlns:a16="http://schemas.microsoft.com/office/drawing/2014/main" id="{336807A7-10F5-411F-B590-EDD61C3561FE}"/>
                  </a:ext>
                </a:extLst>
              </p:cNvPr>
              <p:cNvSpPr>
                <a:spLocks noChangeArrowheads="1"/>
              </p:cNvSpPr>
              <p:nvPr/>
            </p:nvSpPr>
            <p:spPr bwMode="auto">
              <a:xfrm>
                <a:off x="4530" y="2642"/>
                <a:ext cx="9" cy="24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50" name="Line 275">
                <a:extLst>
                  <a:ext uri="{FF2B5EF4-FFF2-40B4-BE49-F238E27FC236}">
                    <a16:creationId xmlns:a16="http://schemas.microsoft.com/office/drawing/2014/main" id="{49E46C2D-0393-4B47-A954-CCA88AC8C600}"/>
                  </a:ext>
                </a:extLst>
              </p:cNvPr>
              <p:cNvSpPr>
                <a:spLocks noChangeShapeType="1"/>
              </p:cNvSpPr>
              <p:nvPr/>
            </p:nvSpPr>
            <p:spPr bwMode="auto">
              <a:xfrm>
                <a:off x="4530" y="2642"/>
                <a:ext cx="1" cy="2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51" name="Rectangle 276">
                <a:extLst>
                  <a:ext uri="{FF2B5EF4-FFF2-40B4-BE49-F238E27FC236}">
                    <a16:creationId xmlns:a16="http://schemas.microsoft.com/office/drawing/2014/main" id="{9860AE39-0FDC-4C69-845E-E004D9F9ADF4}"/>
                  </a:ext>
                </a:extLst>
              </p:cNvPr>
              <p:cNvSpPr>
                <a:spLocks noChangeArrowheads="1"/>
              </p:cNvSpPr>
              <p:nvPr/>
            </p:nvSpPr>
            <p:spPr bwMode="auto">
              <a:xfrm>
                <a:off x="5207" y="2642"/>
                <a:ext cx="10" cy="24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52" name="Line 277">
                <a:extLst>
                  <a:ext uri="{FF2B5EF4-FFF2-40B4-BE49-F238E27FC236}">
                    <a16:creationId xmlns:a16="http://schemas.microsoft.com/office/drawing/2014/main" id="{C1B7295F-52A2-4767-BC5D-8C23590A0D9B}"/>
                  </a:ext>
                </a:extLst>
              </p:cNvPr>
              <p:cNvSpPr>
                <a:spLocks noChangeShapeType="1"/>
              </p:cNvSpPr>
              <p:nvPr/>
            </p:nvSpPr>
            <p:spPr bwMode="auto">
              <a:xfrm>
                <a:off x="5207" y="2642"/>
                <a:ext cx="1" cy="2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53" name="Rectangle 278">
                <a:extLst>
                  <a:ext uri="{FF2B5EF4-FFF2-40B4-BE49-F238E27FC236}">
                    <a16:creationId xmlns:a16="http://schemas.microsoft.com/office/drawing/2014/main" id="{FBFFA267-0A50-4B2F-BB86-28808B6E0B7A}"/>
                  </a:ext>
                </a:extLst>
              </p:cNvPr>
              <p:cNvSpPr>
                <a:spLocks noChangeArrowheads="1"/>
              </p:cNvSpPr>
              <p:nvPr/>
            </p:nvSpPr>
            <p:spPr bwMode="auto">
              <a:xfrm>
                <a:off x="3845" y="290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5</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54" name="Rectangle 279">
                <a:extLst>
                  <a:ext uri="{FF2B5EF4-FFF2-40B4-BE49-F238E27FC236}">
                    <a16:creationId xmlns:a16="http://schemas.microsoft.com/office/drawing/2014/main" id="{428D43F2-9CED-42E1-8E47-531011E600EC}"/>
                  </a:ext>
                </a:extLst>
              </p:cNvPr>
              <p:cNvSpPr>
                <a:spLocks noChangeArrowheads="1"/>
              </p:cNvSpPr>
              <p:nvPr/>
            </p:nvSpPr>
            <p:spPr bwMode="auto">
              <a:xfrm>
                <a:off x="3930" y="290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55" name="Rectangle 280">
                <a:extLst>
                  <a:ext uri="{FF2B5EF4-FFF2-40B4-BE49-F238E27FC236}">
                    <a16:creationId xmlns:a16="http://schemas.microsoft.com/office/drawing/2014/main" id="{2F6BD704-DCC4-4282-A5E1-622AFEBAD5BD}"/>
                  </a:ext>
                </a:extLst>
              </p:cNvPr>
              <p:cNvSpPr>
                <a:spLocks noChangeArrowheads="1"/>
              </p:cNvSpPr>
              <p:nvPr/>
            </p:nvSpPr>
            <p:spPr bwMode="auto">
              <a:xfrm>
                <a:off x="4202" y="290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5</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56" name="Rectangle 281">
                <a:extLst>
                  <a:ext uri="{FF2B5EF4-FFF2-40B4-BE49-F238E27FC236}">
                    <a16:creationId xmlns:a16="http://schemas.microsoft.com/office/drawing/2014/main" id="{08929647-0B43-4BAC-BC66-F0D404B67E8C}"/>
                  </a:ext>
                </a:extLst>
              </p:cNvPr>
              <p:cNvSpPr>
                <a:spLocks noChangeArrowheads="1"/>
              </p:cNvSpPr>
              <p:nvPr/>
            </p:nvSpPr>
            <p:spPr bwMode="auto">
              <a:xfrm>
                <a:off x="4301" y="2902"/>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57" name="Rectangle 282">
                <a:extLst>
                  <a:ext uri="{FF2B5EF4-FFF2-40B4-BE49-F238E27FC236}">
                    <a16:creationId xmlns:a16="http://schemas.microsoft.com/office/drawing/2014/main" id="{014350EB-2960-4977-9F40-8C034709728B}"/>
                  </a:ext>
                </a:extLst>
              </p:cNvPr>
              <p:cNvSpPr>
                <a:spLocks noChangeArrowheads="1"/>
              </p:cNvSpPr>
              <p:nvPr/>
            </p:nvSpPr>
            <p:spPr bwMode="auto">
              <a:xfrm>
                <a:off x="4823" y="290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3</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58" name="Rectangle 283">
                <a:extLst>
                  <a:ext uri="{FF2B5EF4-FFF2-40B4-BE49-F238E27FC236}">
                    <a16:creationId xmlns:a16="http://schemas.microsoft.com/office/drawing/2014/main" id="{70DF4064-5513-4503-949F-DDD7F954BCBA}"/>
                  </a:ext>
                </a:extLst>
              </p:cNvPr>
              <p:cNvSpPr>
                <a:spLocks noChangeArrowheads="1"/>
              </p:cNvSpPr>
              <p:nvPr/>
            </p:nvSpPr>
            <p:spPr bwMode="auto">
              <a:xfrm>
                <a:off x="4923" y="2902"/>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59" name="Rectangle 284">
                <a:extLst>
                  <a:ext uri="{FF2B5EF4-FFF2-40B4-BE49-F238E27FC236}">
                    <a16:creationId xmlns:a16="http://schemas.microsoft.com/office/drawing/2014/main" id="{70CD7345-7BBA-414D-BAB9-8C300D56E83E}"/>
                  </a:ext>
                </a:extLst>
              </p:cNvPr>
              <p:cNvSpPr>
                <a:spLocks noChangeArrowheads="1"/>
              </p:cNvSpPr>
              <p:nvPr/>
            </p:nvSpPr>
            <p:spPr bwMode="auto">
              <a:xfrm>
                <a:off x="3965" y="2890"/>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0" name="Line 285">
                <a:extLst>
                  <a:ext uri="{FF2B5EF4-FFF2-40B4-BE49-F238E27FC236}">
                    <a16:creationId xmlns:a16="http://schemas.microsoft.com/office/drawing/2014/main" id="{7890ABB8-CC33-4CA7-A51B-8430824221CC}"/>
                  </a:ext>
                </a:extLst>
              </p:cNvPr>
              <p:cNvSpPr>
                <a:spLocks noChangeShapeType="1"/>
              </p:cNvSpPr>
              <p:nvPr/>
            </p:nvSpPr>
            <p:spPr bwMode="auto">
              <a:xfrm>
                <a:off x="3965" y="2890"/>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1" name="Line 286">
                <a:extLst>
                  <a:ext uri="{FF2B5EF4-FFF2-40B4-BE49-F238E27FC236}">
                    <a16:creationId xmlns:a16="http://schemas.microsoft.com/office/drawing/2014/main" id="{6A42B661-E2F5-47F8-8576-EAEC58D49E41}"/>
                  </a:ext>
                </a:extLst>
              </p:cNvPr>
              <p:cNvSpPr>
                <a:spLocks noChangeShapeType="1"/>
              </p:cNvSpPr>
              <p:nvPr/>
            </p:nvSpPr>
            <p:spPr bwMode="auto">
              <a:xfrm>
                <a:off x="3965" y="2890"/>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2" name="Rectangle 287">
                <a:extLst>
                  <a:ext uri="{FF2B5EF4-FFF2-40B4-BE49-F238E27FC236}">
                    <a16:creationId xmlns:a16="http://schemas.microsoft.com/office/drawing/2014/main" id="{13C53B0B-554E-4F88-8B95-1807C4AF6910}"/>
                  </a:ext>
                </a:extLst>
              </p:cNvPr>
              <p:cNvSpPr>
                <a:spLocks noChangeArrowheads="1"/>
              </p:cNvSpPr>
              <p:nvPr/>
            </p:nvSpPr>
            <p:spPr bwMode="auto">
              <a:xfrm>
                <a:off x="3974" y="2890"/>
                <a:ext cx="556"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3" name="Line 288">
                <a:extLst>
                  <a:ext uri="{FF2B5EF4-FFF2-40B4-BE49-F238E27FC236}">
                    <a16:creationId xmlns:a16="http://schemas.microsoft.com/office/drawing/2014/main" id="{70D886F3-C7FE-45D3-9FE1-A210E613DB9E}"/>
                  </a:ext>
                </a:extLst>
              </p:cNvPr>
              <p:cNvSpPr>
                <a:spLocks noChangeShapeType="1"/>
              </p:cNvSpPr>
              <p:nvPr/>
            </p:nvSpPr>
            <p:spPr bwMode="auto">
              <a:xfrm>
                <a:off x="3974" y="2890"/>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4" name="Rectangle 289">
                <a:extLst>
                  <a:ext uri="{FF2B5EF4-FFF2-40B4-BE49-F238E27FC236}">
                    <a16:creationId xmlns:a16="http://schemas.microsoft.com/office/drawing/2014/main" id="{7373693C-82F7-498F-AC19-B24BA03BDD72}"/>
                  </a:ext>
                </a:extLst>
              </p:cNvPr>
              <p:cNvSpPr>
                <a:spLocks noChangeArrowheads="1"/>
              </p:cNvSpPr>
              <p:nvPr/>
            </p:nvSpPr>
            <p:spPr bwMode="auto">
              <a:xfrm>
                <a:off x="4530" y="2890"/>
                <a:ext cx="9"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5" name="Line 290">
                <a:extLst>
                  <a:ext uri="{FF2B5EF4-FFF2-40B4-BE49-F238E27FC236}">
                    <a16:creationId xmlns:a16="http://schemas.microsoft.com/office/drawing/2014/main" id="{11EA659A-4AC3-4E29-A658-EB3E4F19B6B4}"/>
                  </a:ext>
                </a:extLst>
              </p:cNvPr>
              <p:cNvSpPr>
                <a:spLocks noChangeShapeType="1"/>
              </p:cNvSpPr>
              <p:nvPr/>
            </p:nvSpPr>
            <p:spPr bwMode="auto">
              <a:xfrm>
                <a:off x="4530" y="2890"/>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6" name="Line 291">
                <a:extLst>
                  <a:ext uri="{FF2B5EF4-FFF2-40B4-BE49-F238E27FC236}">
                    <a16:creationId xmlns:a16="http://schemas.microsoft.com/office/drawing/2014/main" id="{5405CF3F-CEB0-4017-B61E-821BBAA872E9}"/>
                  </a:ext>
                </a:extLst>
              </p:cNvPr>
              <p:cNvSpPr>
                <a:spLocks noChangeShapeType="1"/>
              </p:cNvSpPr>
              <p:nvPr/>
            </p:nvSpPr>
            <p:spPr bwMode="auto">
              <a:xfrm>
                <a:off x="4530" y="2890"/>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7" name="Rectangle 292">
                <a:extLst>
                  <a:ext uri="{FF2B5EF4-FFF2-40B4-BE49-F238E27FC236}">
                    <a16:creationId xmlns:a16="http://schemas.microsoft.com/office/drawing/2014/main" id="{6C2AC1D2-372E-4BE5-BA7B-F117102CFE72}"/>
                  </a:ext>
                </a:extLst>
              </p:cNvPr>
              <p:cNvSpPr>
                <a:spLocks noChangeArrowheads="1"/>
              </p:cNvSpPr>
              <p:nvPr/>
            </p:nvSpPr>
            <p:spPr bwMode="auto">
              <a:xfrm>
                <a:off x="4539" y="2890"/>
                <a:ext cx="66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8" name="Line 293">
                <a:extLst>
                  <a:ext uri="{FF2B5EF4-FFF2-40B4-BE49-F238E27FC236}">
                    <a16:creationId xmlns:a16="http://schemas.microsoft.com/office/drawing/2014/main" id="{19EAEBB6-749C-4488-9A05-FD469064D692}"/>
                  </a:ext>
                </a:extLst>
              </p:cNvPr>
              <p:cNvSpPr>
                <a:spLocks noChangeShapeType="1"/>
              </p:cNvSpPr>
              <p:nvPr/>
            </p:nvSpPr>
            <p:spPr bwMode="auto">
              <a:xfrm>
                <a:off x="4539" y="2890"/>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69" name="Rectangle 294">
                <a:extLst>
                  <a:ext uri="{FF2B5EF4-FFF2-40B4-BE49-F238E27FC236}">
                    <a16:creationId xmlns:a16="http://schemas.microsoft.com/office/drawing/2014/main" id="{12E27494-5BA8-4A91-BD4E-76893DA032F1}"/>
                  </a:ext>
                </a:extLst>
              </p:cNvPr>
              <p:cNvSpPr>
                <a:spLocks noChangeArrowheads="1"/>
              </p:cNvSpPr>
              <p:nvPr/>
            </p:nvSpPr>
            <p:spPr bwMode="auto">
              <a:xfrm>
                <a:off x="5207" y="2890"/>
                <a:ext cx="10"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0" name="Line 295">
                <a:extLst>
                  <a:ext uri="{FF2B5EF4-FFF2-40B4-BE49-F238E27FC236}">
                    <a16:creationId xmlns:a16="http://schemas.microsoft.com/office/drawing/2014/main" id="{F8455F72-A0BD-4FF6-AABD-497F6688C855}"/>
                  </a:ext>
                </a:extLst>
              </p:cNvPr>
              <p:cNvSpPr>
                <a:spLocks noChangeShapeType="1"/>
              </p:cNvSpPr>
              <p:nvPr/>
            </p:nvSpPr>
            <p:spPr bwMode="auto">
              <a:xfrm>
                <a:off x="5207" y="2890"/>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1" name="Line 296">
                <a:extLst>
                  <a:ext uri="{FF2B5EF4-FFF2-40B4-BE49-F238E27FC236}">
                    <a16:creationId xmlns:a16="http://schemas.microsoft.com/office/drawing/2014/main" id="{546EC326-E40E-4EC6-83E2-45F8561E50CE}"/>
                  </a:ext>
                </a:extLst>
              </p:cNvPr>
              <p:cNvSpPr>
                <a:spLocks noChangeShapeType="1"/>
              </p:cNvSpPr>
              <p:nvPr/>
            </p:nvSpPr>
            <p:spPr bwMode="auto">
              <a:xfrm>
                <a:off x="5207" y="2890"/>
                <a:ext cx="1" cy="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2" name="Rectangle 297">
                <a:extLst>
                  <a:ext uri="{FF2B5EF4-FFF2-40B4-BE49-F238E27FC236}">
                    <a16:creationId xmlns:a16="http://schemas.microsoft.com/office/drawing/2014/main" id="{E0E0B382-7F6C-432B-958D-3DEF6828C71A}"/>
                  </a:ext>
                </a:extLst>
              </p:cNvPr>
              <p:cNvSpPr>
                <a:spLocks noChangeArrowheads="1"/>
              </p:cNvSpPr>
              <p:nvPr/>
            </p:nvSpPr>
            <p:spPr bwMode="auto">
              <a:xfrm>
                <a:off x="3965" y="2898"/>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3" name="Line 298">
                <a:extLst>
                  <a:ext uri="{FF2B5EF4-FFF2-40B4-BE49-F238E27FC236}">
                    <a16:creationId xmlns:a16="http://schemas.microsoft.com/office/drawing/2014/main" id="{E62DDEA5-878E-405A-A335-13B1FBC61F43}"/>
                  </a:ext>
                </a:extLst>
              </p:cNvPr>
              <p:cNvSpPr>
                <a:spLocks noChangeShapeType="1"/>
              </p:cNvSpPr>
              <p:nvPr/>
            </p:nvSpPr>
            <p:spPr bwMode="auto">
              <a:xfrm>
                <a:off x="3965" y="2898"/>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4" name="Rectangle 299">
                <a:extLst>
                  <a:ext uri="{FF2B5EF4-FFF2-40B4-BE49-F238E27FC236}">
                    <a16:creationId xmlns:a16="http://schemas.microsoft.com/office/drawing/2014/main" id="{28F58A33-6B07-4112-BF5E-44F40EC22D31}"/>
                  </a:ext>
                </a:extLst>
              </p:cNvPr>
              <p:cNvSpPr>
                <a:spLocks noChangeArrowheads="1"/>
              </p:cNvSpPr>
              <p:nvPr/>
            </p:nvSpPr>
            <p:spPr bwMode="auto">
              <a:xfrm>
                <a:off x="4530" y="2898"/>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5" name="Line 300">
                <a:extLst>
                  <a:ext uri="{FF2B5EF4-FFF2-40B4-BE49-F238E27FC236}">
                    <a16:creationId xmlns:a16="http://schemas.microsoft.com/office/drawing/2014/main" id="{14D84A22-2F31-43FB-9E9D-8F00DC1F443B}"/>
                  </a:ext>
                </a:extLst>
              </p:cNvPr>
              <p:cNvSpPr>
                <a:spLocks noChangeShapeType="1"/>
              </p:cNvSpPr>
              <p:nvPr/>
            </p:nvSpPr>
            <p:spPr bwMode="auto">
              <a:xfrm>
                <a:off x="4530" y="2898"/>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6" name="Rectangle 301">
                <a:extLst>
                  <a:ext uri="{FF2B5EF4-FFF2-40B4-BE49-F238E27FC236}">
                    <a16:creationId xmlns:a16="http://schemas.microsoft.com/office/drawing/2014/main" id="{8FE1FB1E-C488-4819-9900-09FEE2D521E4}"/>
                  </a:ext>
                </a:extLst>
              </p:cNvPr>
              <p:cNvSpPr>
                <a:spLocks noChangeArrowheads="1"/>
              </p:cNvSpPr>
              <p:nvPr/>
            </p:nvSpPr>
            <p:spPr bwMode="auto">
              <a:xfrm>
                <a:off x="5207" y="2898"/>
                <a:ext cx="10"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7" name="Line 302">
                <a:extLst>
                  <a:ext uri="{FF2B5EF4-FFF2-40B4-BE49-F238E27FC236}">
                    <a16:creationId xmlns:a16="http://schemas.microsoft.com/office/drawing/2014/main" id="{4FF37FB6-2EBF-4988-BD5B-7926CE4A3AAC}"/>
                  </a:ext>
                </a:extLst>
              </p:cNvPr>
              <p:cNvSpPr>
                <a:spLocks noChangeShapeType="1"/>
              </p:cNvSpPr>
              <p:nvPr/>
            </p:nvSpPr>
            <p:spPr bwMode="auto">
              <a:xfrm>
                <a:off x="5207" y="2898"/>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78" name="Rectangle 303">
                <a:extLst>
                  <a:ext uri="{FF2B5EF4-FFF2-40B4-BE49-F238E27FC236}">
                    <a16:creationId xmlns:a16="http://schemas.microsoft.com/office/drawing/2014/main" id="{3ABF9159-AA29-40D5-ACC7-9B8733A9CFB4}"/>
                  </a:ext>
                </a:extLst>
              </p:cNvPr>
              <p:cNvSpPr>
                <a:spLocks noChangeArrowheads="1"/>
              </p:cNvSpPr>
              <p:nvPr/>
            </p:nvSpPr>
            <p:spPr bwMode="auto">
              <a:xfrm>
                <a:off x="3845" y="3127"/>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6</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79" name="Rectangle 304">
                <a:extLst>
                  <a:ext uri="{FF2B5EF4-FFF2-40B4-BE49-F238E27FC236}">
                    <a16:creationId xmlns:a16="http://schemas.microsoft.com/office/drawing/2014/main" id="{607E8268-35D5-4DC6-84AF-D1D82E9AC57A}"/>
                  </a:ext>
                </a:extLst>
              </p:cNvPr>
              <p:cNvSpPr>
                <a:spLocks noChangeArrowheads="1"/>
              </p:cNvSpPr>
              <p:nvPr/>
            </p:nvSpPr>
            <p:spPr bwMode="auto">
              <a:xfrm>
                <a:off x="3930" y="3127"/>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80" name="Rectangle 305">
                <a:extLst>
                  <a:ext uri="{FF2B5EF4-FFF2-40B4-BE49-F238E27FC236}">
                    <a16:creationId xmlns:a16="http://schemas.microsoft.com/office/drawing/2014/main" id="{2F7DF951-2C75-40A8-BA60-97E7453061F1}"/>
                  </a:ext>
                </a:extLst>
              </p:cNvPr>
              <p:cNvSpPr>
                <a:spLocks noChangeArrowheads="1"/>
              </p:cNvSpPr>
              <p:nvPr/>
            </p:nvSpPr>
            <p:spPr bwMode="auto">
              <a:xfrm>
                <a:off x="4202" y="3129"/>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3</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81" name="Rectangle 306">
                <a:extLst>
                  <a:ext uri="{FF2B5EF4-FFF2-40B4-BE49-F238E27FC236}">
                    <a16:creationId xmlns:a16="http://schemas.microsoft.com/office/drawing/2014/main" id="{A4052867-0B28-4300-806A-371E27E686E3}"/>
                  </a:ext>
                </a:extLst>
              </p:cNvPr>
              <p:cNvSpPr>
                <a:spLocks noChangeArrowheads="1"/>
              </p:cNvSpPr>
              <p:nvPr/>
            </p:nvSpPr>
            <p:spPr bwMode="auto">
              <a:xfrm>
                <a:off x="4301" y="3129"/>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82" name="Rectangle 307">
                <a:extLst>
                  <a:ext uri="{FF2B5EF4-FFF2-40B4-BE49-F238E27FC236}">
                    <a16:creationId xmlns:a16="http://schemas.microsoft.com/office/drawing/2014/main" id="{6AA60110-A3C9-48D7-BDA3-FEC73A42A3C9}"/>
                  </a:ext>
                </a:extLst>
              </p:cNvPr>
              <p:cNvSpPr>
                <a:spLocks noChangeArrowheads="1"/>
              </p:cNvSpPr>
              <p:nvPr/>
            </p:nvSpPr>
            <p:spPr bwMode="auto">
              <a:xfrm>
                <a:off x="4823" y="3129"/>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8</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83" name="Rectangle 308">
                <a:extLst>
                  <a:ext uri="{FF2B5EF4-FFF2-40B4-BE49-F238E27FC236}">
                    <a16:creationId xmlns:a16="http://schemas.microsoft.com/office/drawing/2014/main" id="{DFCE931F-2698-4DC7-B552-C9C789E5DD0A}"/>
                  </a:ext>
                </a:extLst>
              </p:cNvPr>
              <p:cNvSpPr>
                <a:spLocks noChangeArrowheads="1"/>
              </p:cNvSpPr>
              <p:nvPr/>
            </p:nvSpPr>
            <p:spPr bwMode="auto">
              <a:xfrm>
                <a:off x="4923" y="3129"/>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784" name="Rectangle 309">
                <a:extLst>
                  <a:ext uri="{FF2B5EF4-FFF2-40B4-BE49-F238E27FC236}">
                    <a16:creationId xmlns:a16="http://schemas.microsoft.com/office/drawing/2014/main" id="{A2E17B52-9099-4F2A-BF93-B544A13EF85F}"/>
                  </a:ext>
                </a:extLst>
              </p:cNvPr>
              <p:cNvSpPr>
                <a:spLocks noChangeArrowheads="1"/>
              </p:cNvSpPr>
              <p:nvPr/>
            </p:nvSpPr>
            <p:spPr bwMode="auto">
              <a:xfrm>
                <a:off x="3965" y="311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85" name="Line 310">
                <a:extLst>
                  <a:ext uri="{FF2B5EF4-FFF2-40B4-BE49-F238E27FC236}">
                    <a16:creationId xmlns:a16="http://schemas.microsoft.com/office/drawing/2014/main" id="{E040F10F-0DF6-471A-867A-D50AC4EA5193}"/>
                  </a:ext>
                </a:extLst>
              </p:cNvPr>
              <p:cNvSpPr>
                <a:spLocks noChangeShapeType="1"/>
              </p:cNvSpPr>
              <p:nvPr/>
            </p:nvSpPr>
            <p:spPr bwMode="auto">
              <a:xfrm>
                <a:off x="3965" y="311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86" name="Line 311">
                <a:extLst>
                  <a:ext uri="{FF2B5EF4-FFF2-40B4-BE49-F238E27FC236}">
                    <a16:creationId xmlns:a16="http://schemas.microsoft.com/office/drawing/2014/main" id="{EF359949-B097-46E0-9703-C2AB0EE5D4EE}"/>
                  </a:ext>
                </a:extLst>
              </p:cNvPr>
              <p:cNvSpPr>
                <a:spLocks noChangeShapeType="1"/>
              </p:cNvSpPr>
              <p:nvPr/>
            </p:nvSpPr>
            <p:spPr bwMode="auto">
              <a:xfrm>
                <a:off x="3965" y="311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87" name="Rectangle 312">
                <a:extLst>
                  <a:ext uri="{FF2B5EF4-FFF2-40B4-BE49-F238E27FC236}">
                    <a16:creationId xmlns:a16="http://schemas.microsoft.com/office/drawing/2014/main" id="{E4BB2463-5374-4BE4-A30D-EE42BDA0C708}"/>
                  </a:ext>
                </a:extLst>
              </p:cNvPr>
              <p:cNvSpPr>
                <a:spLocks noChangeArrowheads="1"/>
              </p:cNvSpPr>
              <p:nvPr/>
            </p:nvSpPr>
            <p:spPr bwMode="auto">
              <a:xfrm>
                <a:off x="3974" y="3116"/>
                <a:ext cx="55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88" name="Line 313">
                <a:extLst>
                  <a:ext uri="{FF2B5EF4-FFF2-40B4-BE49-F238E27FC236}">
                    <a16:creationId xmlns:a16="http://schemas.microsoft.com/office/drawing/2014/main" id="{BBA09A29-3B84-42A2-841C-D28893F48FD8}"/>
                  </a:ext>
                </a:extLst>
              </p:cNvPr>
              <p:cNvSpPr>
                <a:spLocks noChangeShapeType="1"/>
              </p:cNvSpPr>
              <p:nvPr/>
            </p:nvSpPr>
            <p:spPr bwMode="auto">
              <a:xfrm>
                <a:off x="3974" y="3116"/>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89" name="Rectangle 314">
                <a:extLst>
                  <a:ext uri="{FF2B5EF4-FFF2-40B4-BE49-F238E27FC236}">
                    <a16:creationId xmlns:a16="http://schemas.microsoft.com/office/drawing/2014/main" id="{2E2D9F95-6A90-4AF4-B591-C941F84112D1}"/>
                  </a:ext>
                </a:extLst>
              </p:cNvPr>
              <p:cNvSpPr>
                <a:spLocks noChangeArrowheads="1"/>
              </p:cNvSpPr>
              <p:nvPr/>
            </p:nvSpPr>
            <p:spPr bwMode="auto">
              <a:xfrm>
                <a:off x="4530" y="311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0" name="Line 315">
                <a:extLst>
                  <a:ext uri="{FF2B5EF4-FFF2-40B4-BE49-F238E27FC236}">
                    <a16:creationId xmlns:a16="http://schemas.microsoft.com/office/drawing/2014/main" id="{BEA3F853-9286-4A31-B173-3352364A2E2F}"/>
                  </a:ext>
                </a:extLst>
              </p:cNvPr>
              <p:cNvSpPr>
                <a:spLocks noChangeShapeType="1"/>
              </p:cNvSpPr>
              <p:nvPr/>
            </p:nvSpPr>
            <p:spPr bwMode="auto">
              <a:xfrm>
                <a:off x="4530" y="311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1" name="Line 316">
                <a:extLst>
                  <a:ext uri="{FF2B5EF4-FFF2-40B4-BE49-F238E27FC236}">
                    <a16:creationId xmlns:a16="http://schemas.microsoft.com/office/drawing/2014/main" id="{D0340457-0247-467A-A746-9E3196BC4F40}"/>
                  </a:ext>
                </a:extLst>
              </p:cNvPr>
              <p:cNvSpPr>
                <a:spLocks noChangeShapeType="1"/>
              </p:cNvSpPr>
              <p:nvPr/>
            </p:nvSpPr>
            <p:spPr bwMode="auto">
              <a:xfrm>
                <a:off x="4530" y="311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2" name="Rectangle 317">
                <a:extLst>
                  <a:ext uri="{FF2B5EF4-FFF2-40B4-BE49-F238E27FC236}">
                    <a16:creationId xmlns:a16="http://schemas.microsoft.com/office/drawing/2014/main" id="{9CB8FDEF-3594-4DF4-AEEF-6E96932DC435}"/>
                  </a:ext>
                </a:extLst>
              </p:cNvPr>
              <p:cNvSpPr>
                <a:spLocks noChangeArrowheads="1"/>
              </p:cNvSpPr>
              <p:nvPr/>
            </p:nvSpPr>
            <p:spPr bwMode="auto">
              <a:xfrm>
                <a:off x="4539" y="3116"/>
                <a:ext cx="66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3" name="Line 318">
                <a:extLst>
                  <a:ext uri="{FF2B5EF4-FFF2-40B4-BE49-F238E27FC236}">
                    <a16:creationId xmlns:a16="http://schemas.microsoft.com/office/drawing/2014/main" id="{08577439-EB5E-42DF-AE43-CC69A3B9FC06}"/>
                  </a:ext>
                </a:extLst>
              </p:cNvPr>
              <p:cNvSpPr>
                <a:spLocks noChangeShapeType="1"/>
              </p:cNvSpPr>
              <p:nvPr/>
            </p:nvSpPr>
            <p:spPr bwMode="auto">
              <a:xfrm>
                <a:off x="4539" y="3116"/>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4" name="Rectangle 319">
                <a:extLst>
                  <a:ext uri="{FF2B5EF4-FFF2-40B4-BE49-F238E27FC236}">
                    <a16:creationId xmlns:a16="http://schemas.microsoft.com/office/drawing/2014/main" id="{D20E7058-E234-4956-8E9B-4B5BB74CB153}"/>
                  </a:ext>
                </a:extLst>
              </p:cNvPr>
              <p:cNvSpPr>
                <a:spLocks noChangeArrowheads="1"/>
              </p:cNvSpPr>
              <p:nvPr/>
            </p:nvSpPr>
            <p:spPr bwMode="auto">
              <a:xfrm>
                <a:off x="5207" y="311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5" name="Line 320">
                <a:extLst>
                  <a:ext uri="{FF2B5EF4-FFF2-40B4-BE49-F238E27FC236}">
                    <a16:creationId xmlns:a16="http://schemas.microsoft.com/office/drawing/2014/main" id="{B00A8D8F-94D1-46E1-A0F9-E45B4B5706E3}"/>
                  </a:ext>
                </a:extLst>
              </p:cNvPr>
              <p:cNvSpPr>
                <a:spLocks noChangeShapeType="1"/>
              </p:cNvSpPr>
              <p:nvPr/>
            </p:nvSpPr>
            <p:spPr bwMode="auto">
              <a:xfrm>
                <a:off x="5207" y="311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6" name="Line 321">
                <a:extLst>
                  <a:ext uri="{FF2B5EF4-FFF2-40B4-BE49-F238E27FC236}">
                    <a16:creationId xmlns:a16="http://schemas.microsoft.com/office/drawing/2014/main" id="{BD421F2B-6EDC-4D89-A606-9414295DBFC8}"/>
                  </a:ext>
                </a:extLst>
              </p:cNvPr>
              <p:cNvSpPr>
                <a:spLocks noChangeShapeType="1"/>
              </p:cNvSpPr>
              <p:nvPr/>
            </p:nvSpPr>
            <p:spPr bwMode="auto">
              <a:xfrm>
                <a:off x="5207" y="311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7" name="Rectangle 322">
                <a:extLst>
                  <a:ext uri="{FF2B5EF4-FFF2-40B4-BE49-F238E27FC236}">
                    <a16:creationId xmlns:a16="http://schemas.microsoft.com/office/drawing/2014/main" id="{5934FE00-9A0D-4D90-80BC-47658E51C254}"/>
                  </a:ext>
                </a:extLst>
              </p:cNvPr>
              <p:cNvSpPr>
                <a:spLocks noChangeArrowheads="1"/>
              </p:cNvSpPr>
              <p:nvPr/>
            </p:nvSpPr>
            <p:spPr bwMode="auto">
              <a:xfrm>
                <a:off x="3965" y="3125"/>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8" name="Line 323">
                <a:extLst>
                  <a:ext uri="{FF2B5EF4-FFF2-40B4-BE49-F238E27FC236}">
                    <a16:creationId xmlns:a16="http://schemas.microsoft.com/office/drawing/2014/main" id="{1F72A934-9AB4-4628-B6F5-4A61D458AA6D}"/>
                  </a:ext>
                </a:extLst>
              </p:cNvPr>
              <p:cNvSpPr>
                <a:spLocks noChangeShapeType="1"/>
              </p:cNvSpPr>
              <p:nvPr/>
            </p:nvSpPr>
            <p:spPr bwMode="auto">
              <a:xfrm>
                <a:off x="3965" y="3125"/>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799" name="Rectangle 324">
                <a:extLst>
                  <a:ext uri="{FF2B5EF4-FFF2-40B4-BE49-F238E27FC236}">
                    <a16:creationId xmlns:a16="http://schemas.microsoft.com/office/drawing/2014/main" id="{B39BD8F7-FBAE-4D7B-8FDE-54E9EF9C35D0}"/>
                  </a:ext>
                </a:extLst>
              </p:cNvPr>
              <p:cNvSpPr>
                <a:spLocks noChangeArrowheads="1"/>
              </p:cNvSpPr>
              <p:nvPr/>
            </p:nvSpPr>
            <p:spPr bwMode="auto">
              <a:xfrm>
                <a:off x="4530" y="3125"/>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800" name="Line 325">
                <a:extLst>
                  <a:ext uri="{FF2B5EF4-FFF2-40B4-BE49-F238E27FC236}">
                    <a16:creationId xmlns:a16="http://schemas.microsoft.com/office/drawing/2014/main" id="{F3D4B7F0-31C5-497E-A896-6ED401EC90E0}"/>
                  </a:ext>
                </a:extLst>
              </p:cNvPr>
              <p:cNvSpPr>
                <a:spLocks noChangeShapeType="1"/>
              </p:cNvSpPr>
              <p:nvPr/>
            </p:nvSpPr>
            <p:spPr bwMode="auto">
              <a:xfrm>
                <a:off x="4530" y="3125"/>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801" name="Rectangle 326">
                <a:extLst>
                  <a:ext uri="{FF2B5EF4-FFF2-40B4-BE49-F238E27FC236}">
                    <a16:creationId xmlns:a16="http://schemas.microsoft.com/office/drawing/2014/main" id="{BE29F1FD-874E-4A1D-A949-BD0CFEEA0FA5}"/>
                  </a:ext>
                </a:extLst>
              </p:cNvPr>
              <p:cNvSpPr>
                <a:spLocks noChangeArrowheads="1"/>
              </p:cNvSpPr>
              <p:nvPr/>
            </p:nvSpPr>
            <p:spPr bwMode="auto">
              <a:xfrm>
                <a:off x="5207" y="3125"/>
                <a:ext cx="10"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802" name="Line 327">
                <a:extLst>
                  <a:ext uri="{FF2B5EF4-FFF2-40B4-BE49-F238E27FC236}">
                    <a16:creationId xmlns:a16="http://schemas.microsoft.com/office/drawing/2014/main" id="{BCCF6627-0EC3-45C2-8630-5774822F928D}"/>
                  </a:ext>
                </a:extLst>
              </p:cNvPr>
              <p:cNvSpPr>
                <a:spLocks noChangeShapeType="1"/>
              </p:cNvSpPr>
              <p:nvPr/>
            </p:nvSpPr>
            <p:spPr bwMode="auto">
              <a:xfrm>
                <a:off x="5207" y="3125"/>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803" name="Rectangle 328">
                <a:extLst>
                  <a:ext uri="{FF2B5EF4-FFF2-40B4-BE49-F238E27FC236}">
                    <a16:creationId xmlns:a16="http://schemas.microsoft.com/office/drawing/2014/main" id="{37071665-DD06-4B3F-A0C4-A45492B1385D}"/>
                  </a:ext>
                </a:extLst>
              </p:cNvPr>
              <p:cNvSpPr>
                <a:spLocks noChangeArrowheads="1"/>
              </p:cNvSpPr>
              <p:nvPr/>
            </p:nvSpPr>
            <p:spPr bwMode="auto">
              <a:xfrm>
                <a:off x="3845" y="335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7</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804" name="Rectangle 329">
                <a:extLst>
                  <a:ext uri="{FF2B5EF4-FFF2-40B4-BE49-F238E27FC236}">
                    <a16:creationId xmlns:a16="http://schemas.microsoft.com/office/drawing/2014/main" id="{7E7D062F-2358-4A6A-8619-5B01167B6179}"/>
                  </a:ext>
                </a:extLst>
              </p:cNvPr>
              <p:cNvSpPr>
                <a:spLocks noChangeArrowheads="1"/>
              </p:cNvSpPr>
              <p:nvPr/>
            </p:nvSpPr>
            <p:spPr bwMode="auto">
              <a:xfrm>
                <a:off x="3930" y="3354"/>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805" name="Rectangle 330">
                <a:extLst>
                  <a:ext uri="{FF2B5EF4-FFF2-40B4-BE49-F238E27FC236}">
                    <a16:creationId xmlns:a16="http://schemas.microsoft.com/office/drawing/2014/main" id="{C2962793-650E-4E02-B008-EDC5013C1F30}"/>
                  </a:ext>
                </a:extLst>
              </p:cNvPr>
              <p:cNvSpPr>
                <a:spLocks noChangeArrowheads="1"/>
              </p:cNvSpPr>
              <p:nvPr/>
            </p:nvSpPr>
            <p:spPr bwMode="auto">
              <a:xfrm>
                <a:off x="4202" y="3356"/>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1</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806" name="Rectangle 331">
                <a:extLst>
                  <a:ext uri="{FF2B5EF4-FFF2-40B4-BE49-F238E27FC236}">
                    <a16:creationId xmlns:a16="http://schemas.microsoft.com/office/drawing/2014/main" id="{FEEA1960-3F51-4C4E-9A31-DA45B8755457}"/>
                  </a:ext>
                </a:extLst>
              </p:cNvPr>
              <p:cNvSpPr>
                <a:spLocks noChangeArrowheads="1"/>
              </p:cNvSpPr>
              <p:nvPr/>
            </p:nvSpPr>
            <p:spPr bwMode="auto">
              <a:xfrm>
                <a:off x="4301" y="3356"/>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grpSp>
        <p:sp>
          <p:nvSpPr>
            <p:cNvPr id="534" name="Rectangle 333">
              <a:extLst>
                <a:ext uri="{FF2B5EF4-FFF2-40B4-BE49-F238E27FC236}">
                  <a16:creationId xmlns:a16="http://schemas.microsoft.com/office/drawing/2014/main" id="{37B2C55D-561F-47B3-9B74-CCD3E5717A6C}"/>
                </a:ext>
              </a:extLst>
            </p:cNvPr>
            <p:cNvSpPr>
              <a:spLocks noChangeArrowheads="1"/>
            </p:cNvSpPr>
            <p:nvPr/>
          </p:nvSpPr>
          <p:spPr bwMode="auto">
            <a:xfrm>
              <a:off x="4774" y="3380"/>
              <a:ext cx="9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latin typeface="宋体" panose="02010600030101010101" pitchFamily="2" charset="-122"/>
                  <a:ea typeface="宋体" panose="02010600030101010101" pitchFamily="2" charset="-122"/>
                </a:rPr>
                <a:t>-</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35" name="Rectangle 334">
              <a:extLst>
                <a:ext uri="{FF2B5EF4-FFF2-40B4-BE49-F238E27FC236}">
                  <a16:creationId xmlns:a16="http://schemas.microsoft.com/office/drawing/2014/main" id="{5798F6B9-9B0C-419D-BBF9-D362AF504873}"/>
                </a:ext>
              </a:extLst>
            </p:cNvPr>
            <p:cNvSpPr>
              <a:spLocks noChangeArrowheads="1"/>
            </p:cNvSpPr>
            <p:nvPr/>
          </p:nvSpPr>
          <p:spPr bwMode="auto">
            <a:xfrm>
              <a:off x="4873" y="337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9</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36" name="Rectangle 335">
              <a:extLst>
                <a:ext uri="{FF2B5EF4-FFF2-40B4-BE49-F238E27FC236}">
                  <a16:creationId xmlns:a16="http://schemas.microsoft.com/office/drawing/2014/main" id="{878CD852-1DBA-4DA8-8E9B-D1BDD0152923}"/>
                </a:ext>
              </a:extLst>
            </p:cNvPr>
            <p:cNvSpPr>
              <a:spLocks noChangeArrowheads="1"/>
            </p:cNvSpPr>
            <p:nvPr/>
          </p:nvSpPr>
          <p:spPr bwMode="auto">
            <a:xfrm>
              <a:off x="4972" y="3370"/>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37" name="Rectangle 336">
              <a:extLst>
                <a:ext uri="{FF2B5EF4-FFF2-40B4-BE49-F238E27FC236}">
                  <a16:creationId xmlns:a16="http://schemas.microsoft.com/office/drawing/2014/main" id="{8951B23A-734D-41E5-A03F-B77CB9E88487}"/>
                </a:ext>
              </a:extLst>
            </p:cNvPr>
            <p:cNvSpPr>
              <a:spLocks noChangeArrowheads="1"/>
            </p:cNvSpPr>
            <p:nvPr/>
          </p:nvSpPr>
          <p:spPr bwMode="auto">
            <a:xfrm>
              <a:off x="3965" y="3343"/>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38" name="Line 337">
              <a:extLst>
                <a:ext uri="{FF2B5EF4-FFF2-40B4-BE49-F238E27FC236}">
                  <a16:creationId xmlns:a16="http://schemas.microsoft.com/office/drawing/2014/main" id="{1E9A613A-C0F5-4488-ABAB-79F32B95DFF7}"/>
                </a:ext>
              </a:extLst>
            </p:cNvPr>
            <p:cNvSpPr>
              <a:spLocks noChangeShapeType="1"/>
            </p:cNvSpPr>
            <p:nvPr/>
          </p:nvSpPr>
          <p:spPr bwMode="auto">
            <a:xfrm>
              <a:off x="3965" y="334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39" name="Line 338">
              <a:extLst>
                <a:ext uri="{FF2B5EF4-FFF2-40B4-BE49-F238E27FC236}">
                  <a16:creationId xmlns:a16="http://schemas.microsoft.com/office/drawing/2014/main" id="{6A350A10-C5B2-489C-B358-F5BC9A327E84}"/>
                </a:ext>
              </a:extLst>
            </p:cNvPr>
            <p:cNvSpPr>
              <a:spLocks noChangeShapeType="1"/>
            </p:cNvSpPr>
            <p:nvPr/>
          </p:nvSpPr>
          <p:spPr bwMode="auto">
            <a:xfrm>
              <a:off x="3965" y="3343"/>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0" name="Rectangle 339">
              <a:extLst>
                <a:ext uri="{FF2B5EF4-FFF2-40B4-BE49-F238E27FC236}">
                  <a16:creationId xmlns:a16="http://schemas.microsoft.com/office/drawing/2014/main" id="{9F77B3E1-4CE4-47D8-9F1B-63E5F995AB9B}"/>
                </a:ext>
              </a:extLst>
            </p:cNvPr>
            <p:cNvSpPr>
              <a:spLocks noChangeArrowheads="1"/>
            </p:cNvSpPr>
            <p:nvPr/>
          </p:nvSpPr>
          <p:spPr bwMode="auto">
            <a:xfrm>
              <a:off x="3974" y="3343"/>
              <a:ext cx="55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1" name="Line 340">
              <a:extLst>
                <a:ext uri="{FF2B5EF4-FFF2-40B4-BE49-F238E27FC236}">
                  <a16:creationId xmlns:a16="http://schemas.microsoft.com/office/drawing/2014/main" id="{1C5646DA-A7D2-41E6-B1AD-821843485874}"/>
                </a:ext>
              </a:extLst>
            </p:cNvPr>
            <p:cNvSpPr>
              <a:spLocks noChangeShapeType="1"/>
            </p:cNvSpPr>
            <p:nvPr/>
          </p:nvSpPr>
          <p:spPr bwMode="auto">
            <a:xfrm>
              <a:off x="3974" y="3343"/>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2" name="Rectangle 341">
              <a:extLst>
                <a:ext uri="{FF2B5EF4-FFF2-40B4-BE49-F238E27FC236}">
                  <a16:creationId xmlns:a16="http://schemas.microsoft.com/office/drawing/2014/main" id="{AC246441-2C4B-41A4-8EB9-B8110E7CC2B4}"/>
                </a:ext>
              </a:extLst>
            </p:cNvPr>
            <p:cNvSpPr>
              <a:spLocks noChangeArrowheads="1"/>
            </p:cNvSpPr>
            <p:nvPr/>
          </p:nvSpPr>
          <p:spPr bwMode="auto">
            <a:xfrm>
              <a:off x="4530" y="3343"/>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3" name="Line 342">
              <a:extLst>
                <a:ext uri="{FF2B5EF4-FFF2-40B4-BE49-F238E27FC236}">
                  <a16:creationId xmlns:a16="http://schemas.microsoft.com/office/drawing/2014/main" id="{05F5BA25-3874-42BB-98C9-BF7380CD0B8C}"/>
                </a:ext>
              </a:extLst>
            </p:cNvPr>
            <p:cNvSpPr>
              <a:spLocks noChangeShapeType="1"/>
            </p:cNvSpPr>
            <p:nvPr/>
          </p:nvSpPr>
          <p:spPr bwMode="auto">
            <a:xfrm>
              <a:off x="4530" y="3343"/>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4" name="Line 343">
              <a:extLst>
                <a:ext uri="{FF2B5EF4-FFF2-40B4-BE49-F238E27FC236}">
                  <a16:creationId xmlns:a16="http://schemas.microsoft.com/office/drawing/2014/main" id="{57802141-D59F-4366-8F7C-51E4C22569A2}"/>
                </a:ext>
              </a:extLst>
            </p:cNvPr>
            <p:cNvSpPr>
              <a:spLocks noChangeShapeType="1"/>
            </p:cNvSpPr>
            <p:nvPr/>
          </p:nvSpPr>
          <p:spPr bwMode="auto">
            <a:xfrm>
              <a:off x="4530" y="3343"/>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5" name="Rectangle 344">
              <a:extLst>
                <a:ext uri="{FF2B5EF4-FFF2-40B4-BE49-F238E27FC236}">
                  <a16:creationId xmlns:a16="http://schemas.microsoft.com/office/drawing/2014/main" id="{4F93D69D-7723-44E6-A556-9AA694FD197B}"/>
                </a:ext>
              </a:extLst>
            </p:cNvPr>
            <p:cNvSpPr>
              <a:spLocks noChangeArrowheads="1"/>
            </p:cNvSpPr>
            <p:nvPr/>
          </p:nvSpPr>
          <p:spPr bwMode="auto">
            <a:xfrm>
              <a:off x="4539" y="3343"/>
              <a:ext cx="66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6" name="Line 345">
              <a:extLst>
                <a:ext uri="{FF2B5EF4-FFF2-40B4-BE49-F238E27FC236}">
                  <a16:creationId xmlns:a16="http://schemas.microsoft.com/office/drawing/2014/main" id="{33D2A614-FEB1-49A8-841A-585E5C3288DA}"/>
                </a:ext>
              </a:extLst>
            </p:cNvPr>
            <p:cNvSpPr>
              <a:spLocks noChangeShapeType="1"/>
            </p:cNvSpPr>
            <p:nvPr/>
          </p:nvSpPr>
          <p:spPr bwMode="auto">
            <a:xfrm>
              <a:off x="4539" y="3343"/>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7" name="Rectangle 346">
              <a:extLst>
                <a:ext uri="{FF2B5EF4-FFF2-40B4-BE49-F238E27FC236}">
                  <a16:creationId xmlns:a16="http://schemas.microsoft.com/office/drawing/2014/main" id="{DDBACE89-8342-4AEE-8675-5CCAFFB87619}"/>
                </a:ext>
              </a:extLst>
            </p:cNvPr>
            <p:cNvSpPr>
              <a:spLocks noChangeArrowheads="1"/>
            </p:cNvSpPr>
            <p:nvPr/>
          </p:nvSpPr>
          <p:spPr bwMode="auto">
            <a:xfrm>
              <a:off x="5207" y="3343"/>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8" name="Line 347">
              <a:extLst>
                <a:ext uri="{FF2B5EF4-FFF2-40B4-BE49-F238E27FC236}">
                  <a16:creationId xmlns:a16="http://schemas.microsoft.com/office/drawing/2014/main" id="{37541D20-05E6-478A-A3E3-3D8E9B5F1BE6}"/>
                </a:ext>
              </a:extLst>
            </p:cNvPr>
            <p:cNvSpPr>
              <a:spLocks noChangeShapeType="1"/>
            </p:cNvSpPr>
            <p:nvPr/>
          </p:nvSpPr>
          <p:spPr bwMode="auto">
            <a:xfrm>
              <a:off x="5207" y="3343"/>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49" name="Line 348">
              <a:extLst>
                <a:ext uri="{FF2B5EF4-FFF2-40B4-BE49-F238E27FC236}">
                  <a16:creationId xmlns:a16="http://schemas.microsoft.com/office/drawing/2014/main" id="{62E9114E-95D4-44E5-B93C-6280BC1A5691}"/>
                </a:ext>
              </a:extLst>
            </p:cNvPr>
            <p:cNvSpPr>
              <a:spLocks noChangeShapeType="1"/>
            </p:cNvSpPr>
            <p:nvPr/>
          </p:nvSpPr>
          <p:spPr bwMode="auto">
            <a:xfrm>
              <a:off x="5207" y="3343"/>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50" name="Rectangle 349">
              <a:extLst>
                <a:ext uri="{FF2B5EF4-FFF2-40B4-BE49-F238E27FC236}">
                  <a16:creationId xmlns:a16="http://schemas.microsoft.com/office/drawing/2014/main" id="{A0BF417A-04BC-449F-8A48-E6AB0ACFFF64}"/>
                </a:ext>
              </a:extLst>
            </p:cNvPr>
            <p:cNvSpPr>
              <a:spLocks noChangeArrowheads="1"/>
            </p:cNvSpPr>
            <p:nvPr/>
          </p:nvSpPr>
          <p:spPr bwMode="auto">
            <a:xfrm>
              <a:off x="3965" y="3352"/>
              <a:ext cx="9" cy="2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51" name="Line 350">
              <a:extLst>
                <a:ext uri="{FF2B5EF4-FFF2-40B4-BE49-F238E27FC236}">
                  <a16:creationId xmlns:a16="http://schemas.microsoft.com/office/drawing/2014/main" id="{6DDAFFC1-C51F-4FC8-8384-47D64C7074D3}"/>
                </a:ext>
              </a:extLst>
            </p:cNvPr>
            <p:cNvSpPr>
              <a:spLocks noChangeShapeType="1"/>
            </p:cNvSpPr>
            <p:nvPr/>
          </p:nvSpPr>
          <p:spPr bwMode="auto">
            <a:xfrm>
              <a:off x="3965" y="3352"/>
              <a:ext cx="1" cy="2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52" name="Rectangle 351">
              <a:extLst>
                <a:ext uri="{FF2B5EF4-FFF2-40B4-BE49-F238E27FC236}">
                  <a16:creationId xmlns:a16="http://schemas.microsoft.com/office/drawing/2014/main" id="{4162AD59-825E-4430-B217-8AE9CB976DA2}"/>
                </a:ext>
              </a:extLst>
            </p:cNvPr>
            <p:cNvSpPr>
              <a:spLocks noChangeArrowheads="1"/>
            </p:cNvSpPr>
            <p:nvPr/>
          </p:nvSpPr>
          <p:spPr bwMode="auto">
            <a:xfrm>
              <a:off x="4530" y="3352"/>
              <a:ext cx="9" cy="2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53" name="Line 352">
              <a:extLst>
                <a:ext uri="{FF2B5EF4-FFF2-40B4-BE49-F238E27FC236}">
                  <a16:creationId xmlns:a16="http://schemas.microsoft.com/office/drawing/2014/main" id="{89EFFF67-B3AA-40B7-A262-071F5054BD30}"/>
                </a:ext>
              </a:extLst>
            </p:cNvPr>
            <p:cNvSpPr>
              <a:spLocks noChangeShapeType="1"/>
            </p:cNvSpPr>
            <p:nvPr/>
          </p:nvSpPr>
          <p:spPr bwMode="auto">
            <a:xfrm>
              <a:off x="4530" y="3352"/>
              <a:ext cx="1" cy="2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54" name="Rectangle 353">
              <a:extLst>
                <a:ext uri="{FF2B5EF4-FFF2-40B4-BE49-F238E27FC236}">
                  <a16:creationId xmlns:a16="http://schemas.microsoft.com/office/drawing/2014/main" id="{CEDF8CB2-134C-4376-9385-14677300C94E}"/>
                </a:ext>
              </a:extLst>
            </p:cNvPr>
            <p:cNvSpPr>
              <a:spLocks noChangeArrowheads="1"/>
            </p:cNvSpPr>
            <p:nvPr/>
          </p:nvSpPr>
          <p:spPr bwMode="auto">
            <a:xfrm>
              <a:off x="5207" y="3352"/>
              <a:ext cx="10" cy="2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55" name="Line 354">
              <a:extLst>
                <a:ext uri="{FF2B5EF4-FFF2-40B4-BE49-F238E27FC236}">
                  <a16:creationId xmlns:a16="http://schemas.microsoft.com/office/drawing/2014/main" id="{7C9C9461-166F-439B-91F3-2A196C5147D8}"/>
                </a:ext>
              </a:extLst>
            </p:cNvPr>
            <p:cNvSpPr>
              <a:spLocks noChangeShapeType="1"/>
            </p:cNvSpPr>
            <p:nvPr/>
          </p:nvSpPr>
          <p:spPr bwMode="auto">
            <a:xfrm>
              <a:off x="5207" y="3352"/>
              <a:ext cx="1" cy="2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56" name="Rectangle 355">
              <a:extLst>
                <a:ext uri="{FF2B5EF4-FFF2-40B4-BE49-F238E27FC236}">
                  <a16:creationId xmlns:a16="http://schemas.microsoft.com/office/drawing/2014/main" id="{A5308FB6-809B-400E-B5A8-56CD548AC44D}"/>
                </a:ext>
              </a:extLst>
            </p:cNvPr>
            <p:cNvSpPr>
              <a:spLocks noChangeArrowheads="1"/>
            </p:cNvSpPr>
            <p:nvPr/>
          </p:nvSpPr>
          <p:spPr bwMode="auto">
            <a:xfrm>
              <a:off x="3845" y="36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8</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57" name="Rectangle 356">
              <a:extLst>
                <a:ext uri="{FF2B5EF4-FFF2-40B4-BE49-F238E27FC236}">
                  <a16:creationId xmlns:a16="http://schemas.microsoft.com/office/drawing/2014/main" id="{EA29A56F-D013-4D54-A5E7-9F84EB368AFB}"/>
                </a:ext>
              </a:extLst>
            </p:cNvPr>
            <p:cNvSpPr>
              <a:spLocks noChangeArrowheads="1"/>
            </p:cNvSpPr>
            <p:nvPr/>
          </p:nvSpPr>
          <p:spPr bwMode="auto">
            <a:xfrm>
              <a:off x="3930" y="3610"/>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000">
                  <a:solidFill>
                    <a:srgbClr val="008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58" name="Rectangle 357">
              <a:extLst>
                <a:ext uri="{FF2B5EF4-FFF2-40B4-BE49-F238E27FC236}">
                  <a16:creationId xmlns:a16="http://schemas.microsoft.com/office/drawing/2014/main" id="{7B34968E-4E4F-4F8F-BEC9-7A447299DCBB}"/>
                </a:ext>
              </a:extLst>
            </p:cNvPr>
            <p:cNvSpPr>
              <a:spLocks noChangeArrowheads="1"/>
            </p:cNvSpPr>
            <p:nvPr/>
          </p:nvSpPr>
          <p:spPr bwMode="auto">
            <a:xfrm>
              <a:off x="4202" y="361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4</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59" name="Rectangle 358">
              <a:extLst>
                <a:ext uri="{FF2B5EF4-FFF2-40B4-BE49-F238E27FC236}">
                  <a16:creationId xmlns:a16="http://schemas.microsoft.com/office/drawing/2014/main" id="{A0E14C4C-2943-479E-8CAC-A4A9F47F0B60}"/>
                </a:ext>
              </a:extLst>
            </p:cNvPr>
            <p:cNvSpPr>
              <a:spLocks noChangeArrowheads="1"/>
            </p:cNvSpPr>
            <p:nvPr/>
          </p:nvSpPr>
          <p:spPr bwMode="auto">
            <a:xfrm>
              <a:off x="4301" y="3612"/>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FF0000"/>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60" name="Rectangle 359">
              <a:extLst>
                <a:ext uri="{FF2B5EF4-FFF2-40B4-BE49-F238E27FC236}">
                  <a16:creationId xmlns:a16="http://schemas.microsoft.com/office/drawing/2014/main" id="{9EAA028C-5B63-461B-912C-B94D2A206E94}"/>
                </a:ext>
              </a:extLst>
            </p:cNvPr>
            <p:cNvSpPr>
              <a:spLocks noChangeArrowheads="1"/>
            </p:cNvSpPr>
            <p:nvPr/>
          </p:nvSpPr>
          <p:spPr bwMode="auto">
            <a:xfrm>
              <a:off x="4823" y="361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2</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61" name="Rectangle 360">
              <a:extLst>
                <a:ext uri="{FF2B5EF4-FFF2-40B4-BE49-F238E27FC236}">
                  <a16:creationId xmlns:a16="http://schemas.microsoft.com/office/drawing/2014/main" id="{86C5CC1B-F365-4809-A2A0-931F2AFE6300}"/>
                </a:ext>
              </a:extLst>
            </p:cNvPr>
            <p:cNvSpPr>
              <a:spLocks noChangeArrowheads="1"/>
            </p:cNvSpPr>
            <p:nvPr/>
          </p:nvSpPr>
          <p:spPr bwMode="auto">
            <a:xfrm>
              <a:off x="4923" y="3612"/>
              <a:ext cx="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a:solidFill>
                    <a:srgbClr val="0000FF"/>
                  </a:solidFill>
                  <a:ea typeface="宋体" panose="02010600030101010101" pitchFamily="2" charset="-122"/>
                </a:rPr>
                <a:t> </a:t>
              </a:r>
              <a:endParaRPr lang="en-US" altLang="zh-CN" sz="1800">
                <a:solidFill>
                  <a:srgbClr val="000099"/>
                </a:solidFill>
                <a:latin typeface="Courier New" panose="02070309020205020404" pitchFamily="49" charset="0"/>
                <a:ea typeface="宋体" panose="02010600030101010101" pitchFamily="2" charset="-122"/>
              </a:endParaRPr>
            </a:p>
          </p:txBody>
        </p:sp>
        <p:sp>
          <p:nvSpPr>
            <p:cNvPr id="562" name="Rectangle 361">
              <a:extLst>
                <a:ext uri="{FF2B5EF4-FFF2-40B4-BE49-F238E27FC236}">
                  <a16:creationId xmlns:a16="http://schemas.microsoft.com/office/drawing/2014/main" id="{C475DA34-275E-461B-B486-3EC9EA9C04C2}"/>
                </a:ext>
              </a:extLst>
            </p:cNvPr>
            <p:cNvSpPr>
              <a:spLocks noChangeArrowheads="1"/>
            </p:cNvSpPr>
            <p:nvPr/>
          </p:nvSpPr>
          <p:spPr bwMode="auto">
            <a:xfrm>
              <a:off x="3965" y="35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63" name="Line 362">
              <a:extLst>
                <a:ext uri="{FF2B5EF4-FFF2-40B4-BE49-F238E27FC236}">
                  <a16:creationId xmlns:a16="http://schemas.microsoft.com/office/drawing/2014/main" id="{44A5CD82-47D9-44FB-95F1-EDEE551B2DCB}"/>
                </a:ext>
              </a:extLst>
            </p:cNvPr>
            <p:cNvSpPr>
              <a:spLocks noChangeShapeType="1"/>
            </p:cNvSpPr>
            <p:nvPr/>
          </p:nvSpPr>
          <p:spPr bwMode="auto">
            <a:xfrm>
              <a:off x="3965" y="359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64" name="Line 363">
              <a:extLst>
                <a:ext uri="{FF2B5EF4-FFF2-40B4-BE49-F238E27FC236}">
                  <a16:creationId xmlns:a16="http://schemas.microsoft.com/office/drawing/2014/main" id="{9891312B-7866-4B98-B292-0FD200F30A2E}"/>
                </a:ext>
              </a:extLst>
            </p:cNvPr>
            <p:cNvSpPr>
              <a:spLocks noChangeShapeType="1"/>
            </p:cNvSpPr>
            <p:nvPr/>
          </p:nvSpPr>
          <p:spPr bwMode="auto">
            <a:xfrm>
              <a:off x="3965" y="359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65" name="Rectangle 364">
              <a:extLst>
                <a:ext uri="{FF2B5EF4-FFF2-40B4-BE49-F238E27FC236}">
                  <a16:creationId xmlns:a16="http://schemas.microsoft.com/office/drawing/2014/main" id="{7961427E-327E-43BB-89DF-85C2E0540AC8}"/>
                </a:ext>
              </a:extLst>
            </p:cNvPr>
            <p:cNvSpPr>
              <a:spLocks noChangeArrowheads="1"/>
            </p:cNvSpPr>
            <p:nvPr/>
          </p:nvSpPr>
          <p:spPr bwMode="auto">
            <a:xfrm>
              <a:off x="3974" y="3599"/>
              <a:ext cx="55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66" name="Line 365">
              <a:extLst>
                <a:ext uri="{FF2B5EF4-FFF2-40B4-BE49-F238E27FC236}">
                  <a16:creationId xmlns:a16="http://schemas.microsoft.com/office/drawing/2014/main" id="{FCD1FAF0-BBA8-4812-A6F6-130E295BCE24}"/>
                </a:ext>
              </a:extLst>
            </p:cNvPr>
            <p:cNvSpPr>
              <a:spLocks noChangeShapeType="1"/>
            </p:cNvSpPr>
            <p:nvPr/>
          </p:nvSpPr>
          <p:spPr bwMode="auto">
            <a:xfrm>
              <a:off x="3974" y="3599"/>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67" name="Rectangle 366">
              <a:extLst>
                <a:ext uri="{FF2B5EF4-FFF2-40B4-BE49-F238E27FC236}">
                  <a16:creationId xmlns:a16="http://schemas.microsoft.com/office/drawing/2014/main" id="{BB507652-0227-45DF-9E44-82BEF6ED1274}"/>
                </a:ext>
              </a:extLst>
            </p:cNvPr>
            <p:cNvSpPr>
              <a:spLocks noChangeArrowheads="1"/>
            </p:cNvSpPr>
            <p:nvPr/>
          </p:nvSpPr>
          <p:spPr bwMode="auto">
            <a:xfrm>
              <a:off x="4530" y="3599"/>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68" name="Line 367">
              <a:extLst>
                <a:ext uri="{FF2B5EF4-FFF2-40B4-BE49-F238E27FC236}">
                  <a16:creationId xmlns:a16="http://schemas.microsoft.com/office/drawing/2014/main" id="{6EAFEA01-023E-4F91-A7A0-D85613C2A916}"/>
                </a:ext>
              </a:extLst>
            </p:cNvPr>
            <p:cNvSpPr>
              <a:spLocks noChangeShapeType="1"/>
            </p:cNvSpPr>
            <p:nvPr/>
          </p:nvSpPr>
          <p:spPr bwMode="auto">
            <a:xfrm>
              <a:off x="4530" y="3599"/>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69" name="Line 368">
              <a:extLst>
                <a:ext uri="{FF2B5EF4-FFF2-40B4-BE49-F238E27FC236}">
                  <a16:creationId xmlns:a16="http://schemas.microsoft.com/office/drawing/2014/main" id="{437E52B4-D952-4F52-B432-1CAB7785FF8F}"/>
                </a:ext>
              </a:extLst>
            </p:cNvPr>
            <p:cNvSpPr>
              <a:spLocks noChangeShapeType="1"/>
            </p:cNvSpPr>
            <p:nvPr/>
          </p:nvSpPr>
          <p:spPr bwMode="auto">
            <a:xfrm>
              <a:off x="4530" y="359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0" name="Rectangle 369">
              <a:extLst>
                <a:ext uri="{FF2B5EF4-FFF2-40B4-BE49-F238E27FC236}">
                  <a16:creationId xmlns:a16="http://schemas.microsoft.com/office/drawing/2014/main" id="{63A1CF71-AEFB-4A9A-8B96-320FEF3046F4}"/>
                </a:ext>
              </a:extLst>
            </p:cNvPr>
            <p:cNvSpPr>
              <a:spLocks noChangeArrowheads="1"/>
            </p:cNvSpPr>
            <p:nvPr/>
          </p:nvSpPr>
          <p:spPr bwMode="auto">
            <a:xfrm>
              <a:off x="4539" y="3599"/>
              <a:ext cx="66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1" name="Line 370">
              <a:extLst>
                <a:ext uri="{FF2B5EF4-FFF2-40B4-BE49-F238E27FC236}">
                  <a16:creationId xmlns:a16="http://schemas.microsoft.com/office/drawing/2014/main" id="{AEDB61E9-8B16-4EF6-8B66-67085B22F61E}"/>
                </a:ext>
              </a:extLst>
            </p:cNvPr>
            <p:cNvSpPr>
              <a:spLocks noChangeShapeType="1"/>
            </p:cNvSpPr>
            <p:nvPr/>
          </p:nvSpPr>
          <p:spPr bwMode="auto">
            <a:xfrm>
              <a:off x="4539" y="3599"/>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2" name="Rectangle 371">
              <a:extLst>
                <a:ext uri="{FF2B5EF4-FFF2-40B4-BE49-F238E27FC236}">
                  <a16:creationId xmlns:a16="http://schemas.microsoft.com/office/drawing/2014/main" id="{2772CE0A-7219-4791-8B32-78C7A36F8401}"/>
                </a:ext>
              </a:extLst>
            </p:cNvPr>
            <p:cNvSpPr>
              <a:spLocks noChangeArrowheads="1"/>
            </p:cNvSpPr>
            <p:nvPr/>
          </p:nvSpPr>
          <p:spPr bwMode="auto">
            <a:xfrm>
              <a:off x="5207" y="3599"/>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3" name="Line 372">
              <a:extLst>
                <a:ext uri="{FF2B5EF4-FFF2-40B4-BE49-F238E27FC236}">
                  <a16:creationId xmlns:a16="http://schemas.microsoft.com/office/drawing/2014/main" id="{71047AEA-EC9C-47DA-A39A-AB8550C3E126}"/>
                </a:ext>
              </a:extLst>
            </p:cNvPr>
            <p:cNvSpPr>
              <a:spLocks noChangeShapeType="1"/>
            </p:cNvSpPr>
            <p:nvPr/>
          </p:nvSpPr>
          <p:spPr bwMode="auto">
            <a:xfrm>
              <a:off x="5207" y="3599"/>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4" name="Line 373">
              <a:extLst>
                <a:ext uri="{FF2B5EF4-FFF2-40B4-BE49-F238E27FC236}">
                  <a16:creationId xmlns:a16="http://schemas.microsoft.com/office/drawing/2014/main" id="{2DBD14A8-DEFE-45DC-974A-07D53A2CB719}"/>
                </a:ext>
              </a:extLst>
            </p:cNvPr>
            <p:cNvSpPr>
              <a:spLocks noChangeShapeType="1"/>
            </p:cNvSpPr>
            <p:nvPr/>
          </p:nvSpPr>
          <p:spPr bwMode="auto">
            <a:xfrm>
              <a:off x="5207" y="3599"/>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5" name="Rectangle 374">
              <a:extLst>
                <a:ext uri="{FF2B5EF4-FFF2-40B4-BE49-F238E27FC236}">
                  <a16:creationId xmlns:a16="http://schemas.microsoft.com/office/drawing/2014/main" id="{4EBF76A7-F3FC-4385-A2B7-545F13BBF900}"/>
                </a:ext>
              </a:extLst>
            </p:cNvPr>
            <p:cNvSpPr>
              <a:spLocks noChangeArrowheads="1"/>
            </p:cNvSpPr>
            <p:nvPr/>
          </p:nvSpPr>
          <p:spPr bwMode="auto">
            <a:xfrm>
              <a:off x="3965" y="3608"/>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6" name="Line 375">
              <a:extLst>
                <a:ext uri="{FF2B5EF4-FFF2-40B4-BE49-F238E27FC236}">
                  <a16:creationId xmlns:a16="http://schemas.microsoft.com/office/drawing/2014/main" id="{6CE36DDE-1083-4C03-A995-004849BFF451}"/>
                </a:ext>
              </a:extLst>
            </p:cNvPr>
            <p:cNvSpPr>
              <a:spLocks noChangeShapeType="1"/>
            </p:cNvSpPr>
            <p:nvPr/>
          </p:nvSpPr>
          <p:spPr bwMode="auto">
            <a:xfrm>
              <a:off x="3965" y="3608"/>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7" name="Rectangle 376">
              <a:extLst>
                <a:ext uri="{FF2B5EF4-FFF2-40B4-BE49-F238E27FC236}">
                  <a16:creationId xmlns:a16="http://schemas.microsoft.com/office/drawing/2014/main" id="{ACCBF61A-1508-485B-9304-936C1519C7C0}"/>
                </a:ext>
              </a:extLst>
            </p:cNvPr>
            <p:cNvSpPr>
              <a:spLocks noChangeArrowheads="1"/>
            </p:cNvSpPr>
            <p:nvPr/>
          </p:nvSpPr>
          <p:spPr bwMode="auto">
            <a:xfrm>
              <a:off x="3965" y="382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8" name="Line 377">
              <a:extLst>
                <a:ext uri="{FF2B5EF4-FFF2-40B4-BE49-F238E27FC236}">
                  <a16:creationId xmlns:a16="http://schemas.microsoft.com/office/drawing/2014/main" id="{CF7C1471-4F38-4BB7-9913-C30F974439DD}"/>
                </a:ext>
              </a:extLst>
            </p:cNvPr>
            <p:cNvSpPr>
              <a:spLocks noChangeShapeType="1"/>
            </p:cNvSpPr>
            <p:nvPr/>
          </p:nvSpPr>
          <p:spPr bwMode="auto">
            <a:xfrm>
              <a:off x="3965" y="382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79" name="Line 378">
              <a:extLst>
                <a:ext uri="{FF2B5EF4-FFF2-40B4-BE49-F238E27FC236}">
                  <a16:creationId xmlns:a16="http://schemas.microsoft.com/office/drawing/2014/main" id="{0299DFCE-B11F-40CB-82E1-2386968D7A4E}"/>
                </a:ext>
              </a:extLst>
            </p:cNvPr>
            <p:cNvSpPr>
              <a:spLocks noChangeShapeType="1"/>
            </p:cNvSpPr>
            <p:nvPr/>
          </p:nvSpPr>
          <p:spPr bwMode="auto">
            <a:xfrm>
              <a:off x="3965" y="382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0" name="Rectangle 379">
              <a:extLst>
                <a:ext uri="{FF2B5EF4-FFF2-40B4-BE49-F238E27FC236}">
                  <a16:creationId xmlns:a16="http://schemas.microsoft.com/office/drawing/2014/main" id="{50C0A23C-6E9D-4256-9571-8120DDB639F8}"/>
                </a:ext>
              </a:extLst>
            </p:cNvPr>
            <p:cNvSpPr>
              <a:spLocks noChangeArrowheads="1"/>
            </p:cNvSpPr>
            <p:nvPr/>
          </p:nvSpPr>
          <p:spPr bwMode="auto">
            <a:xfrm>
              <a:off x="3965" y="382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1" name="Line 380">
              <a:extLst>
                <a:ext uri="{FF2B5EF4-FFF2-40B4-BE49-F238E27FC236}">
                  <a16:creationId xmlns:a16="http://schemas.microsoft.com/office/drawing/2014/main" id="{55FE2ECD-F52C-40B1-99E9-70C73BD9C041}"/>
                </a:ext>
              </a:extLst>
            </p:cNvPr>
            <p:cNvSpPr>
              <a:spLocks noChangeShapeType="1"/>
            </p:cNvSpPr>
            <p:nvPr/>
          </p:nvSpPr>
          <p:spPr bwMode="auto">
            <a:xfrm>
              <a:off x="3965" y="382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2" name="Line 381">
              <a:extLst>
                <a:ext uri="{FF2B5EF4-FFF2-40B4-BE49-F238E27FC236}">
                  <a16:creationId xmlns:a16="http://schemas.microsoft.com/office/drawing/2014/main" id="{B1D25607-516A-4B85-BBF6-4783ED5DF85E}"/>
                </a:ext>
              </a:extLst>
            </p:cNvPr>
            <p:cNvSpPr>
              <a:spLocks noChangeShapeType="1"/>
            </p:cNvSpPr>
            <p:nvPr/>
          </p:nvSpPr>
          <p:spPr bwMode="auto">
            <a:xfrm>
              <a:off x="3965" y="382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3" name="Rectangle 382">
              <a:extLst>
                <a:ext uri="{FF2B5EF4-FFF2-40B4-BE49-F238E27FC236}">
                  <a16:creationId xmlns:a16="http://schemas.microsoft.com/office/drawing/2014/main" id="{4F590F12-7EAC-437F-967E-96CE9EEEBBB1}"/>
                </a:ext>
              </a:extLst>
            </p:cNvPr>
            <p:cNvSpPr>
              <a:spLocks noChangeArrowheads="1"/>
            </p:cNvSpPr>
            <p:nvPr/>
          </p:nvSpPr>
          <p:spPr bwMode="auto">
            <a:xfrm>
              <a:off x="3974" y="3826"/>
              <a:ext cx="556"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4" name="Line 383">
              <a:extLst>
                <a:ext uri="{FF2B5EF4-FFF2-40B4-BE49-F238E27FC236}">
                  <a16:creationId xmlns:a16="http://schemas.microsoft.com/office/drawing/2014/main" id="{3D232985-178D-4012-BDB2-A78D02B79153}"/>
                </a:ext>
              </a:extLst>
            </p:cNvPr>
            <p:cNvSpPr>
              <a:spLocks noChangeShapeType="1"/>
            </p:cNvSpPr>
            <p:nvPr/>
          </p:nvSpPr>
          <p:spPr bwMode="auto">
            <a:xfrm>
              <a:off x="3974" y="3826"/>
              <a:ext cx="55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5" name="Rectangle 384">
              <a:extLst>
                <a:ext uri="{FF2B5EF4-FFF2-40B4-BE49-F238E27FC236}">
                  <a16:creationId xmlns:a16="http://schemas.microsoft.com/office/drawing/2014/main" id="{008F2FFE-69C7-49AE-B755-3E69E374058A}"/>
                </a:ext>
              </a:extLst>
            </p:cNvPr>
            <p:cNvSpPr>
              <a:spLocks noChangeArrowheads="1"/>
            </p:cNvSpPr>
            <p:nvPr/>
          </p:nvSpPr>
          <p:spPr bwMode="auto">
            <a:xfrm>
              <a:off x="4530" y="3608"/>
              <a:ext cx="9"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6" name="Line 385">
              <a:extLst>
                <a:ext uri="{FF2B5EF4-FFF2-40B4-BE49-F238E27FC236}">
                  <a16:creationId xmlns:a16="http://schemas.microsoft.com/office/drawing/2014/main" id="{34F18FDF-1858-40E6-B9DC-DCC69FEA5FE0}"/>
                </a:ext>
              </a:extLst>
            </p:cNvPr>
            <p:cNvSpPr>
              <a:spLocks noChangeShapeType="1"/>
            </p:cNvSpPr>
            <p:nvPr/>
          </p:nvSpPr>
          <p:spPr bwMode="auto">
            <a:xfrm>
              <a:off x="4530" y="3608"/>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7" name="Rectangle 386">
              <a:extLst>
                <a:ext uri="{FF2B5EF4-FFF2-40B4-BE49-F238E27FC236}">
                  <a16:creationId xmlns:a16="http://schemas.microsoft.com/office/drawing/2014/main" id="{21018E7E-BB7C-4300-A740-32FE15447D49}"/>
                </a:ext>
              </a:extLst>
            </p:cNvPr>
            <p:cNvSpPr>
              <a:spLocks noChangeArrowheads="1"/>
            </p:cNvSpPr>
            <p:nvPr/>
          </p:nvSpPr>
          <p:spPr bwMode="auto">
            <a:xfrm>
              <a:off x="4530" y="3826"/>
              <a:ext cx="9"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8" name="Line 387">
              <a:extLst>
                <a:ext uri="{FF2B5EF4-FFF2-40B4-BE49-F238E27FC236}">
                  <a16:creationId xmlns:a16="http://schemas.microsoft.com/office/drawing/2014/main" id="{84F50612-F6ED-4473-8CD4-2A13789B203F}"/>
                </a:ext>
              </a:extLst>
            </p:cNvPr>
            <p:cNvSpPr>
              <a:spLocks noChangeShapeType="1"/>
            </p:cNvSpPr>
            <p:nvPr/>
          </p:nvSpPr>
          <p:spPr bwMode="auto">
            <a:xfrm>
              <a:off x="4530" y="3826"/>
              <a:ext cx="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89" name="Line 388">
              <a:extLst>
                <a:ext uri="{FF2B5EF4-FFF2-40B4-BE49-F238E27FC236}">
                  <a16:creationId xmlns:a16="http://schemas.microsoft.com/office/drawing/2014/main" id="{53A310D1-E240-4522-8BBD-8D05F00BB332}"/>
                </a:ext>
              </a:extLst>
            </p:cNvPr>
            <p:cNvSpPr>
              <a:spLocks noChangeShapeType="1"/>
            </p:cNvSpPr>
            <p:nvPr/>
          </p:nvSpPr>
          <p:spPr bwMode="auto">
            <a:xfrm>
              <a:off x="4530" y="382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0" name="Rectangle 389">
              <a:extLst>
                <a:ext uri="{FF2B5EF4-FFF2-40B4-BE49-F238E27FC236}">
                  <a16:creationId xmlns:a16="http://schemas.microsoft.com/office/drawing/2014/main" id="{2C58388C-A164-422C-8D52-4BAFC17839AE}"/>
                </a:ext>
              </a:extLst>
            </p:cNvPr>
            <p:cNvSpPr>
              <a:spLocks noChangeArrowheads="1"/>
            </p:cNvSpPr>
            <p:nvPr/>
          </p:nvSpPr>
          <p:spPr bwMode="auto">
            <a:xfrm>
              <a:off x="4539" y="3826"/>
              <a:ext cx="668"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1" name="Line 390">
              <a:extLst>
                <a:ext uri="{FF2B5EF4-FFF2-40B4-BE49-F238E27FC236}">
                  <a16:creationId xmlns:a16="http://schemas.microsoft.com/office/drawing/2014/main" id="{71574DDC-6BAA-4159-9E3F-80A56DBF5998}"/>
                </a:ext>
              </a:extLst>
            </p:cNvPr>
            <p:cNvSpPr>
              <a:spLocks noChangeShapeType="1"/>
            </p:cNvSpPr>
            <p:nvPr/>
          </p:nvSpPr>
          <p:spPr bwMode="auto">
            <a:xfrm>
              <a:off x="4539" y="3826"/>
              <a:ext cx="6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2" name="Rectangle 391">
              <a:extLst>
                <a:ext uri="{FF2B5EF4-FFF2-40B4-BE49-F238E27FC236}">
                  <a16:creationId xmlns:a16="http://schemas.microsoft.com/office/drawing/2014/main" id="{F1ACBA09-21FB-4ACC-B22A-8F0401F32D81}"/>
                </a:ext>
              </a:extLst>
            </p:cNvPr>
            <p:cNvSpPr>
              <a:spLocks noChangeArrowheads="1"/>
            </p:cNvSpPr>
            <p:nvPr/>
          </p:nvSpPr>
          <p:spPr bwMode="auto">
            <a:xfrm>
              <a:off x="5207" y="3608"/>
              <a:ext cx="10" cy="2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3" name="Line 392">
              <a:extLst>
                <a:ext uri="{FF2B5EF4-FFF2-40B4-BE49-F238E27FC236}">
                  <a16:creationId xmlns:a16="http://schemas.microsoft.com/office/drawing/2014/main" id="{AD91AA0D-AFE2-4B47-9F2E-3EA89DC88B92}"/>
                </a:ext>
              </a:extLst>
            </p:cNvPr>
            <p:cNvSpPr>
              <a:spLocks noChangeShapeType="1"/>
            </p:cNvSpPr>
            <p:nvPr/>
          </p:nvSpPr>
          <p:spPr bwMode="auto">
            <a:xfrm>
              <a:off x="5207" y="3608"/>
              <a:ext cx="1" cy="2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4" name="Rectangle 393">
              <a:extLst>
                <a:ext uri="{FF2B5EF4-FFF2-40B4-BE49-F238E27FC236}">
                  <a16:creationId xmlns:a16="http://schemas.microsoft.com/office/drawing/2014/main" id="{BDECD945-6F46-417F-8CE5-D89FFCF445E1}"/>
                </a:ext>
              </a:extLst>
            </p:cNvPr>
            <p:cNvSpPr>
              <a:spLocks noChangeArrowheads="1"/>
            </p:cNvSpPr>
            <p:nvPr/>
          </p:nvSpPr>
          <p:spPr bwMode="auto">
            <a:xfrm>
              <a:off x="5207" y="382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5" name="Line 394">
              <a:extLst>
                <a:ext uri="{FF2B5EF4-FFF2-40B4-BE49-F238E27FC236}">
                  <a16:creationId xmlns:a16="http://schemas.microsoft.com/office/drawing/2014/main" id="{894C258E-3D79-402B-A027-C0BE04916F34}"/>
                </a:ext>
              </a:extLst>
            </p:cNvPr>
            <p:cNvSpPr>
              <a:spLocks noChangeShapeType="1"/>
            </p:cNvSpPr>
            <p:nvPr/>
          </p:nvSpPr>
          <p:spPr bwMode="auto">
            <a:xfrm>
              <a:off x="5207" y="382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6" name="Line 395">
              <a:extLst>
                <a:ext uri="{FF2B5EF4-FFF2-40B4-BE49-F238E27FC236}">
                  <a16:creationId xmlns:a16="http://schemas.microsoft.com/office/drawing/2014/main" id="{148FCBA6-5455-4D60-A37F-552C77425D7D}"/>
                </a:ext>
              </a:extLst>
            </p:cNvPr>
            <p:cNvSpPr>
              <a:spLocks noChangeShapeType="1"/>
            </p:cNvSpPr>
            <p:nvPr/>
          </p:nvSpPr>
          <p:spPr bwMode="auto">
            <a:xfrm>
              <a:off x="5207" y="382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7" name="Rectangle 396">
              <a:extLst>
                <a:ext uri="{FF2B5EF4-FFF2-40B4-BE49-F238E27FC236}">
                  <a16:creationId xmlns:a16="http://schemas.microsoft.com/office/drawing/2014/main" id="{767AB5C3-D152-4F44-98A8-79CDCFF8641C}"/>
                </a:ext>
              </a:extLst>
            </p:cNvPr>
            <p:cNvSpPr>
              <a:spLocks noChangeArrowheads="1"/>
            </p:cNvSpPr>
            <p:nvPr/>
          </p:nvSpPr>
          <p:spPr bwMode="auto">
            <a:xfrm>
              <a:off x="5207" y="3826"/>
              <a:ext cx="10" cy="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8" name="Line 397">
              <a:extLst>
                <a:ext uri="{FF2B5EF4-FFF2-40B4-BE49-F238E27FC236}">
                  <a16:creationId xmlns:a16="http://schemas.microsoft.com/office/drawing/2014/main" id="{081F4750-B757-4A3C-8F41-FD7E2E5BF168}"/>
                </a:ext>
              </a:extLst>
            </p:cNvPr>
            <p:cNvSpPr>
              <a:spLocks noChangeShapeType="1"/>
            </p:cNvSpPr>
            <p:nvPr/>
          </p:nvSpPr>
          <p:spPr bwMode="auto">
            <a:xfrm>
              <a:off x="5207" y="3826"/>
              <a:ext cx="1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599" name="Line 398">
              <a:extLst>
                <a:ext uri="{FF2B5EF4-FFF2-40B4-BE49-F238E27FC236}">
                  <a16:creationId xmlns:a16="http://schemas.microsoft.com/office/drawing/2014/main" id="{85FE598D-B9A6-48A8-A41C-CADEA23E62B8}"/>
                </a:ext>
              </a:extLst>
            </p:cNvPr>
            <p:cNvSpPr>
              <a:spLocks noChangeShapeType="1"/>
            </p:cNvSpPr>
            <p:nvPr/>
          </p:nvSpPr>
          <p:spPr bwMode="auto">
            <a:xfrm>
              <a:off x="5207" y="3826"/>
              <a:ext cx="1"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01" name="Freeform 400">
              <a:extLst>
                <a:ext uri="{FF2B5EF4-FFF2-40B4-BE49-F238E27FC236}">
                  <a16:creationId xmlns:a16="http://schemas.microsoft.com/office/drawing/2014/main" id="{B4268DA4-5BE3-49D9-B584-08D21995997F}"/>
                </a:ext>
              </a:extLst>
            </p:cNvPr>
            <p:cNvSpPr>
              <a:spLocks noEditPoints="1"/>
            </p:cNvSpPr>
            <p:nvPr/>
          </p:nvSpPr>
          <p:spPr bwMode="auto">
            <a:xfrm>
              <a:off x="2696" y="1817"/>
              <a:ext cx="1009" cy="115"/>
            </a:xfrm>
            <a:custGeom>
              <a:avLst/>
              <a:gdLst>
                <a:gd name="T0" fmla="*/ 96 w 14291"/>
                <a:gd name="T1" fmla="*/ 1485 h 1689"/>
                <a:gd name="T2" fmla="*/ 12954 w 14291"/>
                <a:gd name="T3" fmla="*/ 410 h 1689"/>
                <a:gd name="T4" fmla="*/ 13062 w 14291"/>
                <a:gd name="T5" fmla="*/ 501 h 1689"/>
                <a:gd name="T6" fmla="*/ 12971 w 14291"/>
                <a:gd name="T7" fmla="*/ 609 h 1689"/>
                <a:gd name="T8" fmla="*/ 113 w 14291"/>
                <a:gd name="T9" fmla="*/ 1685 h 1689"/>
                <a:gd name="T10" fmla="*/ 5 w 14291"/>
                <a:gd name="T11" fmla="*/ 1593 h 1689"/>
                <a:gd name="T12" fmla="*/ 96 w 14291"/>
                <a:gd name="T13" fmla="*/ 1485 h 1689"/>
                <a:gd name="T14" fmla="*/ 12652 w 14291"/>
                <a:gd name="T15" fmla="*/ 0 h 1689"/>
                <a:gd name="T16" fmla="*/ 14291 w 14291"/>
                <a:gd name="T17" fmla="*/ 398 h 1689"/>
                <a:gd name="T18" fmla="*/ 12741 w 14291"/>
                <a:gd name="T19" fmla="*/ 1063 h 1689"/>
                <a:gd name="T20" fmla="*/ 12652 w 14291"/>
                <a:gd name="T21" fmla="*/ 0 h 1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91" h="1689">
                  <a:moveTo>
                    <a:pt x="96" y="1485"/>
                  </a:moveTo>
                  <a:lnTo>
                    <a:pt x="12954" y="410"/>
                  </a:lnTo>
                  <a:cubicBezTo>
                    <a:pt x="13009" y="405"/>
                    <a:pt x="13057" y="446"/>
                    <a:pt x="13062" y="501"/>
                  </a:cubicBezTo>
                  <a:cubicBezTo>
                    <a:pt x="13067" y="556"/>
                    <a:pt x="13026" y="605"/>
                    <a:pt x="12971" y="609"/>
                  </a:cubicBezTo>
                  <a:lnTo>
                    <a:pt x="113" y="1685"/>
                  </a:lnTo>
                  <a:cubicBezTo>
                    <a:pt x="58" y="1689"/>
                    <a:pt x="9" y="1649"/>
                    <a:pt x="5" y="1593"/>
                  </a:cubicBezTo>
                  <a:cubicBezTo>
                    <a:pt x="0" y="1538"/>
                    <a:pt x="41" y="1490"/>
                    <a:pt x="96" y="1485"/>
                  </a:cubicBezTo>
                  <a:close/>
                  <a:moveTo>
                    <a:pt x="12652" y="0"/>
                  </a:moveTo>
                  <a:lnTo>
                    <a:pt x="14291" y="398"/>
                  </a:lnTo>
                  <a:lnTo>
                    <a:pt x="12741" y="1063"/>
                  </a:lnTo>
                  <a:lnTo>
                    <a:pt x="12652" y="0"/>
                  </a:lnTo>
                  <a:close/>
                </a:path>
              </a:pathLst>
            </a:custGeom>
            <a:solidFill>
              <a:srgbClr val="339966"/>
            </a:solidFill>
            <a:ln w="1588" cap="flat">
              <a:solidFill>
                <a:srgbClr val="339966"/>
              </a:solidFill>
              <a:prstDash val="solid"/>
              <a:bevel/>
              <a:headEnd/>
              <a:tailEnd/>
            </a:ln>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02" name="Freeform 401">
              <a:extLst>
                <a:ext uri="{FF2B5EF4-FFF2-40B4-BE49-F238E27FC236}">
                  <a16:creationId xmlns:a16="http://schemas.microsoft.com/office/drawing/2014/main" id="{AE41411D-63F8-4DCC-BE74-63386ABD76B5}"/>
                </a:ext>
              </a:extLst>
            </p:cNvPr>
            <p:cNvSpPr>
              <a:spLocks noEditPoints="1"/>
            </p:cNvSpPr>
            <p:nvPr/>
          </p:nvSpPr>
          <p:spPr bwMode="auto">
            <a:xfrm>
              <a:off x="2673" y="2198"/>
              <a:ext cx="1009" cy="315"/>
            </a:xfrm>
            <a:custGeom>
              <a:avLst/>
              <a:gdLst>
                <a:gd name="T0" fmla="*/ 143 w 14299"/>
                <a:gd name="T1" fmla="*/ 17 h 4655"/>
                <a:gd name="T2" fmla="*/ 13059 w 14299"/>
                <a:gd name="T3" fmla="*/ 4132 h 4655"/>
                <a:gd name="T4" fmla="*/ 13124 w 14299"/>
                <a:gd name="T5" fmla="*/ 4258 h 4655"/>
                <a:gd name="T6" fmla="*/ 12998 w 14299"/>
                <a:gd name="T7" fmla="*/ 4323 h 4655"/>
                <a:gd name="T8" fmla="*/ 82 w 14299"/>
                <a:gd name="T9" fmla="*/ 208 h 4655"/>
                <a:gd name="T10" fmla="*/ 17 w 14299"/>
                <a:gd name="T11" fmla="*/ 82 h 4655"/>
                <a:gd name="T12" fmla="*/ 143 w 14299"/>
                <a:gd name="T13" fmla="*/ 17 h 4655"/>
                <a:gd name="T14" fmla="*/ 12937 w 14299"/>
                <a:gd name="T15" fmla="*/ 3639 h 4655"/>
                <a:gd name="T16" fmla="*/ 14299 w 14299"/>
                <a:gd name="T17" fmla="*/ 4632 h 4655"/>
                <a:gd name="T18" fmla="*/ 12613 w 14299"/>
                <a:gd name="T19" fmla="*/ 4655 h 4655"/>
                <a:gd name="T20" fmla="*/ 12937 w 14299"/>
                <a:gd name="T21" fmla="*/ 3639 h 4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99" h="4655">
                  <a:moveTo>
                    <a:pt x="143" y="17"/>
                  </a:moveTo>
                  <a:lnTo>
                    <a:pt x="13059" y="4132"/>
                  </a:lnTo>
                  <a:cubicBezTo>
                    <a:pt x="13112" y="4149"/>
                    <a:pt x="13141" y="4205"/>
                    <a:pt x="13124" y="4258"/>
                  </a:cubicBezTo>
                  <a:cubicBezTo>
                    <a:pt x="13107" y="4311"/>
                    <a:pt x="13051" y="4340"/>
                    <a:pt x="12998" y="4323"/>
                  </a:cubicBezTo>
                  <a:lnTo>
                    <a:pt x="82" y="208"/>
                  </a:lnTo>
                  <a:cubicBezTo>
                    <a:pt x="29" y="191"/>
                    <a:pt x="0" y="135"/>
                    <a:pt x="17" y="82"/>
                  </a:cubicBezTo>
                  <a:cubicBezTo>
                    <a:pt x="34" y="29"/>
                    <a:pt x="90" y="0"/>
                    <a:pt x="143" y="17"/>
                  </a:cubicBezTo>
                  <a:close/>
                  <a:moveTo>
                    <a:pt x="12937" y="3639"/>
                  </a:moveTo>
                  <a:lnTo>
                    <a:pt x="14299" y="4632"/>
                  </a:lnTo>
                  <a:lnTo>
                    <a:pt x="12613" y="4655"/>
                  </a:lnTo>
                  <a:lnTo>
                    <a:pt x="12937" y="3639"/>
                  </a:lnTo>
                  <a:close/>
                </a:path>
              </a:pathLst>
            </a:custGeom>
            <a:solidFill>
              <a:srgbClr val="339966"/>
            </a:solidFill>
            <a:ln w="1588" cap="flat">
              <a:solidFill>
                <a:srgbClr val="339966"/>
              </a:solidFill>
              <a:prstDash val="solid"/>
              <a:bevel/>
              <a:headEnd/>
              <a:tailEnd/>
            </a:ln>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03" name="Freeform 402">
              <a:extLst>
                <a:ext uri="{FF2B5EF4-FFF2-40B4-BE49-F238E27FC236}">
                  <a16:creationId xmlns:a16="http://schemas.microsoft.com/office/drawing/2014/main" id="{7617A92C-4C6D-4589-A7DD-65BC207DC6A9}"/>
                </a:ext>
              </a:extLst>
            </p:cNvPr>
            <p:cNvSpPr>
              <a:spLocks noEditPoints="1"/>
            </p:cNvSpPr>
            <p:nvPr/>
          </p:nvSpPr>
          <p:spPr bwMode="auto">
            <a:xfrm>
              <a:off x="2695" y="2474"/>
              <a:ext cx="987" cy="286"/>
            </a:xfrm>
            <a:custGeom>
              <a:avLst/>
              <a:gdLst>
                <a:gd name="T0" fmla="*/ 139 w 13978"/>
                <a:gd name="T1" fmla="*/ 15 h 4216"/>
                <a:gd name="T2" fmla="*/ 12726 w 13978"/>
                <a:gd name="T3" fmla="*/ 3683 h 4216"/>
                <a:gd name="T4" fmla="*/ 12794 w 13978"/>
                <a:gd name="T5" fmla="*/ 3806 h 4216"/>
                <a:gd name="T6" fmla="*/ 12670 w 13978"/>
                <a:gd name="T7" fmla="*/ 3875 h 4216"/>
                <a:gd name="T8" fmla="*/ 83 w 13978"/>
                <a:gd name="T9" fmla="*/ 207 h 4216"/>
                <a:gd name="T10" fmla="*/ 15 w 13978"/>
                <a:gd name="T11" fmla="*/ 83 h 4216"/>
                <a:gd name="T12" fmla="*/ 139 w 13978"/>
                <a:gd name="T13" fmla="*/ 15 h 4216"/>
                <a:gd name="T14" fmla="*/ 12591 w 13978"/>
                <a:gd name="T15" fmla="*/ 3192 h 4216"/>
                <a:gd name="T16" fmla="*/ 13978 w 13978"/>
                <a:gd name="T17" fmla="*/ 4151 h 4216"/>
                <a:gd name="T18" fmla="*/ 12293 w 13978"/>
                <a:gd name="T19" fmla="*/ 4216 h 4216"/>
                <a:gd name="T20" fmla="*/ 12591 w 13978"/>
                <a:gd name="T21" fmla="*/ 3192 h 4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78" h="4216">
                  <a:moveTo>
                    <a:pt x="139" y="15"/>
                  </a:moveTo>
                  <a:lnTo>
                    <a:pt x="12726" y="3683"/>
                  </a:lnTo>
                  <a:cubicBezTo>
                    <a:pt x="12779" y="3698"/>
                    <a:pt x="12809" y="3753"/>
                    <a:pt x="12794" y="3806"/>
                  </a:cubicBezTo>
                  <a:cubicBezTo>
                    <a:pt x="12779" y="3860"/>
                    <a:pt x="12723" y="3890"/>
                    <a:pt x="12670" y="3875"/>
                  </a:cubicBezTo>
                  <a:lnTo>
                    <a:pt x="83" y="207"/>
                  </a:lnTo>
                  <a:cubicBezTo>
                    <a:pt x="30" y="192"/>
                    <a:pt x="0" y="137"/>
                    <a:pt x="15" y="83"/>
                  </a:cubicBezTo>
                  <a:cubicBezTo>
                    <a:pt x="31" y="30"/>
                    <a:pt x="86" y="0"/>
                    <a:pt x="139" y="15"/>
                  </a:cubicBezTo>
                  <a:close/>
                  <a:moveTo>
                    <a:pt x="12591" y="3192"/>
                  </a:moveTo>
                  <a:lnTo>
                    <a:pt x="13978" y="4151"/>
                  </a:lnTo>
                  <a:lnTo>
                    <a:pt x="12293" y="4216"/>
                  </a:lnTo>
                  <a:lnTo>
                    <a:pt x="12591" y="3192"/>
                  </a:lnTo>
                  <a:close/>
                </a:path>
              </a:pathLst>
            </a:custGeom>
            <a:solidFill>
              <a:srgbClr val="339966"/>
            </a:solidFill>
            <a:ln w="1588" cap="flat">
              <a:solidFill>
                <a:srgbClr val="339966"/>
              </a:solidFill>
              <a:prstDash val="solid"/>
              <a:bevel/>
              <a:headEnd/>
              <a:tailEnd/>
            </a:ln>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04" name="Freeform 403">
              <a:extLst>
                <a:ext uri="{FF2B5EF4-FFF2-40B4-BE49-F238E27FC236}">
                  <a16:creationId xmlns:a16="http://schemas.microsoft.com/office/drawing/2014/main" id="{47FA14F0-08FD-409B-A402-967B6985182C}"/>
                </a:ext>
              </a:extLst>
            </p:cNvPr>
            <p:cNvSpPr>
              <a:spLocks noEditPoints="1"/>
            </p:cNvSpPr>
            <p:nvPr/>
          </p:nvSpPr>
          <p:spPr bwMode="auto">
            <a:xfrm>
              <a:off x="2695" y="2776"/>
              <a:ext cx="1014" cy="447"/>
            </a:xfrm>
            <a:custGeom>
              <a:avLst/>
              <a:gdLst>
                <a:gd name="T0" fmla="*/ 77 w 7176"/>
                <a:gd name="T1" fmla="*/ 11 h 3296"/>
                <a:gd name="T2" fmla="*/ 6590 w 7176"/>
                <a:gd name="T3" fmla="*/ 2975 h 3296"/>
                <a:gd name="T4" fmla="*/ 6615 w 7176"/>
                <a:gd name="T5" fmla="*/ 3041 h 3296"/>
                <a:gd name="T6" fmla="*/ 6549 w 7176"/>
                <a:gd name="T7" fmla="*/ 3066 h 3296"/>
                <a:gd name="T8" fmla="*/ 36 w 7176"/>
                <a:gd name="T9" fmla="*/ 102 h 3296"/>
                <a:gd name="T10" fmla="*/ 11 w 7176"/>
                <a:gd name="T11" fmla="*/ 36 h 3296"/>
                <a:gd name="T12" fmla="*/ 77 w 7176"/>
                <a:gd name="T13" fmla="*/ 11 h 3296"/>
                <a:gd name="T14" fmla="*/ 6559 w 7176"/>
                <a:gd name="T15" fmla="*/ 2722 h 3296"/>
                <a:gd name="T16" fmla="*/ 7176 w 7176"/>
                <a:gd name="T17" fmla="*/ 3296 h 3296"/>
                <a:gd name="T18" fmla="*/ 6338 w 7176"/>
                <a:gd name="T19" fmla="*/ 3208 h 3296"/>
                <a:gd name="T20" fmla="*/ 6559 w 7176"/>
                <a:gd name="T21" fmla="*/ 2722 h 3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76" h="3296">
                  <a:moveTo>
                    <a:pt x="77" y="11"/>
                  </a:moveTo>
                  <a:lnTo>
                    <a:pt x="6590" y="2975"/>
                  </a:lnTo>
                  <a:cubicBezTo>
                    <a:pt x="6616" y="2986"/>
                    <a:pt x="6627" y="3016"/>
                    <a:pt x="6615" y="3041"/>
                  </a:cubicBezTo>
                  <a:cubicBezTo>
                    <a:pt x="6604" y="3066"/>
                    <a:pt x="6574" y="3077"/>
                    <a:pt x="6549" y="3066"/>
                  </a:cubicBezTo>
                  <a:lnTo>
                    <a:pt x="36" y="102"/>
                  </a:lnTo>
                  <a:cubicBezTo>
                    <a:pt x="11" y="91"/>
                    <a:pt x="0" y="61"/>
                    <a:pt x="11" y="36"/>
                  </a:cubicBezTo>
                  <a:cubicBezTo>
                    <a:pt x="22" y="11"/>
                    <a:pt x="52" y="0"/>
                    <a:pt x="77" y="11"/>
                  </a:cubicBezTo>
                  <a:close/>
                  <a:moveTo>
                    <a:pt x="6559" y="2722"/>
                  </a:moveTo>
                  <a:lnTo>
                    <a:pt x="7176" y="3296"/>
                  </a:lnTo>
                  <a:lnTo>
                    <a:pt x="6338" y="3208"/>
                  </a:lnTo>
                  <a:lnTo>
                    <a:pt x="6559" y="2722"/>
                  </a:lnTo>
                  <a:close/>
                </a:path>
              </a:pathLst>
            </a:custGeom>
            <a:solidFill>
              <a:srgbClr val="339966"/>
            </a:solidFill>
            <a:ln w="1588" cap="flat">
              <a:solidFill>
                <a:srgbClr val="339966"/>
              </a:solidFill>
              <a:prstDash val="solid"/>
              <a:bevel/>
              <a:headEnd/>
              <a:tailEnd/>
            </a:ln>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05" name="Freeform 404">
              <a:extLst>
                <a:ext uri="{FF2B5EF4-FFF2-40B4-BE49-F238E27FC236}">
                  <a16:creationId xmlns:a16="http://schemas.microsoft.com/office/drawing/2014/main" id="{F6609170-66DC-42F1-A264-71E83B3D4AD9}"/>
                </a:ext>
              </a:extLst>
            </p:cNvPr>
            <p:cNvSpPr>
              <a:spLocks noEditPoints="1"/>
            </p:cNvSpPr>
            <p:nvPr/>
          </p:nvSpPr>
          <p:spPr bwMode="auto">
            <a:xfrm>
              <a:off x="2695" y="3033"/>
              <a:ext cx="1002" cy="429"/>
            </a:xfrm>
            <a:custGeom>
              <a:avLst/>
              <a:gdLst>
                <a:gd name="T0" fmla="*/ 77 w 7096"/>
                <a:gd name="T1" fmla="*/ 11 h 3156"/>
                <a:gd name="T2" fmla="*/ 6506 w 7096"/>
                <a:gd name="T3" fmla="*/ 2842 h 3156"/>
                <a:gd name="T4" fmla="*/ 6532 w 7096"/>
                <a:gd name="T5" fmla="*/ 2908 h 3156"/>
                <a:gd name="T6" fmla="*/ 6466 w 7096"/>
                <a:gd name="T7" fmla="*/ 2934 h 3156"/>
                <a:gd name="T8" fmla="*/ 36 w 7096"/>
                <a:gd name="T9" fmla="*/ 102 h 3156"/>
                <a:gd name="T10" fmla="*/ 11 w 7096"/>
                <a:gd name="T11" fmla="*/ 36 h 3156"/>
                <a:gd name="T12" fmla="*/ 77 w 7096"/>
                <a:gd name="T13" fmla="*/ 11 h 3156"/>
                <a:gd name="T14" fmla="*/ 6472 w 7096"/>
                <a:gd name="T15" fmla="*/ 2590 h 3156"/>
                <a:gd name="T16" fmla="*/ 7096 w 7096"/>
                <a:gd name="T17" fmla="*/ 3156 h 3156"/>
                <a:gd name="T18" fmla="*/ 6257 w 7096"/>
                <a:gd name="T19" fmla="*/ 3078 h 3156"/>
                <a:gd name="T20" fmla="*/ 6472 w 7096"/>
                <a:gd name="T21" fmla="*/ 2590 h 3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96" h="3156">
                  <a:moveTo>
                    <a:pt x="77" y="11"/>
                  </a:moveTo>
                  <a:lnTo>
                    <a:pt x="6506" y="2842"/>
                  </a:lnTo>
                  <a:cubicBezTo>
                    <a:pt x="6532" y="2853"/>
                    <a:pt x="6543" y="2883"/>
                    <a:pt x="6532" y="2908"/>
                  </a:cubicBezTo>
                  <a:cubicBezTo>
                    <a:pt x="6521" y="2933"/>
                    <a:pt x="6491" y="2945"/>
                    <a:pt x="6466" y="2934"/>
                  </a:cubicBezTo>
                  <a:lnTo>
                    <a:pt x="36" y="102"/>
                  </a:lnTo>
                  <a:cubicBezTo>
                    <a:pt x="11" y="91"/>
                    <a:pt x="0" y="62"/>
                    <a:pt x="11" y="36"/>
                  </a:cubicBezTo>
                  <a:cubicBezTo>
                    <a:pt x="22" y="11"/>
                    <a:pt x="51" y="0"/>
                    <a:pt x="77" y="11"/>
                  </a:cubicBezTo>
                  <a:close/>
                  <a:moveTo>
                    <a:pt x="6472" y="2590"/>
                  </a:moveTo>
                  <a:lnTo>
                    <a:pt x="7096" y="3156"/>
                  </a:lnTo>
                  <a:lnTo>
                    <a:pt x="6257" y="3078"/>
                  </a:lnTo>
                  <a:lnTo>
                    <a:pt x="6472" y="2590"/>
                  </a:lnTo>
                  <a:close/>
                </a:path>
              </a:pathLst>
            </a:custGeom>
            <a:solidFill>
              <a:srgbClr val="339966"/>
            </a:solidFill>
            <a:ln w="1588" cap="flat">
              <a:solidFill>
                <a:srgbClr val="339966"/>
              </a:solidFill>
              <a:prstDash val="solid"/>
              <a:bevel/>
              <a:headEnd/>
              <a:tailEnd/>
            </a:ln>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sp>
          <p:nvSpPr>
            <p:cNvPr id="606" name="Freeform 405">
              <a:extLst>
                <a:ext uri="{FF2B5EF4-FFF2-40B4-BE49-F238E27FC236}">
                  <a16:creationId xmlns:a16="http://schemas.microsoft.com/office/drawing/2014/main" id="{A356E3B1-BA9D-4179-BB50-2A22F4A1687E}"/>
                </a:ext>
              </a:extLst>
            </p:cNvPr>
            <p:cNvSpPr>
              <a:spLocks noEditPoints="1"/>
            </p:cNvSpPr>
            <p:nvPr/>
          </p:nvSpPr>
          <p:spPr bwMode="auto">
            <a:xfrm rot="-576086">
              <a:off x="2687" y="3255"/>
              <a:ext cx="1019" cy="358"/>
            </a:xfrm>
            <a:custGeom>
              <a:avLst/>
              <a:gdLst>
                <a:gd name="T0" fmla="*/ 73 w 7216"/>
                <a:gd name="T1" fmla="*/ 9 h 2636"/>
                <a:gd name="T2" fmla="*/ 6606 w 7216"/>
                <a:gd name="T3" fmla="*/ 2363 h 2636"/>
                <a:gd name="T4" fmla="*/ 6636 w 7216"/>
                <a:gd name="T5" fmla="*/ 2427 h 2636"/>
                <a:gd name="T6" fmla="*/ 6572 w 7216"/>
                <a:gd name="T7" fmla="*/ 2458 h 2636"/>
                <a:gd name="T8" fmla="*/ 40 w 7216"/>
                <a:gd name="T9" fmla="*/ 104 h 2636"/>
                <a:gd name="T10" fmla="*/ 9 w 7216"/>
                <a:gd name="T11" fmla="*/ 40 h 2636"/>
                <a:gd name="T12" fmla="*/ 73 w 7216"/>
                <a:gd name="T13" fmla="*/ 9 h 2636"/>
                <a:gd name="T14" fmla="*/ 6554 w 7216"/>
                <a:gd name="T15" fmla="*/ 2114 h 2636"/>
                <a:gd name="T16" fmla="*/ 7216 w 7216"/>
                <a:gd name="T17" fmla="*/ 2636 h 2636"/>
                <a:gd name="T18" fmla="*/ 6373 w 7216"/>
                <a:gd name="T19" fmla="*/ 2616 h 2636"/>
                <a:gd name="T20" fmla="*/ 6554 w 7216"/>
                <a:gd name="T21" fmla="*/ 2114 h 2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16" h="2636">
                  <a:moveTo>
                    <a:pt x="73" y="9"/>
                  </a:moveTo>
                  <a:lnTo>
                    <a:pt x="6606" y="2363"/>
                  </a:lnTo>
                  <a:cubicBezTo>
                    <a:pt x="6632" y="2373"/>
                    <a:pt x="6646" y="2401"/>
                    <a:pt x="6636" y="2427"/>
                  </a:cubicBezTo>
                  <a:cubicBezTo>
                    <a:pt x="6627" y="2453"/>
                    <a:pt x="6598" y="2467"/>
                    <a:pt x="6572" y="2458"/>
                  </a:cubicBezTo>
                  <a:lnTo>
                    <a:pt x="40" y="104"/>
                  </a:lnTo>
                  <a:cubicBezTo>
                    <a:pt x="14" y="94"/>
                    <a:pt x="0" y="65"/>
                    <a:pt x="9" y="40"/>
                  </a:cubicBezTo>
                  <a:cubicBezTo>
                    <a:pt x="19" y="14"/>
                    <a:pt x="47" y="0"/>
                    <a:pt x="73" y="9"/>
                  </a:cubicBezTo>
                  <a:close/>
                  <a:moveTo>
                    <a:pt x="6554" y="2114"/>
                  </a:moveTo>
                  <a:lnTo>
                    <a:pt x="7216" y="2636"/>
                  </a:lnTo>
                  <a:lnTo>
                    <a:pt x="6373" y="2616"/>
                  </a:lnTo>
                  <a:lnTo>
                    <a:pt x="6554" y="2114"/>
                  </a:lnTo>
                  <a:close/>
                </a:path>
              </a:pathLst>
            </a:custGeom>
            <a:solidFill>
              <a:srgbClr val="339966"/>
            </a:solidFill>
            <a:ln w="1588" cap="flat">
              <a:solidFill>
                <a:srgbClr val="339966"/>
              </a:solidFill>
              <a:prstDash val="solid"/>
              <a:bevel/>
              <a:headEnd/>
              <a:tailEnd/>
            </a:ln>
          </p:spPr>
          <p:txBody>
            <a:bodyPr/>
            <a:lstStyle/>
            <a:p>
              <a:pPr eaLnBrk="1" hangingPunct="1"/>
              <a:endParaRPr lang="zh-CN" altLang="en-US" sz="1800" b="0">
                <a:solidFill>
                  <a:srgbClr val="000099"/>
                </a:solidFill>
                <a:latin typeface="Courier New" panose="02070309020205020404" pitchFamily="49" charset="0"/>
                <a:ea typeface="宋体" panose="02010600030101010101" pitchFamily="2" charset="-122"/>
              </a:endParaRPr>
            </a:p>
          </p:txBody>
        </p:sp>
      </p:grpSp>
    </p:spTree>
    <p:extLst>
      <p:ext uri="{BB962C8B-B14F-4D97-AF65-F5344CB8AC3E}">
        <p14:creationId xmlns:p14="http://schemas.microsoft.com/office/powerpoint/2010/main" val="39067829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363FD9-C1BE-4A67-9C37-7DDF120CD29C}"/>
              </a:ext>
            </a:extLst>
          </p:cNvPr>
          <p:cNvSpPr>
            <a:spLocks noGrp="1"/>
          </p:cNvSpPr>
          <p:nvPr>
            <p:ph type="title"/>
          </p:nvPr>
        </p:nvSpPr>
        <p:spPr/>
        <p:txBody>
          <a:bodyPr/>
          <a:lstStyle/>
          <a:p>
            <a:r>
              <a:rPr lang="zh-CN" altLang="en-US" dirty="0"/>
              <a:t>稀疏矩阵的链式表示</a:t>
            </a:r>
          </a:p>
        </p:txBody>
      </p:sp>
      <p:sp>
        <p:nvSpPr>
          <p:cNvPr id="3" name="内容占位符 2">
            <a:extLst>
              <a:ext uri="{FF2B5EF4-FFF2-40B4-BE49-F238E27FC236}">
                <a16:creationId xmlns:a16="http://schemas.microsoft.com/office/drawing/2014/main" id="{BE640469-A311-409F-922D-D57E07DC4C5E}"/>
              </a:ext>
            </a:extLst>
          </p:cNvPr>
          <p:cNvSpPr>
            <a:spLocks noGrp="1"/>
          </p:cNvSpPr>
          <p:nvPr>
            <p:ph idx="1"/>
          </p:nvPr>
        </p:nvSpPr>
        <p:spPr/>
        <p:txBody>
          <a:bodyPr/>
          <a:lstStyle/>
          <a:p>
            <a:pPr>
              <a:buSzPct val="60000"/>
              <a:buFont typeface="Wingdings" panose="05000000000000000000" pitchFamily="2" charset="2"/>
              <a:buChar char="l"/>
            </a:pPr>
            <a:r>
              <a:rPr lang="zh-CN" altLang="en-US" dirty="0"/>
              <a:t>在执行稀疏矩阵 （</a:t>
            </a:r>
            <a:r>
              <a:rPr lang="en-US" altLang="zh-CN" b="1" dirty="0">
                <a:solidFill>
                  <a:srgbClr val="FF0000"/>
                </a:solidFill>
              </a:rPr>
              <a:t>+</a:t>
            </a:r>
            <a:r>
              <a:rPr lang="zh-CN" altLang="en-US" dirty="0"/>
              <a:t>、</a:t>
            </a:r>
            <a:r>
              <a:rPr lang="en-US" altLang="zh-CN" b="1" dirty="0">
                <a:solidFill>
                  <a:srgbClr val="FF0000"/>
                </a:solidFill>
              </a:rPr>
              <a:t>-</a:t>
            </a:r>
            <a:r>
              <a:rPr lang="zh-CN" altLang="en-US" dirty="0"/>
              <a:t>、</a:t>
            </a:r>
            <a:r>
              <a:rPr lang="zh-CN" altLang="en-US" b="1" dirty="0">
                <a:solidFill>
                  <a:srgbClr val="FF0000"/>
                </a:solidFill>
              </a:rPr>
              <a:t>*</a:t>
            </a:r>
            <a:r>
              <a:rPr lang="zh-CN" altLang="en-US" dirty="0"/>
              <a:t>、</a:t>
            </a:r>
            <a:r>
              <a:rPr lang="en-US" altLang="zh-CN" b="1" dirty="0">
                <a:solidFill>
                  <a:srgbClr val="FF0000"/>
                </a:solidFill>
              </a:rPr>
              <a:t>/</a:t>
            </a:r>
            <a:r>
              <a:rPr lang="zh-CN" altLang="en-US" dirty="0"/>
              <a:t>）操作时，稀疏矩阵的非零元素会发生动态变化，这时使用三元组表有双重缺陷：</a:t>
            </a:r>
          </a:p>
          <a:p>
            <a:pPr marL="0" indent="0">
              <a:buSzPct val="60000"/>
              <a:buNone/>
            </a:pPr>
            <a:r>
              <a:rPr lang="en-US" altLang="zh-CN" dirty="0"/>
              <a:t>     (1) </a:t>
            </a:r>
            <a:r>
              <a:rPr lang="zh-CN" altLang="en-US" dirty="0">
                <a:solidFill>
                  <a:srgbClr val="0000FF"/>
                </a:solidFill>
              </a:rPr>
              <a:t>不能直接访问矩阵元素</a:t>
            </a:r>
            <a:r>
              <a:rPr lang="zh-CN" altLang="en-US" dirty="0"/>
              <a:t>；</a:t>
            </a:r>
          </a:p>
          <a:p>
            <a:pPr marL="0" indent="0">
              <a:buSzPct val="60000"/>
              <a:buNone/>
            </a:pPr>
            <a:r>
              <a:rPr lang="en-US" altLang="zh-CN" dirty="0"/>
              <a:t>     (2) </a:t>
            </a:r>
            <a:r>
              <a:rPr lang="zh-CN" altLang="en-US" dirty="0">
                <a:solidFill>
                  <a:srgbClr val="0000FF"/>
                </a:solidFill>
              </a:rPr>
              <a:t>插入或删除时可能发生大量元素移动</a:t>
            </a:r>
            <a:r>
              <a:rPr lang="zh-CN" altLang="en-US" dirty="0"/>
              <a:t>；</a:t>
            </a:r>
          </a:p>
          <a:p>
            <a:pPr>
              <a:buSzPct val="60000"/>
              <a:buFont typeface="Wingdings" panose="05000000000000000000" pitchFamily="2" charset="2"/>
              <a:buChar char="l"/>
            </a:pPr>
            <a:r>
              <a:rPr lang="zh-CN" altLang="en-US" dirty="0"/>
              <a:t>用稀疏矩阵的链接表示可以避免这些情况。</a:t>
            </a:r>
          </a:p>
          <a:p>
            <a:pPr>
              <a:buSzPct val="60000"/>
              <a:buFont typeface="Wingdings" panose="05000000000000000000" pitchFamily="2" charset="2"/>
              <a:buChar char="l"/>
            </a:pPr>
            <a:r>
              <a:rPr lang="zh-CN" altLang="en-US" dirty="0"/>
              <a:t>稀疏矩阵的链接表示采用</a:t>
            </a:r>
            <a:r>
              <a:rPr lang="zh-CN" altLang="en-US" b="1" dirty="0">
                <a:solidFill>
                  <a:srgbClr val="FF0000"/>
                </a:solidFill>
              </a:rPr>
              <a:t>十字链表</a:t>
            </a:r>
            <a:r>
              <a:rPr lang="zh-CN" altLang="en-US" dirty="0"/>
              <a:t>：</a:t>
            </a:r>
            <a:r>
              <a:rPr lang="zh-CN" altLang="en-US" dirty="0">
                <a:solidFill>
                  <a:srgbClr val="0000FF"/>
                </a:solidFill>
              </a:rPr>
              <a:t>行链表与列链表十字交叉</a:t>
            </a:r>
            <a:r>
              <a:rPr lang="zh-CN" altLang="en-US" dirty="0"/>
              <a:t>。行链表与列链表都是</a:t>
            </a:r>
            <a:r>
              <a:rPr lang="zh-CN" altLang="en-US" dirty="0">
                <a:solidFill>
                  <a:srgbClr val="0000FF"/>
                </a:solidFill>
              </a:rPr>
              <a:t>带头结点的循环链表</a:t>
            </a:r>
            <a:r>
              <a:rPr lang="zh-CN" altLang="en-US" dirty="0"/>
              <a:t>。用头结点表征是第几行，第几列。</a:t>
            </a:r>
          </a:p>
        </p:txBody>
      </p:sp>
    </p:spTree>
    <p:extLst>
      <p:ext uri="{BB962C8B-B14F-4D97-AF65-F5344CB8AC3E}">
        <p14:creationId xmlns:p14="http://schemas.microsoft.com/office/powerpoint/2010/main" val="8706404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C6B1D7-B429-4005-ACC5-206C26E7FBCE}"/>
              </a:ext>
            </a:extLst>
          </p:cNvPr>
          <p:cNvSpPr>
            <a:spLocks noGrp="1"/>
          </p:cNvSpPr>
          <p:nvPr>
            <p:ph type="title"/>
          </p:nvPr>
        </p:nvSpPr>
        <p:spPr/>
        <p:txBody>
          <a:bodyPr/>
          <a:lstStyle/>
          <a:p>
            <a:r>
              <a:rPr lang="zh-CN" altLang="en-US" dirty="0"/>
              <a:t>十字链表</a:t>
            </a:r>
          </a:p>
        </p:txBody>
      </p:sp>
      <p:sp>
        <p:nvSpPr>
          <p:cNvPr id="3" name="内容占位符 2">
            <a:extLst>
              <a:ext uri="{FF2B5EF4-FFF2-40B4-BE49-F238E27FC236}">
                <a16:creationId xmlns:a16="http://schemas.microsoft.com/office/drawing/2014/main" id="{68F3C833-9A3D-4435-B43E-F3D50A9AE337}"/>
              </a:ext>
            </a:extLst>
          </p:cNvPr>
          <p:cNvSpPr>
            <a:spLocks noGrp="1"/>
          </p:cNvSpPr>
          <p:nvPr>
            <p:ph idx="1"/>
          </p:nvPr>
        </p:nvSpPr>
        <p:spPr>
          <a:xfrm>
            <a:off x="0" y="727075"/>
            <a:ext cx="9144000" cy="5861050"/>
          </a:xfrm>
        </p:spPr>
        <p:txBody>
          <a:bodyPr/>
          <a:lstStyle/>
          <a:p>
            <a:r>
              <a:rPr lang="zh-CN" altLang="en-US" dirty="0"/>
              <a:t>非零元素用一个含五个域的结点表示：其中三个域分别表示该非零元素所在的</a:t>
            </a:r>
            <a:r>
              <a:rPr lang="zh-CN" altLang="en-US" dirty="0">
                <a:solidFill>
                  <a:srgbClr val="00B050"/>
                </a:solidFill>
              </a:rPr>
              <a:t>行号</a:t>
            </a:r>
            <a:r>
              <a:rPr lang="zh-CN" altLang="en-US" dirty="0"/>
              <a:t>、</a:t>
            </a:r>
            <a:r>
              <a:rPr lang="zh-CN" altLang="en-US" dirty="0">
                <a:solidFill>
                  <a:srgbClr val="00B050"/>
                </a:solidFill>
              </a:rPr>
              <a:t>列号</a:t>
            </a:r>
            <a:r>
              <a:rPr lang="zh-CN" altLang="en-US" dirty="0"/>
              <a:t>和</a:t>
            </a:r>
            <a:r>
              <a:rPr lang="zh-CN" altLang="en-US" dirty="0">
                <a:solidFill>
                  <a:srgbClr val="00B050"/>
                </a:solidFill>
              </a:rPr>
              <a:t>非零元素的值</a:t>
            </a:r>
            <a:r>
              <a:rPr lang="zh-CN" altLang="en-US" dirty="0"/>
              <a:t>，</a:t>
            </a:r>
            <a:r>
              <a:rPr lang="zh-CN" altLang="en-US" dirty="0">
                <a:solidFill>
                  <a:srgbClr val="C00000"/>
                </a:solidFill>
              </a:rPr>
              <a:t>向右域</a:t>
            </a:r>
            <a:r>
              <a:rPr lang="zh-CN" altLang="en-US" dirty="0"/>
              <a:t>用以链接</a:t>
            </a:r>
            <a:r>
              <a:rPr lang="zh-CN" altLang="en-US" dirty="0">
                <a:solidFill>
                  <a:srgbClr val="0000FF"/>
                </a:solidFill>
              </a:rPr>
              <a:t>同一行</a:t>
            </a:r>
            <a:r>
              <a:rPr lang="zh-CN" altLang="en-US" dirty="0"/>
              <a:t>中下一个非零元素，</a:t>
            </a:r>
            <a:r>
              <a:rPr lang="zh-CN" altLang="en-US" dirty="0">
                <a:solidFill>
                  <a:srgbClr val="C00000"/>
                </a:solidFill>
              </a:rPr>
              <a:t>向下域</a:t>
            </a:r>
            <a:r>
              <a:rPr lang="zh-CN" altLang="en-US" dirty="0"/>
              <a:t>用以链接</a:t>
            </a:r>
            <a:r>
              <a:rPr lang="zh-CN" altLang="en-US" dirty="0">
                <a:solidFill>
                  <a:srgbClr val="0000FF"/>
                </a:solidFill>
              </a:rPr>
              <a:t>同一列</a:t>
            </a:r>
            <a:r>
              <a:rPr lang="zh-CN" altLang="en-US" dirty="0"/>
              <a:t>中下一个非零元素。</a:t>
            </a:r>
          </a:p>
          <a:p>
            <a:endParaRPr lang="en-US" altLang="zh-CN" dirty="0"/>
          </a:p>
          <a:p>
            <a:endParaRPr lang="zh-CN" altLang="en-US" dirty="0"/>
          </a:p>
          <a:p>
            <a:endParaRPr lang="zh-CN" altLang="en-US" dirty="0"/>
          </a:p>
          <a:p>
            <a:r>
              <a:rPr lang="zh-CN" altLang="en-US" dirty="0"/>
              <a:t>每个非零元素既是某个</a:t>
            </a:r>
            <a:r>
              <a:rPr lang="zh-CN" altLang="en-US" dirty="0">
                <a:solidFill>
                  <a:srgbClr val="0000FF"/>
                </a:solidFill>
              </a:rPr>
              <a:t>行链表</a:t>
            </a:r>
            <a:r>
              <a:rPr lang="zh-CN" altLang="en-US" dirty="0"/>
              <a:t>中也是某个</a:t>
            </a:r>
            <a:r>
              <a:rPr lang="zh-CN" altLang="en-US" dirty="0">
                <a:solidFill>
                  <a:srgbClr val="0000FF"/>
                </a:solidFill>
              </a:rPr>
              <a:t>列链表</a:t>
            </a:r>
            <a:r>
              <a:rPr lang="zh-CN" altLang="en-US" dirty="0"/>
              <a:t>中的一个结点，整个矩阵构成了一个十字交叉的链表。</a:t>
            </a:r>
          </a:p>
        </p:txBody>
      </p:sp>
      <p:grpSp>
        <p:nvGrpSpPr>
          <p:cNvPr id="17" name="Group 3">
            <a:extLst>
              <a:ext uri="{FF2B5EF4-FFF2-40B4-BE49-F238E27FC236}">
                <a16:creationId xmlns:a16="http://schemas.microsoft.com/office/drawing/2014/main" id="{F1F55427-2C91-40D7-A0B2-C98CB406F917}"/>
              </a:ext>
            </a:extLst>
          </p:cNvPr>
          <p:cNvGrpSpPr>
            <a:grpSpLocks/>
          </p:cNvGrpSpPr>
          <p:nvPr/>
        </p:nvGrpSpPr>
        <p:grpSpPr bwMode="auto">
          <a:xfrm>
            <a:off x="3741633" y="3429000"/>
            <a:ext cx="2804137" cy="1881188"/>
            <a:chOff x="1438" y="2112"/>
            <a:chExt cx="1396" cy="1185"/>
          </a:xfrm>
        </p:grpSpPr>
        <p:grpSp>
          <p:nvGrpSpPr>
            <p:cNvPr id="18" name="Group 4">
              <a:extLst>
                <a:ext uri="{FF2B5EF4-FFF2-40B4-BE49-F238E27FC236}">
                  <a16:creationId xmlns:a16="http://schemas.microsoft.com/office/drawing/2014/main" id="{2F8CA707-83E5-435F-AAC7-5828FF2B6B40}"/>
                </a:ext>
              </a:extLst>
            </p:cNvPr>
            <p:cNvGrpSpPr>
              <a:grpSpLocks/>
            </p:cNvGrpSpPr>
            <p:nvPr/>
          </p:nvGrpSpPr>
          <p:grpSpPr bwMode="auto">
            <a:xfrm>
              <a:off x="1438" y="2112"/>
              <a:ext cx="866" cy="1001"/>
              <a:chOff x="1054" y="1632"/>
              <a:chExt cx="866" cy="1001"/>
            </a:xfrm>
          </p:grpSpPr>
          <p:sp>
            <p:nvSpPr>
              <p:cNvPr id="21" name="Rectangle 5">
                <a:extLst>
                  <a:ext uri="{FF2B5EF4-FFF2-40B4-BE49-F238E27FC236}">
                    <a16:creationId xmlns:a16="http://schemas.microsoft.com/office/drawing/2014/main" id="{22276D6C-58DB-4765-B088-D1C563762126}"/>
                  </a:ext>
                </a:extLst>
              </p:cNvPr>
              <p:cNvSpPr>
                <a:spLocks noChangeArrowheads="1"/>
              </p:cNvSpPr>
              <p:nvPr/>
            </p:nvSpPr>
            <p:spPr bwMode="auto">
              <a:xfrm>
                <a:off x="1200" y="1632"/>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20000"/>
                  </a:spcBef>
                  <a:spcAft>
                    <a:spcPts val="0"/>
                  </a:spcAft>
                  <a:buClrTx/>
                  <a:buSzTx/>
                  <a:buFontTx/>
                  <a:buNone/>
                  <a:tabLst/>
                  <a:defRPr/>
                </a:pPr>
                <a:endParaRPr kumimoji="1" lang="zh-CN" altLang="en-US" i="0" u="none" strike="noStrike" kern="0" cap="none" spc="0" normalizeH="0" baseline="0" noProof="0">
                  <a:ln>
                    <a:noFill/>
                  </a:ln>
                  <a:solidFill>
                    <a:srgbClr val="00B050"/>
                  </a:solidFill>
                  <a:effectLst/>
                  <a:uLnTx/>
                  <a:uFillTx/>
                  <a:latin typeface="Times New Roman" panose="02020603050405020304" pitchFamily="18" charset="0"/>
                  <a:ea typeface="楷体_GB2312" pitchFamily="49" charset="-122"/>
                </a:endParaRPr>
              </a:p>
            </p:txBody>
          </p:sp>
          <p:sp>
            <p:nvSpPr>
              <p:cNvPr id="23" name="Text Box 7">
                <a:extLst>
                  <a:ext uri="{FF2B5EF4-FFF2-40B4-BE49-F238E27FC236}">
                    <a16:creationId xmlns:a16="http://schemas.microsoft.com/office/drawing/2014/main" id="{F5205AA4-303E-4EA9-B479-DECAEE6E73C7}"/>
                  </a:ext>
                </a:extLst>
              </p:cNvPr>
              <p:cNvSpPr txBox="1">
                <a:spLocks noChangeArrowheads="1"/>
              </p:cNvSpPr>
              <p:nvPr/>
            </p:nvSpPr>
            <p:spPr bwMode="auto">
              <a:xfrm>
                <a:off x="1054" y="1651"/>
                <a:ext cx="240"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i="0" u="none" strike="noStrike" kern="0" cap="none" spc="0" normalizeH="0" baseline="0" noProof="0" dirty="0" err="1">
                    <a:ln>
                      <a:noFill/>
                    </a:ln>
                    <a:solidFill>
                      <a:srgbClr val="00B050"/>
                    </a:solidFill>
                    <a:effectLst/>
                    <a:uLnTx/>
                    <a:uFillTx/>
                    <a:latin typeface="Times New Roman" panose="02020603050405020304" pitchFamily="18" charset="0"/>
                    <a:ea typeface="楷体_GB2312" pitchFamily="49" charset="-122"/>
                  </a:rPr>
                  <a:t>i</a:t>
                </a:r>
                <a:endParaRPr kumimoji="1" lang="en-US" altLang="zh-CN" i="0" u="none" strike="noStrike" kern="0" cap="none" spc="0" normalizeH="0" baseline="0" noProof="0" dirty="0">
                  <a:ln>
                    <a:noFill/>
                  </a:ln>
                  <a:solidFill>
                    <a:srgbClr val="00B050"/>
                  </a:solidFill>
                  <a:effectLst/>
                  <a:uLnTx/>
                  <a:uFillTx/>
                  <a:latin typeface="Times New Roman" panose="02020603050405020304" pitchFamily="18" charset="0"/>
                  <a:ea typeface="楷体_GB2312" pitchFamily="49" charset="-122"/>
                </a:endParaRPr>
              </a:p>
            </p:txBody>
          </p:sp>
          <p:sp>
            <p:nvSpPr>
              <p:cNvPr id="24" name="Text Box 8">
                <a:extLst>
                  <a:ext uri="{FF2B5EF4-FFF2-40B4-BE49-F238E27FC236}">
                    <a16:creationId xmlns:a16="http://schemas.microsoft.com/office/drawing/2014/main" id="{3B5689DE-1EBD-4ED6-8DB9-C7A803A10231}"/>
                  </a:ext>
                </a:extLst>
              </p:cNvPr>
              <p:cNvSpPr txBox="1">
                <a:spLocks noChangeArrowheads="1"/>
              </p:cNvSpPr>
              <p:nvPr/>
            </p:nvSpPr>
            <p:spPr bwMode="auto">
              <a:xfrm>
                <a:off x="1296" y="1650"/>
                <a:ext cx="240"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i="0" u="none" strike="noStrike" kern="0" cap="none" spc="0" normalizeH="0" baseline="0" noProof="0" dirty="0">
                    <a:ln>
                      <a:noFill/>
                    </a:ln>
                    <a:solidFill>
                      <a:srgbClr val="00B050"/>
                    </a:solidFill>
                    <a:effectLst/>
                    <a:uLnTx/>
                    <a:uFillTx/>
                    <a:latin typeface="Times New Roman" panose="02020603050405020304" pitchFamily="18" charset="0"/>
                    <a:ea typeface="楷体_GB2312" pitchFamily="49" charset="-122"/>
                  </a:rPr>
                  <a:t>j</a:t>
                </a:r>
              </a:p>
            </p:txBody>
          </p:sp>
          <p:sp>
            <p:nvSpPr>
              <p:cNvPr id="25" name="Text Box 9">
                <a:extLst>
                  <a:ext uri="{FF2B5EF4-FFF2-40B4-BE49-F238E27FC236}">
                    <a16:creationId xmlns:a16="http://schemas.microsoft.com/office/drawing/2014/main" id="{C23B621B-0C7F-4073-8B27-93498B24F3BF}"/>
                  </a:ext>
                </a:extLst>
              </p:cNvPr>
              <p:cNvSpPr txBox="1">
                <a:spLocks noChangeArrowheads="1"/>
              </p:cNvSpPr>
              <p:nvPr/>
            </p:nvSpPr>
            <p:spPr bwMode="auto">
              <a:xfrm>
                <a:off x="1536" y="1650"/>
                <a:ext cx="240"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i="0" u="none" strike="noStrike" kern="0" cap="none" spc="0" normalizeH="0" baseline="0" noProof="0" dirty="0">
                    <a:ln>
                      <a:noFill/>
                    </a:ln>
                    <a:solidFill>
                      <a:srgbClr val="00B050"/>
                    </a:solidFill>
                    <a:effectLst/>
                    <a:uLnTx/>
                    <a:uFillTx/>
                    <a:latin typeface="Times New Roman" panose="02020603050405020304" pitchFamily="18" charset="0"/>
                    <a:ea typeface="楷体_GB2312" pitchFamily="49" charset="-122"/>
                  </a:rPr>
                  <a:t>e</a:t>
                </a:r>
              </a:p>
            </p:txBody>
          </p:sp>
          <p:sp>
            <p:nvSpPr>
              <p:cNvPr id="26" name="Text Box 10">
                <a:extLst>
                  <a:ext uri="{FF2B5EF4-FFF2-40B4-BE49-F238E27FC236}">
                    <a16:creationId xmlns:a16="http://schemas.microsoft.com/office/drawing/2014/main" id="{7CA5978B-2ABA-42D9-A6DE-87D4A3BBC942}"/>
                  </a:ext>
                </a:extLst>
              </p:cNvPr>
              <p:cNvSpPr txBox="1">
                <a:spLocks noChangeArrowheads="1"/>
              </p:cNvSpPr>
              <p:nvPr/>
            </p:nvSpPr>
            <p:spPr bwMode="auto">
              <a:xfrm>
                <a:off x="1056" y="2016"/>
                <a:ext cx="336"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zh-CN" i="0" u="none" strike="noStrike" kern="0" cap="none" spc="0" normalizeH="0" baseline="0" noProof="0">
                  <a:ln>
                    <a:noFill/>
                  </a:ln>
                  <a:solidFill>
                    <a:srgbClr val="00B050"/>
                  </a:solidFill>
                  <a:effectLst/>
                  <a:uLnTx/>
                  <a:uFillTx/>
                  <a:latin typeface="Times New Roman" panose="02020603050405020304" pitchFamily="18" charset="0"/>
                  <a:ea typeface="楷体_GB2312" pitchFamily="49" charset="-122"/>
                </a:endParaRPr>
              </a:p>
            </p:txBody>
          </p:sp>
          <p:sp>
            <p:nvSpPr>
              <p:cNvPr id="27" name="Text Box 11">
                <a:extLst>
                  <a:ext uri="{FF2B5EF4-FFF2-40B4-BE49-F238E27FC236}">
                    <a16:creationId xmlns:a16="http://schemas.microsoft.com/office/drawing/2014/main" id="{9C073FF0-A5AB-4242-B43C-51F5192833F5}"/>
                  </a:ext>
                </a:extLst>
              </p:cNvPr>
              <p:cNvSpPr txBox="1">
                <a:spLocks noChangeArrowheads="1"/>
              </p:cNvSpPr>
              <p:nvPr/>
            </p:nvSpPr>
            <p:spPr bwMode="auto">
              <a:xfrm>
                <a:off x="1392" y="2019"/>
                <a:ext cx="384" cy="3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endParaRPr kumimoji="1" lang="zh-CN" altLang="zh-CN" i="0" u="none" strike="noStrike" kern="0" cap="none" spc="0" normalizeH="0" baseline="0" noProof="0">
                  <a:ln>
                    <a:noFill/>
                  </a:ln>
                  <a:solidFill>
                    <a:srgbClr val="00B050"/>
                  </a:solidFill>
                  <a:effectLst/>
                  <a:uLnTx/>
                  <a:uFillTx/>
                  <a:latin typeface="Times New Roman" panose="02020603050405020304" pitchFamily="18" charset="0"/>
                  <a:ea typeface="楷体_GB2312" pitchFamily="49" charset="-122"/>
                </a:endParaRPr>
              </a:p>
            </p:txBody>
          </p:sp>
          <p:sp>
            <p:nvSpPr>
              <p:cNvPr id="28" name="Line 12">
                <a:extLst>
                  <a:ext uri="{FF2B5EF4-FFF2-40B4-BE49-F238E27FC236}">
                    <a16:creationId xmlns:a16="http://schemas.microsoft.com/office/drawing/2014/main" id="{CF197DC8-67F3-44CD-A214-8D61A6208923}"/>
                  </a:ext>
                </a:extLst>
              </p:cNvPr>
              <p:cNvSpPr>
                <a:spLocks noChangeShapeType="1"/>
              </p:cNvSpPr>
              <p:nvPr/>
            </p:nvSpPr>
            <p:spPr bwMode="auto">
              <a:xfrm>
                <a:off x="1584" y="2208"/>
                <a:ext cx="336" cy="0"/>
              </a:xfrm>
              <a:prstGeom prst="line">
                <a:avLst/>
              </a:prstGeom>
              <a:noFill/>
              <a:ln w="19050">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200" i="0" u="none" strike="noStrike" kern="0" cap="none" spc="0" normalizeH="0" baseline="0" noProof="0">
                  <a:ln>
                    <a:noFill/>
                  </a:ln>
                  <a:solidFill>
                    <a:srgbClr val="00B050"/>
                  </a:solidFill>
                  <a:effectLst/>
                  <a:uLnTx/>
                  <a:uFillTx/>
                </a:endParaRPr>
              </a:p>
            </p:txBody>
          </p:sp>
          <p:sp>
            <p:nvSpPr>
              <p:cNvPr id="29" name="Line 13">
                <a:extLst>
                  <a:ext uri="{FF2B5EF4-FFF2-40B4-BE49-F238E27FC236}">
                    <a16:creationId xmlns:a16="http://schemas.microsoft.com/office/drawing/2014/main" id="{64B944EF-3B23-4A10-B585-70CF18813318}"/>
                  </a:ext>
                </a:extLst>
              </p:cNvPr>
              <p:cNvSpPr>
                <a:spLocks noChangeShapeType="1"/>
              </p:cNvSpPr>
              <p:nvPr/>
            </p:nvSpPr>
            <p:spPr bwMode="auto">
              <a:xfrm>
                <a:off x="1200" y="2208"/>
                <a:ext cx="0" cy="425"/>
              </a:xfrm>
              <a:prstGeom prst="line">
                <a:avLst/>
              </a:prstGeom>
              <a:noFill/>
              <a:ln w="19050">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3200" i="0" u="none" strike="noStrike" kern="0" cap="none" spc="0" normalizeH="0" baseline="0" noProof="0">
                  <a:ln>
                    <a:noFill/>
                  </a:ln>
                  <a:solidFill>
                    <a:srgbClr val="00B050"/>
                  </a:solidFill>
                  <a:effectLst/>
                  <a:uLnTx/>
                  <a:uFillTx/>
                </a:endParaRPr>
              </a:p>
            </p:txBody>
          </p:sp>
        </p:grpSp>
        <p:sp>
          <p:nvSpPr>
            <p:cNvPr id="19" name="Text Box 14">
              <a:extLst>
                <a:ext uri="{FF2B5EF4-FFF2-40B4-BE49-F238E27FC236}">
                  <a16:creationId xmlns:a16="http://schemas.microsoft.com/office/drawing/2014/main" id="{F32B34A9-2A96-4099-BC3C-1C35DC2CA8D6}"/>
                </a:ext>
              </a:extLst>
            </p:cNvPr>
            <p:cNvSpPr txBox="1">
              <a:spLocks noChangeArrowheads="1"/>
            </p:cNvSpPr>
            <p:nvPr/>
          </p:nvSpPr>
          <p:spPr bwMode="auto">
            <a:xfrm>
              <a:off x="2313" y="2483"/>
              <a:ext cx="52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i="0" u="none" strike="noStrike" kern="0" cap="none" spc="0" normalizeH="0" baseline="0" noProof="0" dirty="0">
                  <a:ln>
                    <a:noFill/>
                  </a:ln>
                  <a:solidFill>
                    <a:srgbClr val="C00000"/>
                  </a:solidFill>
                  <a:effectLst/>
                  <a:uLnTx/>
                  <a:uFillTx/>
                  <a:latin typeface="Times New Roman" panose="02020603050405020304" pitchFamily="18" charset="0"/>
                  <a:ea typeface="楷体_GB2312" pitchFamily="49" charset="-122"/>
                </a:rPr>
                <a:t>right</a:t>
              </a:r>
            </a:p>
          </p:txBody>
        </p:sp>
        <p:sp>
          <p:nvSpPr>
            <p:cNvPr id="20" name="Text Box 15">
              <a:extLst>
                <a:ext uri="{FF2B5EF4-FFF2-40B4-BE49-F238E27FC236}">
                  <a16:creationId xmlns:a16="http://schemas.microsoft.com/office/drawing/2014/main" id="{99E34CDF-6DFF-47FD-8564-E8BA8F5BC4E3}"/>
                </a:ext>
              </a:extLst>
            </p:cNvPr>
            <p:cNvSpPr txBox="1">
              <a:spLocks noChangeArrowheads="1"/>
            </p:cNvSpPr>
            <p:nvPr/>
          </p:nvSpPr>
          <p:spPr bwMode="auto">
            <a:xfrm>
              <a:off x="1629" y="2929"/>
              <a:ext cx="73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i="0" u="none" strike="noStrike" kern="0" cap="none" spc="0" normalizeH="0" baseline="0" noProof="0" dirty="0">
                  <a:ln>
                    <a:noFill/>
                  </a:ln>
                  <a:solidFill>
                    <a:srgbClr val="C00000"/>
                  </a:solidFill>
                  <a:effectLst/>
                  <a:uLnTx/>
                  <a:uFillTx/>
                  <a:latin typeface="Times New Roman" panose="02020603050405020304" pitchFamily="18" charset="0"/>
                  <a:ea typeface="楷体_GB2312" pitchFamily="49" charset="-122"/>
                </a:rPr>
                <a:t>down</a:t>
              </a:r>
            </a:p>
          </p:txBody>
        </p:sp>
      </p:grpSp>
    </p:spTree>
    <p:extLst>
      <p:ext uri="{BB962C8B-B14F-4D97-AF65-F5344CB8AC3E}">
        <p14:creationId xmlns:p14="http://schemas.microsoft.com/office/powerpoint/2010/main" val="4104921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4508A-342E-4115-9F8A-48F170B64BD8}"/>
              </a:ext>
            </a:extLst>
          </p:cNvPr>
          <p:cNvSpPr>
            <a:spLocks noGrp="1"/>
          </p:cNvSpPr>
          <p:nvPr>
            <p:ph type="title"/>
          </p:nvPr>
        </p:nvSpPr>
        <p:spPr/>
        <p:txBody>
          <a:bodyPr/>
          <a:lstStyle/>
          <a:p>
            <a:r>
              <a:rPr lang="zh-CN" altLang="en-US" dirty="0"/>
              <a:t>十字链表</a:t>
            </a:r>
          </a:p>
        </p:txBody>
      </p:sp>
      <p:sp>
        <p:nvSpPr>
          <p:cNvPr id="3" name="内容占位符 2">
            <a:extLst>
              <a:ext uri="{FF2B5EF4-FFF2-40B4-BE49-F238E27FC236}">
                <a16:creationId xmlns:a16="http://schemas.microsoft.com/office/drawing/2014/main" id="{7C26F0C0-228F-4EFE-B2ED-42990A1E22B5}"/>
              </a:ext>
            </a:extLst>
          </p:cNvPr>
          <p:cNvSpPr>
            <a:spLocks noGrp="1"/>
          </p:cNvSpPr>
          <p:nvPr>
            <p:ph idx="1"/>
          </p:nvPr>
        </p:nvSpPr>
        <p:spPr>
          <a:xfrm>
            <a:off x="249822" y="727075"/>
            <a:ext cx="8642658" cy="3494013"/>
          </a:xfrm>
        </p:spPr>
        <p:txBody>
          <a:bodyPr/>
          <a:lstStyle/>
          <a:p>
            <a:r>
              <a:rPr lang="zh-CN" altLang="en-US" b="1" dirty="0">
                <a:solidFill>
                  <a:srgbClr val="00B050"/>
                </a:solidFill>
              </a:rPr>
              <a:t>行链表和列链表的头结点</a:t>
            </a:r>
            <a:r>
              <a:rPr lang="zh-CN" altLang="en-US" dirty="0"/>
              <a:t>的结构：</a:t>
            </a:r>
            <a:endParaRPr lang="en-US" altLang="zh-CN" dirty="0"/>
          </a:p>
          <a:p>
            <a:pPr lvl="1"/>
            <a:r>
              <a:rPr lang="en-US" altLang="zh-CN" b="1" dirty="0">
                <a:solidFill>
                  <a:srgbClr val="FF0000"/>
                </a:solidFill>
              </a:rPr>
              <a:t>head = True </a:t>
            </a:r>
            <a:r>
              <a:rPr lang="zh-CN" altLang="en-US" dirty="0"/>
              <a:t>是头结点的标识。</a:t>
            </a:r>
          </a:p>
          <a:p>
            <a:pPr lvl="1"/>
            <a:r>
              <a:rPr lang="zh-CN" altLang="en-US" b="1" dirty="0">
                <a:solidFill>
                  <a:srgbClr val="0000FF"/>
                </a:solidFill>
              </a:rPr>
              <a:t>第 </a:t>
            </a:r>
            <a:r>
              <a:rPr lang="en-US" altLang="zh-CN" b="1" dirty="0" err="1">
                <a:solidFill>
                  <a:srgbClr val="0000FF"/>
                </a:solidFill>
              </a:rPr>
              <a:t>i</a:t>
            </a:r>
            <a:r>
              <a:rPr lang="en-US" altLang="zh-CN" b="1" dirty="0">
                <a:solidFill>
                  <a:srgbClr val="0000FF"/>
                </a:solidFill>
              </a:rPr>
              <a:t> </a:t>
            </a:r>
            <a:r>
              <a:rPr lang="zh-CN" altLang="en-US" b="1" dirty="0">
                <a:solidFill>
                  <a:srgbClr val="0000FF"/>
                </a:solidFill>
              </a:rPr>
              <a:t>行与第 </a:t>
            </a:r>
            <a:r>
              <a:rPr lang="en-US" altLang="zh-CN" b="1" dirty="0" err="1">
                <a:solidFill>
                  <a:srgbClr val="0000FF"/>
                </a:solidFill>
              </a:rPr>
              <a:t>i</a:t>
            </a:r>
            <a:r>
              <a:rPr lang="en-US" altLang="zh-CN" b="1" dirty="0">
                <a:solidFill>
                  <a:srgbClr val="0000FF"/>
                </a:solidFill>
              </a:rPr>
              <a:t> </a:t>
            </a:r>
            <a:r>
              <a:rPr lang="zh-CN" altLang="en-US" b="1" dirty="0">
                <a:solidFill>
                  <a:srgbClr val="0000FF"/>
                </a:solidFill>
              </a:rPr>
              <a:t>列共用一个头结点</a:t>
            </a:r>
            <a:r>
              <a:rPr lang="zh-CN" altLang="en-US" dirty="0"/>
              <a:t>，用 </a:t>
            </a:r>
            <a:r>
              <a:rPr lang="en-US" altLang="zh-CN" dirty="0">
                <a:solidFill>
                  <a:srgbClr val="FF0000"/>
                </a:solidFill>
              </a:rPr>
              <a:t>next</a:t>
            </a:r>
            <a:r>
              <a:rPr lang="en-US" altLang="zh-CN" dirty="0"/>
              <a:t> </a:t>
            </a:r>
            <a:r>
              <a:rPr lang="zh-CN" altLang="en-US" dirty="0"/>
              <a:t>链接。链表中按行列号顺序链接各行列的头结点。</a:t>
            </a:r>
          </a:p>
          <a:p>
            <a:pPr lvl="1"/>
            <a:r>
              <a:rPr lang="zh-CN" altLang="en-US" dirty="0">
                <a:solidFill>
                  <a:srgbClr val="FF0000"/>
                </a:solidFill>
              </a:rPr>
              <a:t> </a:t>
            </a:r>
            <a:r>
              <a:rPr lang="en-US" altLang="zh-CN" dirty="0">
                <a:solidFill>
                  <a:srgbClr val="FF0000"/>
                </a:solidFill>
              </a:rPr>
              <a:t>right </a:t>
            </a:r>
            <a:r>
              <a:rPr lang="zh-CN" altLang="en-US" dirty="0">
                <a:solidFill>
                  <a:srgbClr val="0000FF"/>
                </a:solidFill>
              </a:rPr>
              <a:t>指向该行链表首元结点的指针</a:t>
            </a:r>
            <a:r>
              <a:rPr lang="zh-CN" altLang="en-US" dirty="0"/>
              <a:t>；</a:t>
            </a:r>
            <a:r>
              <a:rPr lang="en-US" altLang="zh-CN" dirty="0">
                <a:solidFill>
                  <a:srgbClr val="FF0000"/>
                </a:solidFill>
              </a:rPr>
              <a:t>down</a:t>
            </a:r>
            <a:r>
              <a:rPr lang="en-US" altLang="zh-CN" dirty="0"/>
              <a:t> </a:t>
            </a:r>
            <a:r>
              <a:rPr lang="zh-CN" altLang="en-US" dirty="0">
                <a:solidFill>
                  <a:srgbClr val="0000FF"/>
                </a:solidFill>
              </a:rPr>
              <a:t>指向该列链表首元结点的指针</a:t>
            </a:r>
            <a:r>
              <a:rPr lang="zh-CN" altLang="en-US" dirty="0"/>
              <a:t>。</a:t>
            </a:r>
          </a:p>
        </p:txBody>
      </p:sp>
      <p:grpSp>
        <p:nvGrpSpPr>
          <p:cNvPr id="4" name="Group 3">
            <a:extLst>
              <a:ext uri="{FF2B5EF4-FFF2-40B4-BE49-F238E27FC236}">
                <a16:creationId xmlns:a16="http://schemas.microsoft.com/office/drawing/2014/main" id="{1CCD00EC-4333-489A-9A4B-A7A4D709098B}"/>
              </a:ext>
            </a:extLst>
          </p:cNvPr>
          <p:cNvGrpSpPr>
            <a:grpSpLocks/>
          </p:cNvGrpSpPr>
          <p:nvPr/>
        </p:nvGrpSpPr>
        <p:grpSpPr bwMode="auto">
          <a:xfrm>
            <a:off x="3079741" y="4545532"/>
            <a:ext cx="2988220" cy="1368003"/>
            <a:chOff x="476" y="3158"/>
            <a:chExt cx="1633" cy="708"/>
          </a:xfrm>
        </p:grpSpPr>
        <p:grpSp>
          <p:nvGrpSpPr>
            <p:cNvPr id="5" name="Group 4">
              <a:extLst>
                <a:ext uri="{FF2B5EF4-FFF2-40B4-BE49-F238E27FC236}">
                  <a16:creationId xmlns:a16="http://schemas.microsoft.com/office/drawing/2014/main" id="{9E33451F-F9CC-4B8C-9067-95ECD7F6E9B4}"/>
                </a:ext>
              </a:extLst>
            </p:cNvPr>
            <p:cNvGrpSpPr>
              <a:grpSpLocks/>
            </p:cNvGrpSpPr>
            <p:nvPr/>
          </p:nvGrpSpPr>
          <p:grpSpPr bwMode="auto">
            <a:xfrm>
              <a:off x="476" y="3158"/>
              <a:ext cx="1633" cy="680"/>
              <a:chOff x="476" y="3158"/>
              <a:chExt cx="1633" cy="658"/>
            </a:xfrm>
          </p:grpSpPr>
          <p:sp>
            <p:nvSpPr>
              <p:cNvPr id="10" name="Rectangle 5">
                <a:extLst>
                  <a:ext uri="{FF2B5EF4-FFF2-40B4-BE49-F238E27FC236}">
                    <a16:creationId xmlns:a16="http://schemas.microsoft.com/office/drawing/2014/main" id="{AD9E0953-27F8-4400-BE28-84B1ABFF8F21}"/>
                  </a:ext>
                </a:extLst>
              </p:cNvPr>
              <p:cNvSpPr>
                <a:spLocks noChangeArrowheads="1"/>
              </p:cNvSpPr>
              <p:nvPr/>
            </p:nvSpPr>
            <p:spPr bwMode="auto">
              <a:xfrm>
                <a:off x="476" y="3214"/>
                <a:ext cx="1577" cy="602"/>
              </a:xfrm>
              <a:prstGeom prst="rect">
                <a:avLst/>
              </a:prstGeom>
              <a:blipFill dpi="0" rotWithShape="0">
                <a:blip r:embed="rId2"/>
                <a:srcRect/>
                <a:tile tx="0" ty="0" sx="100000" sy="100000" flip="none" algn="tl"/>
              </a:blipFill>
              <a:ln w="9525">
                <a:miter lim="800000"/>
                <a:headEnd/>
                <a:tailEnd/>
              </a:ln>
              <a:effectLst/>
              <a:scene3d>
                <a:camera prst="legacyPerspectiveTopRight"/>
                <a:lightRig rig="legacyFlat3" dir="b"/>
              </a:scene3d>
              <a:sp3d extrusionH="8874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flatTx/>
              </a:bodyPr>
              <a:lstStyle/>
              <a:p>
                <a:endParaRPr lang="zh-CN" altLang="en-US" sz="3200"/>
              </a:p>
            </p:txBody>
          </p:sp>
          <p:sp>
            <p:nvSpPr>
              <p:cNvPr id="11" name="Line 6">
                <a:extLst>
                  <a:ext uri="{FF2B5EF4-FFF2-40B4-BE49-F238E27FC236}">
                    <a16:creationId xmlns:a16="http://schemas.microsoft.com/office/drawing/2014/main" id="{04C075B9-5580-47EF-8BA4-1A8F411A15EF}"/>
                  </a:ext>
                </a:extLst>
              </p:cNvPr>
              <p:cNvSpPr>
                <a:spLocks noChangeShapeType="1"/>
              </p:cNvSpPr>
              <p:nvPr/>
            </p:nvSpPr>
            <p:spPr bwMode="auto">
              <a:xfrm>
                <a:off x="476" y="3515"/>
                <a:ext cx="1577"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12" name="Line 7">
                <a:extLst>
                  <a:ext uri="{FF2B5EF4-FFF2-40B4-BE49-F238E27FC236}">
                    <a16:creationId xmlns:a16="http://schemas.microsoft.com/office/drawing/2014/main" id="{93625AC7-DFFF-4136-A66E-A3EE47754895}"/>
                  </a:ext>
                </a:extLst>
              </p:cNvPr>
              <p:cNvSpPr>
                <a:spLocks noChangeShapeType="1"/>
              </p:cNvSpPr>
              <p:nvPr/>
            </p:nvSpPr>
            <p:spPr bwMode="auto">
              <a:xfrm flipV="1">
                <a:off x="2053" y="3475"/>
                <a:ext cx="56" cy="40"/>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13" name="Line 8">
                <a:extLst>
                  <a:ext uri="{FF2B5EF4-FFF2-40B4-BE49-F238E27FC236}">
                    <a16:creationId xmlns:a16="http://schemas.microsoft.com/office/drawing/2014/main" id="{1A23D8BD-8480-4444-8896-2B7B13493746}"/>
                  </a:ext>
                </a:extLst>
              </p:cNvPr>
              <p:cNvSpPr>
                <a:spLocks noChangeShapeType="1"/>
              </p:cNvSpPr>
              <p:nvPr/>
            </p:nvSpPr>
            <p:spPr bwMode="auto">
              <a:xfrm>
                <a:off x="1286" y="3214"/>
                <a:ext cx="0" cy="602"/>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14" name="Line 9">
                <a:extLst>
                  <a:ext uri="{FF2B5EF4-FFF2-40B4-BE49-F238E27FC236}">
                    <a16:creationId xmlns:a16="http://schemas.microsoft.com/office/drawing/2014/main" id="{5F998C2B-EB06-4B0D-9B8A-B3622944FC74}"/>
                  </a:ext>
                </a:extLst>
              </p:cNvPr>
              <p:cNvSpPr>
                <a:spLocks noChangeShapeType="1"/>
              </p:cNvSpPr>
              <p:nvPr/>
            </p:nvSpPr>
            <p:spPr bwMode="auto">
              <a:xfrm flipV="1">
                <a:off x="1286" y="3158"/>
                <a:ext cx="97" cy="56"/>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grpSp>
        <p:sp>
          <p:nvSpPr>
            <p:cNvPr id="6" name="Text Box 10">
              <a:extLst>
                <a:ext uri="{FF2B5EF4-FFF2-40B4-BE49-F238E27FC236}">
                  <a16:creationId xmlns:a16="http://schemas.microsoft.com/office/drawing/2014/main" id="{19B9EF39-0AE0-4231-AF06-C208FF36C16F}"/>
                </a:ext>
              </a:extLst>
            </p:cNvPr>
            <p:cNvSpPr txBox="1">
              <a:spLocks noChangeArrowheads="1"/>
            </p:cNvSpPr>
            <p:nvPr/>
          </p:nvSpPr>
          <p:spPr bwMode="auto">
            <a:xfrm>
              <a:off x="584" y="3498"/>
              <a:ext cx="719"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down</a:t>
              </a:r>
            </a:p>
          </p:txBody>
        </p:sp>
        <p:sp>
          <p:nvSpPr>
            <p:cNvPr id="7" name="Text Box 11">
              <a:extLst>
                <a:ext uri="{FF2B5EF4-FFF2-40B4-BE49-F238E27FC236}">
                  <a16:creationId xmlns:a16="http://schemas.microsoft.com/office/drawing/2014/main" id="{1A36C671-F2DF-46C0-993E-35428E920975}"/>
                </a:ext>
              </a:extLst>
            </p:cNvPr>
            <p:cNvSpPr txBox="1">
              <a:spLocks noChangeArrowheads="1"/>
            </p:cNvSpPr>
            <p:nvPr/>
          </p:nvSpPr>
          <p:spPr bwMode="auto">
            <a:xfrm>
              <a:off x="1383" y="3171"/>
              <a:ext cx="590"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dirty="0">
                  <a:latin typeface="Times New Roman" panose="02020603050405020304" pitchFamily="18" charset="0"/>
                </a:rPr>
                <a:t>next</a:t>
              </a:r>
              <a:endParaRPr kumimoji="1" lang="en-US" altLang="zh-CN" sz="3200" dirty="0">
                <a:latin typeface="Times New Roman" panose="02020603050405020304" pitchFamily="18" charset="0"/>
              </a:endParaRPr>
            </a:p>
          </p:txBody>
        </p:sp>
        <p:sp>
          <p:nvSpPr>
            <p:cNvPr id="8" name="Text Box 12">
              <a:extLst>
                <a:ext uri="{FF2B5EF4-FFF2-40B4-BE49-F238E27FC236}">
                  <a16:creationId xmlns:a16="http://schemas.microsoft.com/office/drawing/2014/main" id="{2D05C771-4A78-4D5B-B60A-D070FA846ED5}"/>
                </a:ext>
              </a:extLst>
            </p:cNvPr>
            <p:cNvSpPr txBox="1">
              <a:spLocks noChangeArrowheads="1"/>
            </p:cNvSpPr>
            <p:nvPr/>
          </p:nvSpPr>
          <p:spPr bwMode="auto">
            <a:xfrm>
              <a:off x="1360" y="3489"/>
              <a:ext cx="662"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right</a:t>
              </a:r>
            </a:p>
          </p:txBody>
        </p:sp>
        <p:sp>
          <p:nvSpPr>
            <p:cNvPr id="9" name="Text Box 13">
              <a:extLst>
                <a:ext uri="{FF2B5EF4-FFF2-40B4-BE49-F238E27FC236}">
                  <a16:creationId xmlns:a16="http://schemas.microsoft.com/office/drawing/2014/main" id="{A632B207-B0D0-455E-8F8B-C63BAC191A9C}"/>
                </a:ext>
              </a:extLst>
            </p:cNvPr>
            <p:cNvSpPr txBox="1">
              <a:spLocks noChangeArrowheads="1"/>
            </p:cNvSpPr>
            <p:nvPr/>
          </p:nvSpPr>
          <p:spPr bwMode="auto">
            <a:xfrm>
              <a:off x="612" y="3181"/>
              <a:ext cx="647"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dirty="0">
                  <a:latin typeface="Times New Roman" panose="02020603050405020304" pitchFamily="18" charset="0"/>
                </a:rPr>
                <a:t>head</a:t>
              </a:r>
            </a:p>
          </p:txBody>
        </p:sp>
      </p:grpSp>
    </p:spTree>
    <p:extLst>
      <p:ext uri="{BB962C8B-B14F-4D97-AF65-F5344CB8AC3E}">
        <p14:creationId xmlns:p14="http://schemas.microsoft.com/office/powerpoint/2010/main" val="36667914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4508A-342E-4115-9F8A-48F170B64BD8}"/>
              </a:ext>
            </a:extLst>
          </p:cNvPr>
          <p:cNvSpPr>
            <a:spLocks noGrp="1"/>
          </p:cNvSpPr>
          <p:nvPr>
            <p:ph type="title"/>
          </p:nvPr>
        </p:nvSpPr>
        <p:spPr/>
        <p:txBody>
          <a:bodyPr/>
          <a:lstStyle/>
          <a:p>
            <a:r>
              <a:rPr lang="zh-CN" altLang="en-US" dirty="0"/>
              <a:t>十字链表</a:t>
            </a:r>
          </a:p>
        </p:txBody>
      </p:sp>
      <p:sp>
        <p:nvSpPr>
          <p:cNvPr id="3" name="内容占位符 2">
            <a:extLst>
              <a:ext uri="{FF2B5EF4-FFF2-40B4-BE49-F238E27FC236}">
                <a16:creationId xmlns:a16="http://schemas.microsoft.com/office/drawing/2014/main" id="{7C26F0C0-228F-4EFE-B2ED-42990A1E22B5}"/>
              </a:ext>
            </a:extLst>
          </p:cNvPr>
          <p:cNvSpPr>
            <a:spLocks noGrp="1"/>
          </p:cNvSpPr>
          <p:nvPr>
            <p:ph idx="1"/>
          </p:nvPr>
        </p:nvSpPr>
        <p:spPr>
          <a:xfrm>
            <a:off x="249822" y="727076"/>
            <a:ext cx="8786674" cy="3093476"/>
          </a:xfrm>
        </p:spPr>
        <p:txBody>
          <a:bodyPr/>
          <a:lstStyle/>
          <a:p>
            <a:r>
              <a:rPr lang="zh-CN" altLang="en-US" b="1" dirty="0">
                <a:solidFill>
                  <a:srgbClr val="00B050"/>
                </a:solidFill>
              </a:rPr>
              <a:t>非零元素结点</a:t>
            </a:r>
            <a:r>
              <a:rPr lang="zh-CN" altLang="en-US" dirty="0"/>
              <a:t>的结构：</a:t>
            </a:r>
            <a:endParaRPr lang="en-US" altLang="zh-CN" dirty="0"/>
          </a:p>
          <a:p>
            <a:pPr lvl="1"/>
            <a:r>
              <a:rPr lang="en-US" altLang="zh-CN" b="1" dirty="0">
                <a:solidFill>
                  <a:srgbClr val="FF0000"/>
                </a:solidFill>
              </a:rPr>
              <a:t>head = False </a:t>
            </a:r>
            <a:r>
              <a:rPr lang="zh-CN" altLang="en-US" dirty="0"/>
              <a:t>是稀疏矩阵元素结点的标识。</a:t>
            </a:r>
          </a:p>
          <a:p>
            <a:pPr lvl="1"/>
            <a:r>
              <a:rPr lang="en-US" altLang="zh-CN" dirty="0">
                <a:solidFill>
                  <a:srgbClr val="FF0000"/>
                </a:solidFill>
              </a:rPr>
              <a:t>row</a:t>
            </a:r>
            <a:r>
              <a:rPr lang="en-US" altLang="zh-CN" dirty="0"/>
              <a:t> </a:t>
            </a:r>
            <a:r>
              <a:rPr lang="zh-CN" altLang="en-US" dirty="0"/>
              <a:t>和 </a:t>
            </a:r>
            <a:r>
              <a:rPr lang="en-US" altLang="zh-CN" dirty="0">
                <a:solidFill>
                  <a:srgbClr val="FF0000"/>
                </a:solidFill>
              </a:rPr>
              <a:t>col</a:t>
            </a:r>
            <a:r>
              <a:rPr lang="en-US" altLang="zh-CN" dirty="0"/>
              <a:t> </a:t>
            </a:r>
            <a:r>
              <a:rPr lang="zh-CN" altLang="en-US" dirty="0"/>
              <a:t>是非</a:t>
            </a:r>
            <a:r>
              <a:rPr lang="en-US" altLang="zh-CN" dirty="0"/>
              <a:t>0</a:t>
            </a:r>
            <a:r>
              <a:rPr lang="zh-CN" altLang="en-US" dirty="0"/>
              <a:t>元素的行／列号，</a:t>
            </a:r>
            <a:r>
              <a:rPr lang="en-US" altLang="zh-CN" dirty="0">
                <a:solidFill>
                  <a:srgbClr val="FF0000"/>
                </a:solidFill>
              </a:rPr>
              <a:t>value</a:t>
            </a:r>
            <a:r>
              <a:rPr lang="en-US" altLang="zh-CN" dirty="0"/>
              <a:t> </a:t>
            </a:r>
            <a:r>
              <a:rPr lang="zh-CN" altLang="en-US" dirty="0"/>
              <a:t>是该元素的值。</a:t>
            </a:r>
          </a:p>
          <a:p>
            <a:pPr lvl="1"/>
            <a:r>
              <a:rPr lang="en-US" altLang="zh-CN" dirty="0">
                <a:solidFill>
                  <a:srgbClr val="FF0000"/>
                </a:solidFill>
              </a:rPr>
              <a:t>right</a:t>
            </a:r>
            <a:r>
              <a:rPr lang="en-US" altLang="zh-CN" dirty="0"/>
              <a:t> </a:t>
            </a:r>
            <a:r>
              <a:rPr lang="zh-CN" altLang="en-US" dirty="0"/>
              <a:t>是在行链表中</a:t>
            </a:r>
            <a:r>
              <a:rPr lang="zh-CN" altLang="en-US" dirty="0">
                <a:solidFill>
                  <a:srgbClr val="0000FF"/>
                </a:solidFill>
              </a:rPr>
              <a:t>指向该行下一个非零元素结点的指针</a:t>
            </a:r>
            <a:r>
              <a:rPr lang="zh-CN" altLang="en-US" dirty="0"/>
              <a:t>；</a:t>
            </a:r>
            <a:r>
              <a:rPr lang="en-US" altLang="zh-CN" dirty="0">
                <a:solidFill>
                  <a:srgbClr val="FF0000"/>
                </a:solidFill>
              </a:rPr>
              <a:t>down </a:t>
            </a:r>
            <a:r>
              <a:rPr lang="zh-CN" altLang="en-US" dirty="0"/>
              <a:t>是在列链表中</a:t>
            </a:r>
            <a:r>
              <a:rPr lang="zh-CN" altLang="en-US" dirty="0">
                <a:solidFill>
                  <a:srgbClr val="0000FF"/>
                </a:solidFill>
              </a:rPr>
              <a:t>指向该列下一个非零元素结点的指针</a:t>
            </a:r>
            <a:r>
              <a:rPr lang="zh-CN" altLang="en-US" dirty="0"/>
              <a:t>。</a:t>
            </a:r>
          </a:p>
        </p:txBody>
      </p:sp>
      <p:grpSp>
        <p:nvGrpSpPr>
          <p:cNvPr id="17" name="Group 3">
            <a:extLst>
              <a:ext uri="{FF2B5EF4-FFF2-40B4-BE49-F238E27FC236}">
                <a16:creationId xmlns:a16="http://schemas.microsoft.com/office/drawing/2014/main" id="{C669D5DF-82F5-46B2-810B-5B0813BC06EE}"/>
              </a:ext>
            </a:extLst>
          </p:cNvPr>
          <p:cNvGrpSpPr>
            <a:grpSpLocks/>
          </p:cNvGrpSpPr>
          <p:nvPr/>
        </p:nvGrpSpPr>
        <p:grpSpPr bwMode="auto">
          <a:xfrm>
            <a:off x="2102978" y="4461583"/>
            <a:ext cx="4938043" cy="1636095"/>
            <a:chOff x="1905" y="3158"/>
            <a:chExt cx="2498" cy="767"/>
          </a:xfrm>
        </p:grpSpPr>
        <p:grpSp>
          <p:nvGrpSpPr>
            <p:cNvPr id="18" name="Group 4">
              <a:extLst>
                <a:ext uri="{FF2B5EF4-FFF2-40B4-BE49-F238E27FC236}">
                  <a16:creationId xmlns:a16="http://schemas.microsoft.com/office/drawing/2014/main" id="{6862227B-A8C8-43B2-BBFA-6252B0CD1C4E}"/>
                </a:ext>
              </a:extLst>
            </p:cNvPr>
            <p:cNvGrpSpPr>
              <a:grpSpLocks/>
            </p:cNvGrpSpPr>
            <p:nvPr/>
          </p:nvGrpSpPr>
          <p:grpSpPr bwMode="auto">
            <a:xfrm>
              <a:off x="1905" y="3158"/>
              <a:ext cx="2498" cy="730"/>
              <a:chOff x="2880" y="864"/>
              <a:chExt cx="2544" cy="912"/>
            </a:xfrm>
          </p:grpSpPr>
          <p:sp>
            <p:nvSpPr>
              <p:cNvPr id="25" name="Rectangle 5">
                <a:extLst>
                  <a:ext uri="{FF2B5EF4-FFF2-40B4-BE49-F238E27FC236}">
                    <a16:creationId xmlns:a16="http://schemas.microsoft.com/office/drawing/2014/main" id="{601494D3-EB59-4B63-97CB-5B5E826E68E6}"/>
                  </a:ext>
                </a:extLst>
              </p:cNvPr>
              <p:cNvSpPr>
                <a:spLocks noChangeArrowheads="1"/>
              </p:cNvSpPr>
              <p:nvPr/>
            </p:nvSpPr>
            <p:spPr bwMode="auto">
              <a:xfrm>
                <a:off x="2880" y="912"/>
                <a:ext cx="2496" cy="864"/>
              </a:xfrm>
              <a:prstGeom prst="rect">
                <a:avLst/>
              </a:prstGeom>
              <a:blipFill dpi="0" rotWithShape="0">
                <a:blip r:embed="rId2"/>
                <a:srcRect/>
                <a:tile tx="0" ty="0" sx="100000" sy="100000" flip="none" algn="tl"/>
              </a:blipFill>
              <a:ln w="9525">
                <a:miter lim="800000"/>
                <a:headEnd/>
                <a:tailEnd/>
              </a:ln>
              <a:effectLst/>
              <a:scene3d>
                <a:camera prst="legacyPerspectiveTopRight"/>
                <a:lightRig rig="legacyFlat3" dir="b"/>
              </a:scene3d>
              <a:sp3d extrusionH="8874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flatTx/>
              </a:bodyPr>
              <a:lstStyle/>
              <a:p>
                <a:endParaRPr lang="zh-CN" altLang="en-US" sz="3200"/>
              </a:p>
            </p:txBody>
          </p:sp>
          <p:sp>
            <p:nvSpPr>
              <p:cNvPr id="26" name="Line 6">
                <a:extLst>
                  <a:ext uri="{FF2B5EF4-FFF2-40B4-BE49-F238E27FC236}">
                    <a16:creationId xmlns:a16="http://schemas.microsoft.com/office/drawing/2014/main" id="{82258802-9E5F-4A4C-BCB0-AAA865E495FC}"/>
                  </a:ext>
                </a:extLst>
              </p:cNvPr>
              <p:cNvSpPr>
                <a:spLocks noChangeShapeType="1"/>
              </p:cNvSpPr>
              <p:nvPr/>
            </p:nvSpPr>
            <p:spPr bwMode="auto">
              <a:xfrm>
                <a:off x="2880" y="1344"/>
                <a:ext cx="2496"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27" name="Line 7">
                <a:extLst>
                  <a:ext uri="{FF2B5EF4-FFF2-40B4-BE49-F238E27FC236}">
                    <a16:creationId xmlns:a16="http://schemas.microsoft.com/office/drawing/2014/main" id="{EDD55225-7871-4AB0-AAB6-32BF4CE8F545}"/>
                  </a:ext>
                </a:extLst>
              </p:cNvPr>
              <p:cNvSpPr>
                <a:spLocks noChangeShapeType="1"/>
              </p:cNvSpPr>
              <p:nvPr/>
            </p:nvSpPr>
            <p:spPr bwMode="auto">
              <a:xfrm flipV="1">
                <a:off x="5376" y="1296"/>
                <a:ext cx="48" cy="48"/>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28" name="Line 8">
                <a:extLst>
                  <a:ext uri="{FF2B5EF4-FFF2-40B4-BE49-F238E27FC236}">
                    <a16:creationId xmlns:a16="http://schemas.microsoft.com/office/drawing/2014/main" id="{0CB656A8-7ADF-4A7D-BA5F-79D0961E824E}"/>
                  </a:ext>
                </a:extLst>
              </p:cNvPr>
              <p:cNvSpPr>
                <a:spLocks noChangeShapeType="1"/>
              </p:cNvSpPr>
              <p:nvPr/>
            </p:nvSpPr>
            <p:spPr bwMode="auto">
              <a:xfrm>
                <a:off x="3696"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29" name="Line 9">
                <a:extLst>
                  <a:ext uri="{FF2B5EF4-FFF2-40B4-BE49-F238E27FC236}">
                    <a16:creationId xmlns:a16="http://schemas.microsoft.com/office/drawing/2014/main" id="{D818761D-7FA3-49EE-82AD-663C7E55C0E0}"/>
                  </a:ext>
                </a:extLst>
              </p:cNvPr>
              <p:cNvSpPr>
                <a:spLocks noChangeShapeType="1"/>
              </p:cNvSpPr>
              <p:nvPr/>
            </p:nvSpPr>
            <p:spPr bwMode="auto">
              <a:xfrm>
                <a:off x="4560"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30" name="Line 10">
                <a:extLst>
                  <a:ext uri="{FF2B5EF4-FFF2-40B4-BE49-F238E27FC236}">
                    <a16:creationId xmlns:a16="http://schemas.microsoft.com/office/drawing/2014/main" id="{A2806048-198B-4C87-BB40-25714BA0F731}"/>
                  </a:ext>
                </a:extLst>
              </p:cNvPr>
              <p:cNvSpPr>
                <a:spLocks noChangeShapeType="1"/>
              </p:cNvSpPr>
              <p:nvPr/>
            </p:nvSpPr>
            <p:spPr bwMode="auto">
              <a:xfrm flipV="1">
                <a:off x="3696"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31" name="Line 11">
                <a:extLst>
                  <a:ext uri="{FF2B5EF4-FFF2-40B4-BE49-F238E27FC236}">
                    <a16:creationId xmlns:a16="http://schemas.microsoft.com/office/drawing/2014/main" id="{EC6875B7-F433-46CB-AA1B-F11681A2B7FF}"/>
                  </a:ext>
                </a:extLst>
              </p:cNvPr>
              <p:cNvSpPr>
                <a:spLocks noChangeShapeType="1"/>
              </p:cNvSpPr>
              <p:nvPr/>
            </p:nvSpPr>
            <p:spPr bwMode="auto">
              <a:xfrm flipV="1">
                <a:off x="4560"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grpSp>
        <p:sp>
          <p:nvSpPr>
            <p:cNvPr id="19" name="Text Box 12">
              <a:extLst>
                <a:ext uri="{FF2B5EF4-FFF2-40B4-BE49-F238E27FC236}">
                  <a16:creationId xmlns:a16="http://schemas.microsoft.com/office/drawing/2014/main" id="{E29C59F0-F471-471E-B886-96C12EAE3055}"/>
                </a:ext>
              </a:extLst>
            </p:cNvPr>
            <p:cNvSpPr txBox="1">
              <a:spLocks noChangeArrowheads="1"/>
            </p:cNvSpPr>
            <p:nvPr/>
          </p:nvSpPr>
          <p:spPr bwMode="auto">
            <a:xfrm>
              <a:off x="3673" y="3557"/>
              <a:ext cx="662"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right</a:t>
              </a:r>
            </a:p>
          </p:txBody>
        </p:sp>
        <p:sp>
          <p:nvSpPr>
            <p:cNvPr id="20" name="Text Box 13">
              <a:extLst>
                <a:ext uri="{FF2B5EF4-FFF2-40B4-BE49-F238E27FC236}">
                  <a16:creationId xmlns:a16="http://schemas.microsoft.com/office/drawing/2014/main" id="{39FA76A8-A376-4A77-A59B-39A19F67D57E}"/>
                </a:ext>
              </a:extLst>
            </p:cNvPr>
            <p:cNvSpPr txBox="1">
              <a:spLocks noChangeArrowheads="1"/>
            </p:cNvSpPr>
            <p:nvPr/>
          </p:nvSpPr>
          <p:spPr bwMode="auto">
            <a:xfrm>
              <a:off x="2796" y="3557"/>
              <a:ext cx="705"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value</a:t>
              </a:r>
            </a:p>
          </p:txBody>
        </p:sp>
        <p:sp>
          <p:nvSpPr>
            <p:cNvPr id="21" name="Text Box 14">
              <a:extLst>
                <a:ext uri="{FF2B5EF4-FFF2-40B4-BE49-F238E27FC236}">
                  <a16:creationId xmlns:a16="http://schemas.microsoft.com/office/drawing/2014/main" id="{DD530407-1F93-48FB-A4AD-E2377A2B880F}"/>
                </a:ext>
              </a:extLst>
            </p:cNvPr>
            <p:cNvSpPr txBox="1">
              <a:spLocks noChangeArrowheads="1"/>
            </p:cNvSpPr>
            <p:nvPr/>
          </p:nvSpPr>
          <p:spPr bwMode="auto">
            <a:xfrm>
              <a:off x="1993" y="3557"/>
              <a:ext cx="719"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down</a:t>
              </a:r>
            </a:p>
          </p:txBody>
        </p:sp>
        <p:sp>
          <p:nvSpPr>
            <p:cNvPr id="22" name="Text Box 15">
              <a:extLst>
                <a:ext uri="{FF2B5EF4-FFF2-40B4-BE49-F238E27FC236}">
                  <a16:creationId xmlns:a16="http://schemas.microsoft.com/office/drawing/2014/main" id="{96C4CA78-05D7-4DD9-9DFB-9AF1DA86B155}"/>
                </a:ext>
              </a:extLst>
            </p:cNvPr>
            <p:cNvSpPr txBox="1">
              <a:spLocks noChangeArrowheads="1"/>
            </p:cNvSpPr>
            <p:nvPr/>
          </p:nvSpPr>
          <p:spPr bwMode="auto">
            <a:xfrm>
              <a:off x="2008" y="3194"/>
              <a:ext cx="647" cy="36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head</a:t>
              </a:r>
            </a:p>
          </p:txBody>
        </p:sp>
        <p:sp>
          <p:nvSpPr>
            <p:cNvPr id="23" name="Text Box 16">
              <a:extLst>
                <a:ext uri="{FF2B5EF4-FFF2-40B4-BE49-F238E27FC236}">
                  <a16:creationId xmlns:a16="http://schemas.microsoft.com/office/drawing/2014/main" id="{6AFC50DB-B94C-442F-ADFB-9ED63C8C5F6B}"/>
                </a:ext>
              </a:extLst>
            </p:cNvPr>
            <p:cNvSpPr txBox="1">
              <a:spLocks noChangeArrowheads="1"/>
            </p:cNvSpPr>
            <p:nvPr/>
          </p:nvSpPr>
          <p:spPr bwMode="auto">
            <a:xfrm>
              <a:off x="2857" y="3181"/>
              <a:ext cx="543"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row</a:t>
              </a:r>
            </a:p>
          </p:txBody>
        </p:sp>
        <p:sp>
          <p:nvSpPr>
            <p:cNvPr id="24" name="Text Box 17">
              <a:extLst>
                <a:ext uri="{FF2B5EF4-FFF2-40B4-BE49-F238E27FC236}">
                  <a16:creationId xmlns:a16="http://schemas.microsoft.com/office/drawing/2014/main" id="{0C63E4F5-24BD-42FD-9423-45DB34C7B5A9}"/>
                </a:ext>
              </a:extLst>
            </p:cNvPr>
            <p:cNvSpPr txBox="1">
              <a:spLocks noChangeArrowheads="1"/>
            </p:cNvSpPr>
            <p:nvPr/>
          </p:nvSpPr>
          <p:spPr bwMode="auto">
            <a:xfrm>
              <a:off x="3742" y="3194"/>
              <a:ext cx="432"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col</a:t>
              </a:r>
            </a:p>
          </p:txBody>
        </p:sp>
      </p:grpSp>
    </p:spTree>
    <p:extLst>
      <p:ext uri="{BB962C8B-B14F-4D97-AF65-F5344CB8AC3E}">
        <p14:creationId xmlns:p14="http://schemas.microsoft.com/office/powerpoint/2010/main" val="35761865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4508A-342E-4115-9F8A-48F170B64BD8}"/>
              </a:ext>
            </a:extLst>
          </p:cNvPr>
          <p:cNvSpPr>
            <a:spLocks noGrp="1"/>
          </p:cNvSpPr>
          <p:nvPr>
            <p:ph type="title"/>
          </p:nvPr>
        </p:nvSpPr>
        <p:spPr/>
        <p:txBody>
          <a:bodyPr/>
          <a:lstStyle/>
          <a:p>
            <a:r>
              <a:rPr lang="zh-CN" altLang="en-US" dirty="0"/>
              <a:t>十字链表</a:t>
            </a:r>
          </a:p>
        </p:txBody>
      </p:sp>
      <p:sp>
        <p:nvSpPr>
          <p:cNvPr id="3" name="内容占位符 2">
            <a:extLst>
              <a:ext uri="{FF2B5EF4-FFF2-40B4-BE49-F238E27FC236}">
                <a16:creationId xmlns:a16="http://schemas.microsoft.com/office/drawing/2014/main" id="{7C26F0C0-228F-4EFE-B2ED-42990A1E22B5}"/>
              </a:ext>
            </a:extLst>
          </p:cNvPr>
          <p:cNvSpPr>
            <a:spLocks noGrp="1"/>
          </p:cNvSpPr>
          <p:nvPr>
            <p:ph idx="1"/>
          </p:nvPr>
        </p:nvSpPr>
        <p:spPr>
          <a:xfrm>
            <a:off x="249822" y="727075"/>
            <a:ext cx="8642658" cy="3998065"/>
          </a:xfrm>
        </p:spPr>
        <p:txBody>
          <a:bodyPr/>
          <a:lstStyle/>
          <a:p>
            <a:r>
              <a:rPr lang="zh-CN" altLang="en-US" b="1" dirty="0">
                <a:solidFill>
                  <a:srgbClr val="00B050"/>
                </a:solidFill>
              </a:rPr>
              <a:t>整个矩阵的头结点</a:t>
            </a:r>
            <a:r>
              <a:rPr lang="zh-CN" altLang="en-US" dirty="0"/>
              <a:t>的结构：</a:t>
            </a:r>
            <a:endParaRPr lang="en-US" altLang="zh-CN" dirty="0"/>
          </a:p>
          <a:p>
            <a:pPr lvl="1"/>
            <a:r>
              <a:rPr lang="zh-CN" altLang="en-US" dirty="0"/>
              <a:t>其结构与元素结点雷同，但含义不同。</a:t>
            </a:r>
          </a:p>
          <a:p>
            <a:pPr lvl="1"/>
            <a:r>
              <a:rPr lang="en-US" altLang="zh-CN" b="1" dirty="0">
                <a:solidFill>
                  <a:srgbClr val="FF0000"/>
                </a:solidFill>
              </a:rPr>
              <a:t>head = False </a:t>
            </a:r>
            <a:r>
              <a:rPr lang="zh-CN" altLang="en-US" dirty="0"/>
              <a:t>是稀疏矩阵头结点的标识。</a:t>
            </a:r>
          </a:p>
          <a:p>
            <a:pPr lvl="1"/>
            <a:r>
              <a:rPr lang="en-US" altLang="zh-CN" dirty="0">
                <a:solidFill>
                  <a:srgbClr val="FF0000"/>
                </a:solidFill>
              </a:rPr>
              <a:t>row</a:t>
            </a:r>
            <a:r>
              <a:rPr lang="en-US" altLang="zh-CN" dirty="0"/>
              <a:t> </a:t>
            </a:r>
            <a:r>
              <a:rPr lang="zh-CN" altLang="en-US" dirty="0"/>
              <a:t>和 </a:t>
            </a:r>
            <a:r>
              <a:rPr lang="en-US" altLang="zh-CN" dirty="0">
                <a:solidFill>
                  <a:srgbClr val="FF0000"/>
                </a:solidFill>
              </a:rPr>
              <a:t>col</a:t>
            </a:r>
            <a:r>
              <a:rPr lang="en-US" altLang="zh-CN" dirty="0"/>
              <a:t> </a:t>
            </a:r>
            <a:r>
              <a:rPr lang="zh-CN" altLang="en-US" dirty="0"/>
              <a:t>是</a:t>
            </a:r>
            <a:r>
              <a:rPr lang="zh-CN" altLang="en-US" dirty="0">
                <a:solidFill>
                  <a:srgbClr val="0000FF"/>
                </a:solidFill>
              </a:rPr>
              <a:t>整个矩阵的行／列数</a:t>
            </a:r>
            <a:r>
              <a:rPr lang="zh-CN" altLang="en-US" dirty="0"/>
              <a:t>，</a:t>
            </a:r>
            <a:r>
              <a:rPr lang="en-US" altLang="zh-CN" dirty="0">
                <a:solidFill>
                  <a:srgbClr val="FF0000"/>
                </a:solidFill>
              </a:rPr>
              <a:t>value</a:t>
            </a:r>
            <a:r>
              <a:rPr lang="en-US" altLang="zh-CN" dirty="0"/>
              <a:t> </a:t>
            </a:r>
            <a:r>
              <a:rPr lang="zh-CN" altLang="en-US" dirty="0"/>
              <a:t>是</a:t>
            </a:r>
            <a:r>
              <a:rPr lang="zh-CN" altLang="en-US" dirty="0">
                <a:solidFill>
                  <a:srgbClr val="0000FF"/>
                </a:solidFill>
              </a:rPr>
              <a:t>该矩阵的非零元素的个数</a:t>
            </a:r>
            <a:r>
              <a:rPr lang="zh-CN" altLang="en-US" dirty="0"/>
              <a:t>。</a:t>
            </a:r>
          </a:p>
          <a:p>
            <a:pPr lvl="1"/>
            <a:r>
              <a:rPr lang="en-US" altLang="zh-CN" dirty="0">
                <a:solidFill>
                  <a:srgbClr val="FF0000"/>
                </a:solidFill>
              </a:rPr>
              <a:t>right </a:t>
            </a:r>
            <a:r>
              <a:rPr lang="zh-CN" altLang="en-US" dirty="0"/>
              <a:t>是在行链表中</a:t>
            </a:r>
            <a:r>
              <a:rPr lang="zh-CN" altLang="en-US" dirty="0">
                <a:solidFill>
                  <a:srgbClr val="0000FF"/>
                </a:solidFill>
              </a:rPr>
              <a:t>指向该行第一个头结点的指针</a:t>
            </a:r>
            <a:r>
              <a:rPr lang="zh-CN" altLang="en-US" dirty="0"/>
              <a:t>；</a:t>
            </a:r>
            <a:r>
              <a:rPr lang="en-US" altLang="zh-CN" dirty="0">
                <a:solidFill>
                  <a:srgbClr val="FF0000"/>
                </a:solidFill>
              </a:rPr>
              <a:t>down</a:t>
            </a:r>
            <a:r>
              <a:rPr lang="en-US" altLang="zh-CN" dirty="0"/>
              <a:t> </a:t>
            </a:r>
            <a:r>
              <a:rPr lang="zh-CN" altLang="en-US" dirty="0"/>
              <a:t>是在列链表中</a:t>
            </a:r>
            <a:r>
              <a:rPr lang="zh-CN" altLang="en-US" dirty="0">
                <a:solidFill>
                  <a:srgbClr val="0000FF"/>
                </a:solidFill>
              </a:rPr>
              <a:t>指向该列第一个头结点的指针</a:t>
            </a:r>
            <a:r>
              <a:rPr lang="zh-CN" altLang="en-US" dirty="0"/>
              <a:t>。</a:t>
            </a:r>
          </a:p>
        </p:txBody>
      </p:sp>
      <p:grpSp>
        <p:nvGrpSpPr>
          <p:cNvPr id="17" name="Group 3">
            <a:extLst>
              <a:ext uri="{FF2B5EF4-FFF2-40B4-BE49-F238E27FC236}">
                <a16:creationId xmlns:a16="http://schemas.microsoft.com/office/drawing/2014/main" id="{C669D5DF-82F5-46B2-810B-5B0813BC06EE}"/>
              </a:ext>
            </a:extLst>
          </p:cNvPr>
          <p:cNvGrpSpPr>
            <a:grpSpLocks/>
          </p:cNvGrpSpPr>
          <p:nvPr/>
        </p:nvGrpSpPr>
        <p:grpSpPr bwMode="auto">
          <a:xfrm>
            <a:off x="2096881" y="4941454"/>
            <a:ext cx="4938043" cy="1636095"/>
            <a:chOff x="1905" y="3158"/>
            <a:chExt cx="2498" cy="767"/>
          </a:xfrm>
        </p:grpSpPr>
        <p:grpSp>
          <p:nvGrpSpPr>
            <p:cNvPr id="18" name="Group 4">
              <a:extLst>
                <a:ext uri="{FF2B5EF4-FFF2-40B4-BE49-F238E27FC236}">
                  <a16:creationId xmlns:a16="http://schemas.microsoft.com/office/drawing/2014/main" id="{6862227B-A8C8-43B2-BBFA-6252B0CD1C4E}"/>
                </a:ext>
              </a:extLst>
            </p:cNvPr>
            <p:cNvGrpSpPr>
              <a:grpSpLocks/>
            </p:cNvGrpSpPr>
            <p:nvPr/>
          </p:nvGrpSpPr>
          <p:grpSpPr bwMode="auto">
            <a:xfrm>
              <a:off x="1905" y="3158"/>
              <a:ext cx="2498" cy="730"/>
              <a:chOff x="2880" y="864"/>
              <a:chExt cx="2544" cy="912"/>
            </a:xfrm>
          </p:grpSpPr>
          <p:sp>
            <p:nvSpPr>
              <p:cNvPr id="25" name="Rectangle 5">
                <a:extLst>
                  <a:ext uri="{FF2B5EF4-FFF2-40B4-BE49-F238E27FC236}">
                    <a16:creationId xmlns:a16="http://schemas.microsoft.com/office/drawing/2014/main" id="{601494D3-EB59-4B63-97CB-5B5E826E68E6}"/>
                  </a:ext>
                </a:extLst>
              </p:cNvPr>
              <p:cNvSpPr>
                <a:spLocks noChangeArrowheads="1"/>
              </p:cNvSpPr>
              <p:nvPr/>
            </p:nvSpPr>
            <p:spPr bwMode="auto">
              <a:xfrm>
                <a:off x="2880" y="912"/>
                <a:ext cx="2496" cy="864"/>
              </a:xfrm>
              <a:prstGeom prst="rect">
                <a:avLst/>
              </a:prstGeom>
              <a:blipFill dpi="0" rotWithShape="0">
                <a:blip r:embed="rId2"/>
                <a:srcRect/>
                <a:tile tx="0" ty="0" sx="100000" sy="100000" flip="none" algn="tl"/>
              </a:blipFill>
              <a:ln w="9525">
                <a:miter lim="800000"/>
                <a:headEnd/>
                <a:tailEnd/>
              </a:ln>
              <a:effectLst/>
              <a:scene3d>
                <a:camera prst="legacyPerspectiveTopRight"/>
                <a:lightRig rig="legacyFlat3" dir="b"/>
              </a:scene3d>
              <a:sp3d extrusionH="8874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flatTx/>
              </a:bodyPr>
              <a:lstStyle/>
              <a:p>
                <a:endParaRPr lang="zh-CN" altLang="en-US" sz="3200"/>
              </a:p>
            </p:txBody>
          </p:sp>
          <p:sp>
            <p:nvSpPr>
              <p:cNvPr id="26" name="Line 6">
                <a:extLst>
                  <a:ext uri="{FF2B5EF4-FFF2-40B4-BE49-F238E27FC236}">
                    <a16:creationId xmlns:a16="http://schemas.microsoft.com/office/drawing/2014/main" id="{82258802-9E5F-4A4C-BCB0-AAA865E495FC}"/>
                  </a:ext>
                </a:extLst>
              </p:cNvPr>
              <p:cNvSpPr>
                <a:spLocks noChangeShapeType="1"/>
              </p:cNvSpPr>
              <p:nvPr/>
            </p:nvSpPr>
            <p:spPr bwMode="auto">
              <a:xfrm>
                <a:off x="2880" y="1344"/>
                <a:ext cx="2496"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27" name="Line 7">
                <a:extLst>
                  <a:ext uri="{FF2B5EF4-FFF2-40B4-BE49-F238E27FC236}">
                    <a16:creationId xmlns:a16="http://schemas.microsoft.com/office/drawing/2014/main" id="{EDD55225-7871-4AB0-AAB6-32BF4CE8F545}"/>
                  </a:ext>
                </a:extLst>
              </p:cNvPr>
              <p:cNvSpPr>
                <a:spLocks noChangeShapeType="1"/>
              </p:cNvSpPr>
              <p:nvPr/>
            </p:nvSpPr>
            <p:spPr bwMode="auto">
              <a:xfrm flipV="1">
                <a:off x="5376" y="1296"/>
                <a:ext cx="48" cy="48"/>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28" name="Line 8">
                <a:extLst>
                  <a:ext uri="{FF2B5EF4-FFF2-40B4-BE49-F238E27FC236}">
                    <a16:creationId xmlns:a16="http://schemas.microsoft.com/office/drawing/2014/main" id="{0CB656A8-7ADF-4A7D-BA5F-79D0961E824E}"/>
                  </a:ext>
                </a:extLst>
              </p:cNvPr>
              <p:cNvSpPr>
                <a:spLocks noChangeShapeType="1"/>
              </p:cNvSpPr>
              <p:nvPr/>
            </p:nvSpPr>
            <p:spPr bwMode="auto">
              <a:xfrm>
                <a:off x="3696"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29" name="Line 9">
                <a:extLst>
                  <a:ext uri="{FF2B5EF4-FFF2-40B4-BE49-F238E27FC236}">
                    <a16:creationId xmlns:a16="http://schemas.microsoft.com/office/drawing/2014/main" id="{D818761D-7FA3-49EE-82AD-663C7E55C0E0}"/>
                  </a:ext>
                </a:extLst>
              </p:cNvPr>
              <p:cNvSpPr>
                <a:spLocks noChangeShapeType="1"/>
              </p:cNvSpPr>
              <p:nvPr/>
            </p:nvSpPr>
            <p:spPr bwMode="auto">
              <a:xfrm>
                <a:off x="4560"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30" name="Line 10">
                <a:extLst>
                  <a:ext uri="{FF2B5EF4-FFF2-40B4-BE49-F238E27FC236}">
                    <a16:creationId xmlns:a16="http://schemas.microsoft.com/office/drawing/2014/main" id="{A2806048-198B-4C87-BB40-25714BA0F731}"/>
                  </a:ext>
                </a:extLst>
              </p:cNvPr>
              <p:cNvSpPr>
                <a:spLocks noChangeShapeType="1"/>
              </p:cNvSpPr>
              <p:nvPr/>
            </p:nvSpPr>
            <p:spPr bwMode="auto">
              <a:xfrm flipV="1">
                <a:off x="3696"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sp>
            <p:nvSpPr>
              <p:cNvPr id="31" name="Line 11">
                <a:extLst>
                  <a:ext uri="{FF2B5EF4-FFF2-40B4-BE49-F238E27FC236}">
                    <a16:creationId xmlns:a16="http://schemas.microsoft.com/office/drawing/2014/main" id="{EC6875B7-F433-46CB-AA1B-F11681A2B7FF}"/>
                  </a:ext>
                </a:extLst>
              </p:cNvPr>
              <p:cNvSpPr>
                <a:spLocks noChangeShapeType="1"/>
              </p:cNvSpPr>
              <p:nvPr/>
            </p:nvSpPr>
            <p:spPr bwMode="auto">
              <a:xfrm flipV="1">
                <a:off x="4560"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3200"/>
              </a:p>
            </p:txBody>
          </p:sp>
        </p:grpSp>
        <p:sp>
          <p:nvSpPr>
            <p:cNvPr id="19" name="Text Box 12">
              <a:extLst>
                <a:ext uri="{FF2B5EF4-FFF2-40B4-BE49-F238E27FC236}">
                  <a16:creationId xmlns:a16="http://schemas.microsoft.com/office/drawing/2014/main" id="{E29C59F0-F471-471E-B886-96C12EAE3055}"/>
                </a:ext>
              </a:extLst>
            </p:cNvPr>
            <p:cNvSpPr txBox="1">
              <a:spLocks noChangeArrowheads="1"/>
            </p:cNvSpPr>
            <p:nvPr/>
          </p:nvSpPr>
          <p:spPr bwMode="auto">
            <a:xfrm>
              <a:off x="3673" y="3557"/>
              <a:ext cx="662"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dirty="0">
                  <a:latin typeface="Times New Roman" panose="02020603050405020304" pitchFamily="18" charset="0"/>
                </a:rPr>
                <a:t>right</a:t>
              </a:r>
            </a:p>
          </p:txBody>
        </p:sp>
        <p:sp>
          <p:nvSpPr>
            <p:cNvPr id="20" name="Text Box 13">
              <a:extLst>
                <a:ext uri="{FF2B5EF4-FFF2-40B4-BE49-F238E27FC236}">
                  <a16:creationId xmlns:a16="http://schemas.microsoft.com/office/drawing/2014/main" id="{39FA76A8-A376-4A77-A59B-39A19F67D57E}"/>
                </a:ext>
              </a:extLst>
            </p:cNvPr>
            <p:cNvSpPr txBox="1">
              <a:spLocks noChangeArrowheads="1"/>
            </p:cNvSpPr>
            <p:nvPr/>
          </p:nvSpPr>
          <p:spPr bwMode="auto">
            <a:xfrm>
              <a:off x="2796" y="3557"/>
              <a:ext cx="705"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value</a:t>
              </a:r>
            </a:p>
          </p:txBody>
        </p:sp>
        <p:sp>
          <p:nvSpPr>
            <p:cNvPr id="21" name="Text Box 14">
              <a:extLst>
                <a:ext uri="{FF2B5EF4-FFF2-40B4-BE49-F238E27FC236}">
                  <a16:creationId xmlns:a16="http://schemas.microsoft.com/office/drawing/2014/main" id="{DD530407-1F93-48FB-A4AD-E2377A2B880F}"/>
                </a:ext>
              </a:extLst>
            </p:cNvPr>
            <p:cNvSpPr txBox="1">
              <a:spLocks noChangeArrowheads="1"/>
            </p:cNvSpPr>
            <p:nvPr/>
          </p:nvSpPr>
          <p:spPr bwMode="auto">
            <a:xfrm>
              <a:off x="1993" y="3557"/>
              <a:ext cx="719"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down</a:t>
              </a:r>
            </a:p>
          </p:txBody>
        </p:sp>
        <p:sp>
          <p:nvSpPr>
            <p:cNvPr id="22" name="Text Box 15">
              <a:extLst>
                <a:ext uri="{FF2B5EF4-FFF2-40B4-BE49-F238E27FC236}">
                  <a16:creationId xmlns:a16="http://schemas.microsoft.com/office/drawing/2014/main" id="{96C4CA78-05D7-4DD9-9DFB-9AF1DA86B155}"/>
                </a:ext>
              </a:extLst>
            </p:cNvPr>
            <p:cNvSpPr txBox="1">
              <a:spLocks noChangeArrowheads="1"/>
            </p:cNvSpPr>
            <p:nvPr/>
          </p:nvSpPr>
          <p:spPr bwMode="auto">
            <a:xfrm>
              <a:off x="2008" y="3194"/>
              <a:ext cx="647" cy="368"/>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head</a:t>
              </a:r>
            </a:p>
          </p:txBody>
        </p:sp>
        <p:sp>
          <p:nvSpPr>
            <p:cNvPr id="23" name="Text Box 16">
              <a:extLst>
                <a:ext uri="{FF2B5EF4-FFF2-40B4-BE49-F238E27FC236}">
                  <a16:creationId xmlns:a16="http://schemas.microsoft.com/office/drawing/2014/main" id="{6AFC50DB-B94C-442F-ADFB-9ED63C8C5F6B}"/>
                </a:ext>
              </a:extLst>
            </p:cNvPr>
            <p:cNvSpPr txBox="1">
              <a:spLocks noChangeArrowheads="1"/>
            </p:cNvSpPr>
            <p:nvPr/>
          </p:nvSpPr>
          <p:spPr bwMode="auto">
            <a:xfrm>
              <a:off x="2857" y="3181"/>
              <a:ext cx="543"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row</a:t>
              </a:r>
            </a:p>
          </p:txBody>
        </p:sp>
        <p:sp>
          <p:nvSpPr>
            <p:cNvPr id="24" name="Text Box 17">
              <a:extLst>
                <a:ext uri="{FF2B5EF4-FFF2-40B4-BE49-F238E27FC236}">
                  <a16:creationId xmlns:a16="http://schemas.microsoft.com/office/drawing/2014/main" id="{0C63E4F5-24BD-42FD-9423-45DB34C7B5A9}"/>
                </a:ext>
              </a:extLst>
            </p:cNvPr>
            <p:cNvSpPr txBox="1">
              <a:spLocks noChangeArrowheads="1"/>
            </p:cNvSpPr>
            <p:nvPr/>
          </p:nvSpPr>
          <p:spPr bwMode="auto">
            <a:xfrm>
              <a:off x="3742" y="3194"/>
              <a:ext cx="432" cy="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1">
                  <a:latin typeface="Times New Roman" panose="02020603050405020304" pitchFamily="18" charset="0"/>
                </a:rPr>
                <a:t>col</a:t>
              </a:r>
            </a:p>
          </p:txBody>
        </p:sp>
      </p:grpSp>
    </p:spTree>
    <p:extLst>
      <p:ext uri="{BB962C8B-B14F-4D97-AF65-F5344CB8AC3E}">
        <p14:creationId xmlns:p14="http://schemas.microsoft.com/office/powerpoint/2010/main" val="2348748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7A50F6-0E2E-4CE3-8E8E-06BE15EC2F01}"/>
              </a:ext>
            </a:extLst>
          </p:cNvPr>
          <p:cNvSpPr>
            <a:spLocks noGrp="1"/>
          </p:cNvSpPr>
          <p:nvPr>
            <p:ph type="title"/>
          </p:nvPr>
        </p:nvSpPr>
        <p:spPr/>
        <p:txBody>
          <a:bodyPr/>
          <a:lstStyle/>
          <a:p>
            <a:r>
              <a:rPr lang="zh-CN" altLang="en-US" dirty="0"/>
              <a:t>十字链表示例</a:t>
            </a:r>
          </a:p>
        </p:txBody>
      </p:sp>
      <p:grpSp>
        <p:nvGrpSpPr>
          <p:cNvPr id="5" name="组合 4">
            <a:extLst>
              <a:ext uri="{FF2B5EF4-FFF2-40B4-BE49-F238E27FC236}">
                <a16:creationId xmlns:a16="http://schemas.microsoft.com/office/drawing/2014/main" id="{C70CD15A-F5D7-4806-9D72-385B84D553AF}"/>
              </a:ext>
            </a:extLst>
          </p:cNvPr>
          <p:cNvGrpSpPr/>
          <p:nvPr/>
        </p:nvGrpSpPr>
        <p:grpSpPr>
          <a:xfrm>
            <a:off x="0" y="957535"/>
            <a:ext cx="9144000" cy="5711825"/>
            <a:chOff x="0" y="957535"/>
            <a:chExt cx="9144000" cy="5711825"/>
          </a:xfrm>
        </p:grpSpPr>
        <p:pic>
          <p:nvPicPr>
            <p:cNvPr id="3" name="Picture 3">
              <a:extLst>
                <a:ext uri="{FF2B5EF4-FFF2-40B4-BE49-F238E27FC236}">
                  <a16:creationId xmlns:a16="http://schemas.microsoft.com/office/drawing/2014/main" id="{C1C420BD-DFDD-4463-99EE-9D6C2D189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7535"/>
              <a:ext cx="9144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a:extLst>
                <a:ext uri="{FF2B5EF4-FFF2-40B4-BE49-F238E27FC236}">
                  <a16:creationId xmlns:a16="http://schemas.microsoft.com/office/drawing/2014/main" id="{BAA7C4CA-CCBF-4BF1-A90F-90D430990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307160"/>
              <a:ext cx="9144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7746665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D9915-93CE-4BB9-800F-E9AEB7AFB5E7}"/>
              </a:ext>
            </a:extLst>
          </p:cNvPr>
          <p:cNvSpPr>
            <a:spLocks noGrp="1"/>
          </p:cNvSpPr>
          <p:nvPr>
            <p:ph type="title"/>
          </p:nvPr>
        </p:nvSpPr>
        <p:spPr/>
        <p:txBody>
          <a:bodyPr/>
          <a:lstStyle/>
          <a:p>
            <a:r>
              <a:rPr lang="zh-CN" altLang="en-US" dirty="0"/>
              <a:t>课堂练习 </a:t>
            </a:r>
            <a:r>
              <a:rPr lang="en-US" altLang="zh-CN" dirty="0"/>
              <a:t>6</a:t>
            </a:r>
            <a:endParaRPr lang="zh-CN" altLang="en-US" dirty="0"/>
          </a:p>
        </p:txBody>
      </p:sp>
      <p:sp>
        <p:nvSpPr>
          <p:cNvPr id="3" name="内容占位符 2">
            <a:extLst>
              <a:ext uri="{FF2B5EF4-FFF2-40B4-BE49-F238E27FC236}">
                <a16:creationId xmlns:a16="http://schemas.microsoft.com/office/drawing/2014/main" id="{DD64F667-9401-42D6-B71B-D869DEFB656F}"/>
              </a:ext>
            </a:extLst>
          </p:cNvPr>
          <p:cNvSpPr>
            <a:spLocks noGrp="1"/>
          </p:cNvSpPr>
          <p:nvPr>
            <p:ph idx="1"/>
          </p:nvPr>
        </p:nvSpPr>
        <p:spPr>
          <a:xfrm>
            <a:off x="249822" y="1340767"/>
            <a:ext cx="8642658" cy="3600401"/>
          </a:xfrm>
        </p:spPr>
        <p:txBody>
          <a:bodyPr/>
          <a:lstStyle/>
          <a:p>
            <a:pPr marL="0" indent="0">
              <a:buNone/>
            </a:pPr>
            <a:r>
              <a:rPr lang="zh-CN" altLang="en-US" dirty="0">
                <a:latin typeface="+mn-ea"/>
                <a:ea typeface="+mn-ea"/>
              </a:rPr>
              <a:t>一个稀疏矩阵采用压缩后，和直接采用二维数组存储相比会失去（   ）特性。</a:t>
            </a:r>
            <a:endParaRPr lang="en-US" altLang="zh-CN" dirty="0">
              <a:latin typeface="+mn-ea"/>
              <a:ea typeface="+mn-ea"/>
            </a:endParaRPr>
          </a:p>
          <a:p>
            <a:pPr marL="0" indent="0">
              <a:buNone/>
            </a:pPr>
            <a:endParaRPr lang="zh-CN" altLang="en-US" dirty="0">
              <a:latin typeface="+mn-ea"/>
              <a:ea typeface="+mn-ea"/>
            </a:endParaRPr>
          </a:p>
          <a:p>
            <a:pPr marL="0" indent="0">
              <a:buNone/>
            </a:pPr>
            <a:r>
              <a:rPr lang="en-US" altLang="zh-CN" dirty="0">
                <a:latin typeface="+mn-ea"/>
                <a:ea typeface="+mn-ea"/>
              </a:rPr>
              <a:t>     A. </a:t>
            </a:r>
            <a:r>
              <a:rPr lang="zh-CN" altLang="en-US" dirty="0">
                <a:latin typeface="+mn-ea"/>
                <a:ea typeface="+mn-ea"/>
              </a:rPr>
              <a:t>顺序存储			</a:t>
            </a:r>
            <a:r>
              <a:rPr lang="en-US" altLang="zh-CN" dirty="0">
                <a:latin typeface="+mn-ea"/>
                <a:ea typeface="+mn-ea"/>
              </a:rPr>
              <a:t>B. </a:t>
            </a:r>
            <a:r>
              <a:rPr lang="zh-CN" altLang="en-US" dirty="0">
                <a:latin typeface="+mn-ea"/>
                <a:ea typeface="+mn-ea"/>
              </a:rPr>
              <a:t>随机存取	</a:t>
            </a:r>
          </a:p>
          <a:p>
            <a:pPr marL="0" indent="0">
              <a:buNone/>
            </a:pPr>
            <a:r>
              <a:rPr lang="en-US" altLang="zh-CN" dirty="0">
                <a:latin typeface="+mn-ea"/>
                <a:ea typeface="+mn-ea"/>
              </a:rPr>
              <a:t>     C. </a:t>
            </a:r>
            <a:r>
              <a:rPr lang="zh-CN" altLang="en-US" dirty="0">
                <a:latin typeface="+mn-ea"/>
                <a:ea typeface="+mn-ea"/>
              </a:rPr>
              <a:t>输入输出			</a:t>
            </a:r>
            <a:r>
              <a:rPr lang="en-US" altLang="zh-CN" dirty="0">
                <a:latin typeface="+mn-ea"/>
                <a:ea typeface="+mn-ea"/>
              </a:rPr>
              <a:t>D. </a:t>
            </a:r>
            <a:r>
              <a:rPr lang="zh-CN" altLang="en-US" dirty="0">
                <a:latin typeface="+mn-ea"/>
                <a:ea typeface="+mn-ea"/>
              </a:rPr>
              <a:t>以上都不对</a:t>
            </a:r>
          </a:p>
        </p:txBody>
      </p:sp>
    </p:spTree>
    <p:extLst>
      <p:ext uri="{BB962C8B-B14F-4D97-AF65-F5344CB8AC3E}">
        <p14:creationId xmlns:p14="http://schemas.microsoft.com/office/powerpoint/2010/main" val="14775125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数组的顺序表示和实现</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矩阵的压缩存储</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特殊矩阵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稀疏矩阵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latin typeface="黑体" panose="02010609060101010101" pitchFamily="49" charset="-122"/>
                <a:ea typeface="黑体" panose="02010609060101010101" pitchFamily="49" charset="-122"/>
              </a:rPr>
              <a:t>广义表的定义</a:t>
            </a:r>
            <a:endParaRPr lang="en-US" altLang="zh-CN" sz="2800" dirty="0">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广义表的存储结构</a:t>
            </a:r>
          </a:p>
        </p:txBody>
      </p:sp>
    </p:spTree>
    <p:extLst>
      <p:ext uri="{BB962C8B-B14F-4D97-AF65-F5344CB8AC3E}">
        <p14:creationId xmlns:p14="http://schemas.microsoft.com/office/powerpoint/2010/main" val="3398193967"/>
      </p:ext>
    </p:extLst>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3E71-3571-4239-B954-5A782EAF8850}"/>
              </a:ext>
            </a:extLst>
          </p:cNvPr>
          <p:cNvSpPr>
            <a:spLocks noGrp="1"/>
          </p:cNvSpPr>
          <p:nvPr>
            <p:ph type="title"/>
          </p:nvPr>
        </p:nvSpPr>
        <p:spPr/>
        <p:txBody>
          <a:bodyPr/>
          <a:lstStyle/>
          <a:p>
            <a:r>
              <a:rPr lang="zh-CN" altLang="en-US" dirty="0"/>
              <a:t>广义表</a:t>
            </a:r>
          </a:p>
        </p:txBody>
      </p:sp>
      <p:sp>
        <p:nvSpPr>
          <p:cNvPr id="3" name="内容占位符 2">
            <a:extLst>
              <a:ext uri="{FF2B5EF4-FFF2-40B4-BE49-F238E27FC236}">
                <a16:creationId xmlns:a16="http://schemas.microsoft.com/office/drawing/2014/main" id="{FB942698-95C4-43F5-BFA0-95C456AAD19E}"/>
              </a:ext>
            </a:extLst>
          </p:cNvPr>
          <p:cNvSpPr>
            <a:spLocks noGrp="1"/>
          </p:cNvSpPr>
          <p:nvPr>
            <p:ph idx="1"/>
          </p:nvPr>
        </p:nvSpPr>
        <p:spPr>
          <a:xfrm>
            <a:off x="251520" y="727075"/>
            <a:ext cx="8533797" cy="5861050"/>
          </a:xfrm>
        </p:spPr>
        <p:txBody>
          <a:bodyPr/>
          <a:lstStyle/>
          <a:p>
            <a:r>
              <a:rPr lang="zh-CN" altLang="en-US" dirty="0"/>
              <a:t>广义表（</a:t>
            </a:r>
            <a:r>
              <a:rPr lang="en-US" altLang="zh-CN" dirty="0"/>
              <a:t>Lists</a:t>
            </a:r>
            <a:r>
              <a:rPr lang="zh-CN" altLang="en-US" dirty="0"/>
              <a:t>，又称列表）是线性表的推广。</a:t>
            </a:r>
            <a:endParaRPr lang="en-US" altLang="zh-CN" dirty="0"/>
          </a:p>
          <a:p>
            <a:r>
              <a:rPr lang="zh-CN" altLang="en-US" b="1" dirty="0">
                <a:solidFill>
                  <a:srgbClr val="FF0000"/>
                </a:solidFill>
              </a:rPr>
              <a:t>广义表</a:t>
            </a:r>
            <a:r>
              <a:rPr lang="zh-CN" altLang="en-US" dirty="0"/>
              <a:t>是 </a:t>
            </a:r>
            <a:r>
              <a:rPr lang="en-US" altLang="zh-CN" dirty="0"/>
              <a:t>n ( ≥0 ) </a:t>
            </a:r>
            <a:r>
              <a:rPr lang="zh-CN" altLang="en-US" dirty="0"/>
              <a:t>个元素组成的有限序列，记作</a:t>
            </a:r>
            <a:endParaRPr lang="en-US" altLang="zh-CN" dirty="0"/>
          </a:p>
          <a:p>
            <a:pPr marL="0" indent="0" algn="ctr">
              <a:buNone/>
            </a:pPr>
            <a:r>
              <a:rPr lang="en-US" altLang="zh-CN" b="1" i="1" dirty="0">
                <a:solidFill>
                  <a:srgbClr val="FF0000"/>
                </a:solidFill>
              </a:rPr>
              <a:t>LS (a</a:t>
            </a:r>
            <a:r>
              <a:rPr lang="en-US" altLang="zh-CN" b="1" i="1" baseline="-25000" dirty="0">
                <a:solidFill>
                  <a:srgbClr val="FF0000"/>
                </a:solidFill>
              </a:rPr>
              <a:t>1</a:t>
            </a:r>
            <a:r>
              <a:rPr lang="en-US" altLang="zh-CN" b="1" i="1" dirty="0">
                <a:solidFill>
                  <a:srgbClr val="FF0000"/>
                </a:solidFill>
              </a:rPr>
              <a:t>, a</a:t>
            </a:r>
            <a:r>
              <a:rPr lang="en-US" altLang="zh-CN" b="1" i="1" baseline="-25000" dirty="0">
                <a:solidFill>
                  <a:srgbClr val="FF0000"/>
                </a:solidFill>
              </a:rPr>
              <a:t>2</a:t>
            </a:r>
            <a:r>
              <a:rPr lang="en-US" altLang="zh-CN" b="1" i="1" dirty="0">
                <a:solidFill>
                  <a:srgbClr val="FF0000"/>
                </a:solidFill>
              </a:rPr>
              <a:t>, a</a:t>
            </a:r>
            <a:r>
              <a:rPr lang="en-US" altLang="zh-CN" b="1" i="1" baseline="-25000" dirty="0">
                <a:solidFill>
                  <a:srgbClr val="FF0000"/>
                </a:solidFill>
              </a:rPr>
              <a:t>3</a:t>
            </a:r>
            <a:r>
              <a:rPr lang="en-US" altLang="zh-CN" b="1" i="1" dirty="0">
                <a:solidFill>
                  <a:srgbClr val="FF0000"/>
                </a:solidFill>
              </a:rPr>
              <a:t>, …, a</a:t>
            </a:r>
            <a:r>
              <a:rPr lang="en-US" altLang="zh-CN" b="1" i="1" baseline="-25000" dirty="0">
                <a:solidFill>
                  <a:srgbClr val="FF0000"/>
                </a:solidFill>
              </a:rPr>
              <a:t>n</a:t>
            </a:r>
            <a:r>
              <a:rPr lang="en-US" altLang="zh-CN" b="1" i="1" dirty="0">
                <a:solidFill>
                  <a:srgbClr val="FF0000"/>
                </a:solidFill>
              </a:rPr>
              <a:t>)</a:t>
            </a:r>
          </a:p>
          <a:p>
            <a:r>
              <a:rPr lang="en-US" altLang="zh-CN" i="1" dirty="0"/>
              <a:t>LS</a:t>
            </a:r>
            <a:r>
              <a:rPr lang="en-US" altLang="zh-CN" dirty="0"/>
              <a:t> </a:t>
            </a:r>
            <a:r>
              <a:rPr lang="zh-CN" altLang="en-US" dirty="0"/>
              <a:t>是</a:t>
            </a:r>
            <a:r>
              <a:rPr lang="zh-CN" altLang="en-US" dirty="0">
                <a:solidFill>
                  <a:srgbClr val="0000FF"/>
                </a:solidFill>
              </a:rPr>
              <a:t>表名</a:t>
            </a:r>
            <a:r>
              <a:rPr lang="zh-CN" altLang="en-US" dirty="0"/>
              <a:t>，</a:t>
            </a:r>
            <a:r>
              <a:rPr lang="en-US" altLang="zh-CN" i="1" dirty="0"/>
              <a:t>a</a:t>
            </a:r>
            <a:r>
              <a:rPr lang="en-US" altLang="zh-CN" i="1" baseline="-25000" dirty="0"/>
              <a:t>i</a:t>
            </a:r>
            <a:r>
              <a:rPr lang="en-US" altLang="zh-CN" dirty="0"/>
              <a:t> </a:t>
            </a:r>
            <a:r>
              <a:rPr lang="zh-CN" altLang="en-US" dirty="0"/>
              <a:t>是</a:t>
            </a:r>
            <a:r>
              <a:rPr lang="zh-CN" altLang="en-US" dirty="0">
                <a:solidFill>
                  <a:srgbClr val="0000FF"/>
                </a:solidFill>
              </a:rPr>
              <a:t>表元素</a:t>
            </a:r>
            <a:r>
              <a:rPr lang="zh-CN" altLang="en-US" dirty="0"/>
              <a:t>，可以是单个元素（称为</a:t>
            </a:r>
            <a:r>
              <a:rPr lang="zh-CN" altLang="en-US" dirty="0">
                <a:solidFill>
                  <a:srgbClr val="FF0000"/>
                </a:solidFill>
              </a:rPr>
              <a:t>原子</a:t>
            </a:r>
            <a:r>
              <a:rPr lang="zh-CN" altLang="en-US" dirty="0"/>
              <a:t>），也可以是广义表（称为</a:t>
            </a:r>
            <a:r>
              <a:rPr lang="zh-CN" altLang="en-US" dirty="0">
                <a:solidFill>
                  <a:srgbClr val="FF0000"/>
                </a:solidFill>
              </a:rPr>
              <a:t>子表</a:t>
            </a:r>
            <a:r>
              <a:rPr lang="zh-CN" altLang="en-US" dirty="0"/>
              <a:t>） 。</a:t>
            </a:r>
          </a:p>
          <a:p>
            <a:r>
              <a:rPr lang="en-US" altLang="zh-CN" dirty="0"/>
              <a:t>n </a:t>
            </a:r>
            <a:r>
              <a:rPr lang="zh-CN" altLang="en-US" dirty="0"/>
              <a:t>为</a:t>
            </a:r>
            <a:r>
              <a:rPr lang="zh-CN" altLang="en-US" dirty="0">
                <a:solidFill>
                  <a:srgbClr val="0000FF"/>
                </a:solidFill>
              </a:rPr>
              <a:t>表的长度</a:t>
            </a:r>
            <a:r>
              <a:rPr lang="zh-CN" altLang="en-US" dirty="0"/>
              <a:t>。</a:t>
            </a:r>
            <a:r>
              <a:rPr lang="en-US" altLang="zh-CN" dirty="0"/>
              <a:t>n=0 </a:t>
            </a:r>
            <a:r>
              <a:rPr lang="zh-CN" altLang="en-US" dirty="0"/>
              <a:t>的广义表为</a:t>
            </a:r>
            <a:r>
              <a:rPr lang="zh-CN" altLang="en-US" dirty="0">
                <a:solidFill>
                  <a:srgbClr val="FF0000"/>
                </a:solidFill>
              </a:rPr>
              <a:t>空表</a:t>
            </a:r>
            <a:r>
              <a:rPr lang="zh-CN" altLang="en-US" dirty="0"/>
              <a:t>。</a:t>
            </a:r>
          </a:p>
          <a:p>
            <a:r>
              <a:rPr lang="en-US" altLang="zh-CN" dirty="0"/>
              <a:t>n&gt;0 </a:t>
            </a:r>
            <a:r>
              <a:rPr lang="zh-CN" altLang="en-US" dirty="0"/>
              <a:t>时，称第一个元素 </a:t>
            </a:r>
            <a:r>
              <a:rPr lang="en-US" altLang="zh-CN" i="1" dirty="0">
                <a:solidFill>
                  <a:srgbClr val="0000FF"/>
                </a:solidFill>
              </a:rPr>
              <a:t>a</a:t>
            </a:r>
            <a:r>
              <a:rPr lang="en-US" altLang="zh-CN" i="1" baseline="-25000" dirty="0">
                <a:solidFill>
                  <a:srgbClr val="0000FF"/>
                </a:solidFill>
              </a:rPr>
              <a:t>1</a:t>
            </a:r>
            <a:r>
              <a:rPr lang="en-US" altLang="zh-CN" i="1" baseline="-25000" dirty="0"/>
              <a:t> </a:t>
            </a:r>
            <a:r>
              <a:rPr lang="zh-CN" altLang="en-US" dirty="0"/>
              <a:t>为 </a:t>
            </a:r>
            <a:r>
              <a:rPr lang="en-US" altLang="zh-CN" i="1" dirty="0"/>
              <a:t>LS </a:t>
            </a:r>
            <a:r>
              <a:rPr lang="zh-CN" altLang="en-US" dirty="0"/>
              <a:t>的</a:t>
            </a:r>
            <a:r>
              <a:rPr lang="zh-CN" altLang="en-US" dirty="0">
                <a:solidFill>
                  <a:srgbClr val="0000FF"/>
                </a:solidFill>
              </a:rPr>
              <a:t>表头</a:t>
            </a:r>
            <a:r>
              <a:rPr lang="zh-CN" altLang="en-US" dirty="0"/>
              <a:t>（</a:t>
            </a:r>
            <a:r>
              <a:rPr lang="en-US" altLang="zh-CN" dirty="0"/>
              <a:t>Head</a:t>
            </a:r>
            <a:r>
              <a:rPr lang="zh-CN" altLang="en-US" dirty="0"/>
              <a:t>），称其余元素组成的表</a:t>
            </a:r>
            <a:r>
              <a:rPr lang="zh-CN" altLang="en-US" dirty="0">
                <a:solidFill>
                  <a:srgbClr val="0000FF"/>
                </a:solidFill>
              </a:rPr>
              <a:t>（</a:t>
            </a:r>
            <a:r>
              <a:rPr lang="en-US" altLang="zh-CN" i="1" dirty="0">
                <a:solidFill>
                  <a:srgbClr val="0000FF"/>
                </a:solidFill>
              </a:rPr>
              <a:t>a</a:t>
            </a:r>
            <a:r>
              <a:rPr lang="en-US" altLang="zh-CN" i="1" baseline="-25000" dirty="0">
                <a:solidFill>
                  <a:srgbClr val="0000FF"/>
                </a:solidFill>
              </a:rPr>
              <a:t>2</a:t>
            </a:r>
            <a:r>
              <a:rPr lang="en-US" altLang="zh-CN" i="1" dirty="0">
                <a:solidFill>
                  <a:srgbClr val="0000FF"/>
                </a:solidFill>
              </a:rPr>
              <a:t>, a</a:t>
            </a:r>
            <a:r>
              <a:rPr lang="en-US" altLang="zh-CN" i="1" baseline="-25000" dirty="0">
                <a:solidFill>
                  <a:srgbClr val="0000FF"/>
                </a:solidFill>
              </a:rPr>
              <a:t>3</a:t>
            </a:r>
            <a:r>
              <a:rPr lang="en-US" altLang="zh-CN" i="1" dirty="0">
                <a:solidFill>
                  <a:srgbClr val="0000FF"/>
                </a:solidFill>
              </a:rPr>
              <a:t>, …, a</a:t>
            </a:r>
            <a:r>
              <a:rPr lang="en-US" altLang="zh-CN" i="1" baseline="-25000" dirty="0">
                <a:solidFill>
                  <a:srgbClr val="0000FF"/>
                </a:solidFill>
              </a:rPr>
              <a:t>n</a:t>
            </a:r>
            <a:r>
              <a:rPr lang="zh-CN" altLang="en-US" dirty="0">
                <a:solidFill>
                  <a:srgbClr val="0000FF"/>
                </a:solidFill>
              </a:rPr>
              <a:t>）</a:t>
            </a:r>
            <a:r>
              <a:rPr lang="zh-CN" altLang="en-US" dirty="0"/>
              <a:t>是 </a:t>
            </a:r>
            <a:r>
              <a:rPr lang="en-US" altLang="zh-CN" i="1" dirty="0"/>
              <a:t>LS </a:t>
            </a:r>
            <a:r>
              <a:rPr lang="zh-CN" altLang="en-US" dirty="0"/>
              <a:t>的</a:t>
            </a:r>
            <a:r>
              <a:rPr lang="zh-CN" altLang="en-US" dirty="0">
                <a:solidFill>
                  <a:srgbClr val="0000FF"/>
                </a:solidFill>
              </a:rPr>
              <a:t>表尾</a:t>
            </a:r>
            <a:r>
              <a:rPr lang="zh-CN" altLang="en-US" dirty="0"/>
              <a:t>（</a:t>
            </a:r>
            <a:r>
              <a:rPr lang="en-US" altLang="zh-CN" dirty="0"/>
              <a:t>Tail</a:t>
            </a:r>
            <a:r>
              <a:rPr lang="zh-CN" altLang="en-US" dirty="0"/>
              <a:t>）。</a:t>
            </a:r>
          </a:p>
        </p:txBody>
      </p:sp>
    </p:spTree>
    <p:extLst>
      <p:ext uri="{BB962C8B-B14F-4D97-AF65-F5344CB8AC3E}">
        <p14:creationId xmlns:p14="http://schemas.microsoft.com/office/powerpoint/2010/main" val="16240966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7067AE-0350-4F2A-A12D-BC32D37434DF}"/>
              </a:ext>
            </a:extLst>
          </p:cNvPr>
          <p:cNvSpPr>
            <a:spLocks noGrp="1"/>
          </p:cNvSpPr>
          <p:nvPr>
            <p:ph type="title"/>
          </p:nvPr>
        </p:nvSpPr>
        <p:spPr/>
        <p:txBody>
          <a:bodyPr/>
          <a:lstStyle/>
          <a:p>
            <a:r>
              <a:rPr lang="zh-CN" altLang="en-US" dirty="0"/>
              <a:t>广义表的表头和表尾</a:t>
            </a:r>
          </a:p>
        </p:txBody>
      </p:sp>
      <p:sp>
        <p:nvSpPr>
          <p:cNvPr id="3" name="内容占位符 2">
            <a:extLst>
              <a:ext uri="{FF2B5EF4-FFF2-40B4-BE49-F238E27FC236}">
                <a16:creationId xmlns:a16="http://schemas.microsoft.com/office/drawing/2014/main" id="{D55C573A-E2BC-4BAA-9A3F-9938AE4A9732}"/>
              </a:ext>
            </a:extLst>
          </p:cNvPr>
          <p:cNvSpPr>
            <a:spLocks noGrp="1"/>
          </p:cNvSpPr>
          <p:nvPr>
            <p:ph idx="1"/>
          </p:nvPr>
        </p:nvSpPr>
        <p:spPr/>
        <p:txBody>
          <a:bodyPr/>
          <a:lstStyle/>
          <a:p>
            <a:pPr eaLnBrk="1" hangingPunct="1">
              <a:spcBef>
                <a:spcPct val="0"/>
              </a:spcBef>
              <a:buClrTx/>
              <a:buFontTx/>
              <a:buNone/>
            </a:pPr>
            <a:r>
              <a:rPr lang="zh-CN" altLang="en-US" dirty="0">
                <a:latin typeface="微软雅黑" panose="020B0503020204020204" pitchFamily="34" charset="-122"/>
              </a:rPr>
              <a:t>任何一个非空广义表 </a:t>
            </a:r>
            <a:r>
              <a:rPr lang="en-US" altLang="zh-CN" i="1" dirty="0">
                <a:ea typeface="楷体_GB2312" pitchFamily="49" charset="-122"/>
              </a:rPr>
              <a:t>LS</a:t>
            </a:r>
            <a:r>
              <a:rPr lang="en-US" altLang="zh-CN" dirty="0">
                <a:ea typeface="楷体_GB2312" pitchFamily="49" charset="-122"/>
              </a:rPr>
              <a:t> = (</a:t>
            </a:r>
            <a:r>
              <a:rPr lang="en-US" altLang="zh-CN" i="1" dirty="0">
                <a:ea typeface="楷体_GB2312" pitchFamily="49" charset="-122"/>
                <a:sym typeface="Symbol" panose="05050102010706020507" pitchFamily="18" charset="2"/>
              </a:rPr>
              <a:t></a:t>
            </a:r>
            <a:r>
              <a:rPr lang="en-US" altLang="zh-CN" i="1" baseline="-25000" dirty="0">
                <a:ea typeface="楷体_GB2312" pitchFamily="49" charset="-122"/>
              </a:rPr>
              <a:t>1</a:t>
            </a:r>
            <a:r>
              <a:rPr lang="en-US" altLang="zh-CN" i="1" dirty="0">
                <a:ea typeface="楷体_GB2312" pitchFamily="49" charset="-122"/>
              </a:rPr>
              <a:t>, </a:t>
            </a:r>
            <a:r>
              <a:rPr lang="en-US" altLang="zh-CN" i="1" dirty="0">
                <a:ea typeface="楷体_GB2312" pitchFamily="49" charset="-122"/>
                <a:sym typeface="Symbol" panose="05050102010706020507" pitchFamily="18" charset="2"/>
              </a:rPr>
              <a:t></a:t>
            </a:r>
            <a:r>
              <a:rPr lang="en-US" altLang="zh-CN" i="1" baseline="-25000" dirty="0">
                <a:ea typeface="楷体_GB2312" pitchFamily="49" charset="-122"/>
              </a:rPr>
              <a:t>2</a:t>
            </a:r>
            <a:r>
              <a:rPr lang="en-US" altLang="zh-CN" i="1" dirty="0">
                <a:ea typeface="楷体_GB2312" pitchFamily="49" charset="-122"/>
              </a:rPr>
              <a:t>, …, </a:t>
            </a:r>
            <a:r>
              <a:rPr lang="en-US" altLang="zh-CN" i="1" dirty="0">
                <a:ea typeface="楷体_GB2312" pitchFamily="49" charset="-122"/>
                <a:sym typeface="Symbol" panose="05050102010706020507" pitchFamily="18" charset="2"/>
              </a:rPr>
              <a:t></a:t>
            </a:r>
            <a:r>
              <a:rPr lang="en-US" altLang="zh-CN" i="1" baseline="-25000" dirty="0">
                <a:ea typeface="楷体_GB2312" pitchFamily="49" charset="-122"/>
              </a:rPr>
              <a:t>n</a:t>
            </a:r>
            <a:r>
              <a:rPr lang="en-US" altLang="zh-CN" dirty="0">
                <a:ea typeface="楷体_GB2312" pitchFamily="49" charset="-122"/>
              </a:rPr>
              <a:t>)</a:t>
            </a:r>
            <a:r>
              <a:rPr lang="en-US" altLang="zh-CN" dirty="0">
                <a:latin typeface="+mn-ea"/>
                <a:ea typeface="+mn-ea"/>
              </a:rPr>
              <a:t> </a:t>
            </a:r>
            <a:r>
              <a:rPr lang="zh-CN" altLang="en-US" dirty="0">
                <a:latin typeface="+mn-ea"/>
                <a:ea typeface="+mn-ea"/>
              </a:rPr>
              <a:t>均可分解为</a:t>
            </a:r>
          </a:p>
          <a:p>
            <a:pPr eaLnBrk="1" hangingPunct="1">
              <a:spcBef>
                <a:spcPct val="0"/>
              </a:spcBef>
              <a:buClrTx/>
              <a:buFontTx/>
              <a:buNone/>
            </a:pPr>
            <a:r>
              <a:rPr lang="zh-CN" altLang="en-US" dirty="0">
                <a:solidFill>
                  <a:srgbClr val="FF0000"/>
                </a:solidFill>
                <a:latin typeface="微软雅黑" panose="020B0503020204020204" pitchFamily="34" charset="-122"/>
              </a:rPr>
              <a:t>表头</a:t>
            </a:r>
            <a:r>
              <a:rPr lang="zh-CN" altLang="en-US" dirty="0">
                <a:latin typeface="微软雅黑" panose="020B0503020204020204" pitchFamily="34" charset="-122"/>
              </a:rPr>
              <a:t> </a:t>
            </a:r>
            <a:r>
              <a:rPr lang="en-US" altLang="zh-CN" dirty="0">
                <a:solidFill>
                  <a:srgbClr val="0000FF"/>
                </a:solidFill>
                <a:ea typeface="楷体_GB2312" pitchFamily="49" charset="-122"/>
              </a:rPr>
              <a:t>Head(LS)</a:t>
            </a:r>
            <a:r>
              <a:rPr lang="en-US" altLang="zh-CN" dirty="0">
                <a:ea typeface="楷体_GB2312" pitchFamily="49" charset="-122"/>
              </a:rPr>
              <a:t>=</a:t>
            </a:r>
            <a:r>
              <a:rPr lang="en-US" altLang="zh-CN" i="1" dirty="0">
                <a:solidFill>
                  <a:srgbClr val="FF0000"/>
                </a:solidFill>
                <a:ea typeface="楷体_GB2312" pitchFamily="49" charset="-122"/>
                <a:sym typeface="Symbol" panose="05050102010706020507" pitchFamily="18" charset="2"/>
              </a:rPr>
              <a:t></a:t>
            </a:r>
            <a:r>
              <a:rPr lang="en-US" altLang="zh-CN" i="1" baseline="-25000" dirty="0">
                <a:solidFill>
                  <a:srgbClr val="FF0000"/>
                </a:solidFill>
                <a:ea typeface="楷体_GB2312" pitchFamily="49" charset="-122"/>
              </a:rPr>
              <a:t>1</a:t>
            </a:r>
            <a:r>
              <a:rPr lang="en-US" altLang="zh-CN" dirty="0">
                <a:solidFill>
                  <a:srgbClr val="FF0000"/>
                </a:solidFill>
                <a:ea typeface="楷体_GB2312" pitchFamily="49" charset="-122"/>
              </a:rPr>
              <a:t> </a:t>
            </a:r>
            <a:r>
              <a:rPr lang="zh-CN" altLang="en-US" dirty="0">
                <a:latin typeface="+mn-ea"/>
                <a:ea typeface="+mn-ea"/>
              </a:rPr>
              <a:t>和</a:t>
            </a:r>
            <a:r>
              <a:rPr lang="zh-CN" altLang="en-US" dirty="0">
                <a:solidFill>
                  <a:srgbClr val="FF0000"/>
                </a:solidFill>
                <a:latin typeface="+mn-ea"/>
                <a:ea typeface="+mn-ea"/>
              </a:rPr>
              <a:t>表尾</a:t>
            </a:r>
            <a:r>
              <a:rPr lang="zh-CN" altLang="en-US" dirty="0">
                <a:latin typeface="+mn-ea"/>
                <a:ea typeface="+mn-ea"/>
              </a:rPr>
              <a:t> </a:t>
            </a:r>
            <a:r>
              <a:rPr lang="en-US" altLang="zh-CN" dirty="0">
                <a:solidFill>
                  <a:srgbClr val="0000FF"/>
                </a:solidFill>
                <a:ea typeface="楷体_GB2312" pitchFamily="49" charset="-122"/>
              </a:rPr>
              <a:t>Tail(LS)</a:t>
            </a:r>
            <a:r>
              <a:rPr lang="en-US" altLang="zh-CN" dirty="0">
                <a:ea typeface="楷体_GB2312" pitchFamily="49" charset="-122"/>
              </a:rPr>
              <a:t>=</a:t>
            </a:r>
            <a:r>
              <a:rPr lang="en-US" altLang="zh-CN" dirty="0">
                <a:solidFill>
                  <a:srgbClr val="FF0000"/>
                </a:solidFill>
                <a:ea typeface="楷体_GB2312" pitchFamily="49" charset="-122"/>
              </a:rPr>
              <a:t>(</a:t>
            </a:r>
            <a:r>
              <a:rPr lang="en-US" altLang="zh-CN" i="1" dirty="0">
                <a:solidFill>
                  <a:srgbClr val="FF0000"/>
                </a:solidFill>
                <a:ea typeface="楷体_GB2312" pitchFamily="49" charset="-122"/>
                <a:sym typeface="Symbol" panose="05050102010706020507" pitchFamily="18" charset="2"/>
              </a:rPr>
              <a:t></a:t>
            </a:r>
            <a:r>
              <a:rPr lang="en-US" altLang="zh-CN" i="1" baseline="-25000" dirty="0">
                <a:solidFill>
                  <a:srgbClr val="FF0000"/>
                </a:solidFill>
                <a:ea typeface="楷体_GB2312" pitchFamily="49" charset="-122"/>
              </a:rPr>
              <a:t>2</a:t>
            </a:r>
            <a:r>
              <a:rPr lang="en-US" altLang="zh-CN" i="1" dirty="0">
                <a:solidFill>
                  <a:srgbClr val="FF0000"/>
                </a:solidFill>
                <a:ea typeface="楷体_GB2312" pitchFamily="49" charset="-122"/>
              </a:rPr>
              <a:t>, …, </a:t>
            </a:r>
            <a:r>
              <a:rPr lang="en-US" altLang="zh-CN" i="1" dirty="0">
                <a:solidFill>
                  <a:srgbClr val="FF0000"/>
                </a:solidFill>
                <a:ea typeface="楷体_GB2312" pitchFamily="49" charset="-122"/>
                <a:sym typeface="Symbol" panose="05050102010706020507" pitchFamily="18" charset="2"/>
              </a:rPr>
              <a:t></a:t>
            </a:r>
            <a:r>
              <a:rPr lang="en-US" altLang="zh-CN" i="1" baseline="-25000" dirty="0">
                <a:solidFill>
                  <a:srgbClr val="FF0000"/>
                </a:solidFill>
                <a:ea typeface="楷体_GB2312" pitchFamily="49" charset="-122"/>
              </a:rPr>
              <a:t>n</a:t>
            </a:r>
            <a:r>
              <a:rPr lang="en-US" altLang="zh-CN" dirty="0">
                <a:solidFill>
                  <a:srgbClr val="FF0000"/>
                </a:solidFill>
                <a:ea typeface="楷体_GB2312" pitchFamily="49" charset="-122"/>
              </a:rPr>
              <a:t>) </a:t>
            </a:r>
            <a:r>
              <a:rPr lang="zh-CN" altLang="en-US" dirty="0">
                <a:ea typeface="楷体_GB2312" pitchFamily="49" charset="-122"/>
              </a:rPr>
              <a:t>两部分。</a:t>
            </a:r>
          </a:p>
          <a:p>
            <a:pPr eaLnBrk="1" hangingPunct="1">
              <a:spcBef>
                <a:spcPct val="0"/>
              </a:spcBef>
              <a:buClrTx/>
              <a:buFontTx/>
              <a:buNone/>
            </a:pPr>
            <a:r>
              <a:rPr lang="zh-CN" altLang="en-US" dirty="0">
                <a:latin typeface="+mn-ea"/>
                <a:ea typeface="+mn-ea"/>
              </a:rPr>
              <a:t>例如：</a:t>
            </a:r>
            <a:r>
              <a:rPr lang="en-US" altLang="zh-CN" dirty="0">
                <a:ea typeface="楷体_GB2312" pitchFamily="49" charset="-122"/>
              </a:rPr>
              <a:t>D = ( E, F ) =  ((a, (b, c))</a:t>
            </a:r>
            <a:r>
              <a:rPr lang="zh-CN" altLang="en-US" dirty="0">
                <a:ea typeface="楷体_GB2312" pitchFamily="49" charset="-122"/>
              </a:rPr>
              <a:t>，</a:t>
            </a:r>
            <a:r>
              <a:rPr lang="en-US" altLang="zh-CN" dirty="0">
                <a:ea typeface="楷体_GB2312" pitchFamily="49" charset="-122"/>
              </a:rPr>
              <a:t>F )</a:t>
            </a:r>
          </a:p>
          <a:p>
            <a:pPr lvl="2" eaLnBrk="1" hangingPunct="1">
              <a:lnSpc>
                <a:spcPct val="150000"/>
              </a:lnSpc>
              <a:spcBef>
                <a:spcPct val="0"/>
              </a:spcBef>
              <a:buFontTx/>
              <a:buNone/>
            </a:pPr>
            <a:r>
              <a:rPr lang="en-US" altLang="zh-CN" sz="2800" dirty="0">
                <a:ea typeface="楷体_GB2312" pitchFamily="49" charset="-122"/>
              </a:rPr>
              <a:t>Head( </a:t>
            </a:r>
            <a:r>
              <a:rPr lang="en-US" altLang="zh-CN" sz="2800" dirty="0">
                <a:solidFill>
                  <a:srgbClr val="0000FF"/>
                </a:solidFill>
                <a:ea typeface="楷体_GB2312" pitchFamily="49" charset="-122"/>
              </a:rPr>
              <a:t>D </a:t>
            </a:r>
            <a:r>
              <a:rPr lang="en-US" altLang="zh-CN" sz="2800" dirty="0">
                <a:ea typeface="楷体_GB2312" pitchFamily="49" charset="-122"/>
              </a:rPr>
              <a:t>) = </a:t>
            </a:r>
            <a:r>
              <a:rPr lang="zh-CN" altLang="en-US" sz="2800" dirty="0">
                <a:ea typeface="楷体_GB2312" pitchFamily="49" charset="-122"/>
              </a:rPr>
              <a:t>                    </a:t>
            </a:r>
            <a:r>
              <a:rPr lang="en-US" altLang="zh-CN" sz="2800" dirty="0">
                <a:ea typeface="楷体_GB2312" pitchFamily="49" charset="-122"/>
              </a:rPr>
              <a:t>Tail( </a:t>
            </a:r>
            <a:r>
              <a:rPr lang="en-US" altLang="zh-CN" sz="2800" dirty="0">
                <a:solidFill>
                  <a:srgbClr val="0000FF"/>
                </a:solidFill>
                <a:ea typeface="楷体_GB2312" pitchFamily="49" charset="-122"/>
              </a:rPr>
              <a:t>D</a:t>
            </a:r>
            <a:r>
              <a:rPr lang="en-US" altLang="zh-CN" sz="2800" dirty="0">
                <a:ea typeface="楷体_GB2312" pitchFamily="49" charset="-122"/>
              </a:rPr>
              <a:t> ) =</a:t>
            </a:r>
            <a:endParaRPr lang="en-US" altLang="zh-CN" sz="2800" dirty="0">
              <a:solidFill>
                <a:srgbClr val="9933FF"/>
              </a:solidFill>
              <a:ea typeface="楷体_GB2312" pitchFamily="49" charset="-122"/>
            </a:endParaRPr>
          </a:p>
          <a:p>
            <a:pPr lvl="2" eaLnBrk="1" hangingPunct="1">
              <a:lnSpc>
                <a:spcPct val="150000"/>
              </a:lnSpc>
              <a:spcBef>
                <a:spcPct val="0"/>
              </a:spcBef>
              <a:buFontTx/>
              <a:buNone/>
            </a:pPr>
            <a:r>
              <a:rPr lang="en-US" altLang="zh-CN" sz="2800" dirty="0">
                <a:ea typeface="楷体_GB2312" pitchFamily="49" charset="-122"/>
              </a:rPr>
              <a:t>Head(</a:t>
            </a:r>
            <a:r>
              <a:rPr lang="en-US" altLang="zh-CN" sz="2800" dirty="0">
                <a:solidFill>
                  <a:srgbClr val="0000FF"/>
                </a:solidFill>
                <a:ea typeface="楷体_GB2312" pitchFamily="49" charset="-122"/>
              </a:rPr>
              <a:t> E </a:t>
            </a:r>
            <a:r>
              <a:rPr lang="en-US" altLang="zh-CN" sz="2800" dirty="0">
                <a:ea typeface="楷体_GB2312" pitchFamily="49" charset="-122"/>
              </a:rPr>
              <a:t>) = </a:t>
            </a:r>
            <a:r>
              <a:rPr lang="zh-CN" altLang="en-US" sz="2800" dirty="0">
                <a:ea typeface="楷体_GB2312" pitchFamily="49" charset="-122"/>
              </a:rPr>
              <a:t>                    </a:t>
            </a:r>
            <a:r>
              <a:rPr lang="en-US" altLang="zh-CN" sz="2800" dirty="0">
                <a:ea typeface="楷体_GB2312" pitchFamily="49" charset="-122"/>
              </a:rPr>
              <a:t>Tail(</a:t>
            </a:r>
            <a:r>
              <a:rPr lang="en-US" altLang="zh-CN" sz="2800" dirty="0">
                <a:solidFill>
                  <a:srgbClr val="0000FF"/>
                </a:solidFill>
                <a:ea typeface="楷体_GB2312" pitchFamily="49" charset="-122"/>
              </a:rPr>
              <a:t> E</a:t>
            </a:r>
            <a:r>
              <a:rPr lang="en-US" altLang="zh-CN" sz="2800" dirty="0">
                <a:ea typeface="楷体_GB2312" pitchFamily="49" charset="-122"/>
              </a:rPr>
              <a:t> ) =</a:t>
            </a:r>
            <a:endParaRPr lang="en-US" altLang="zh-CN" sz="2800" dirty="0">
              <a:solidFill>
                <a:srgbClr val="9933FF"/>
              </a:solidFill>
              <a:ea typeface="楷体_GB2312" pitchFamily="49" charset="-122"/>
            </a:endParaRPr>
          </a:p>
          <a:p>
            <a:pPr lvl="2" eaLnBrk="1" hangingPunct="1">
              <a:lnSpc>
                <a:spcPct val="150000"/>
              </a:lnSpc>
              <a:spcBef>
                <a:spcPct val="0"/>
              </a:spcBef>
              <a:buFontTx/>
              <a:buNone/>
            </a:pPr>
            <a:r>
              <a:rPr lang="en-US" altLang="zh-CN" sz="2800" dirty="0">
                <a:ea typeface="楷体_GB2312" pitchFamily="49" charset="-122"/>
              </a:rPr>
              <a:t>Head(</a:t>
            </a:r>
            <a:r>
              <a:rPr lang="en-US" altLang="zh-CN" sz="2800" dirty="0">
                <a:solidFill>
                  <a:srgbClr val="0000FF"/>
                </a:solidFill>
                <a:ea typeface="楷体_GB2312" pitchFamily="49" charset="-122"/>
              </a:rPr>
              <a:t> ((b, c))</a:t>
            </a:r>
            <a:r>
              <a:rPr lang="en-US" altLang="zh-CN" sz="2800" dirty="0">
                <a:ea typeface="楷体_GB2312" pitchFamily="49" charset="-122"/>
              </a:rPr>
              <a:t> ) = </a:t>
            </a:r>
            <a:r>
              <a:rPr lang="zh-CN" altLang="en-US" sz="2800" dirty="0">
                <a:ea typeface="楷体_GB2312" pitchFamily="49" charset="-122"/>
              </a:rPr>
              <a:t>           </a:t>
            </a:r>
            <a:r>
              <a:rPr lang="en-US" altLang="zh-CN" sz="2800" dirty="0">
                <a:ea typeface="楷体_GB2312" pitchFamily="49" charset="-122"/>
              </a:rPr>
              <a:t>Tail( </a:t>
            </a:r>
            <a:r>
              <a:rPr lang="en-US" altLang="zh-CN" sz="2800" dirty="0">
                <a:solidFill>
                  <a:srgbClr val="0000FF"/>
                </a:solidFill>
                <a:ea typeface="楷体_GB2312" pitchFamily="49" charset="-122"/>
              </a:rPr>
              <a:t>((b, c))</a:t>
            </a:r>
            <a:r>
              <a:rPr lang="en-US" altLang="zh-CN" sz="2800" dirty="0">
                <a:ea typeface="楷体_GB2312" pitchFamily="49" charset="-122"/>
              </a:rPr>
              <a:t> ) =</a:t>
            </a:r>
          </a:p>
          <a:p>
            <a:pPr lvl="2" eaLnBrk="1" hangingPunct="1">
              <a:lnSpc>
                <a:spcPct val="150000"/>
              </a:lnSpc>
              <a:spcBef>
                <a:spcPct val="0"/>
              </a:spcBef>
              <a:buFontTx/>
              <a:buNone/>
            </a:pPr>
            <a:r>
              <a:rPr lang="en-US" altLang="zh-CN" sz="2800" dirty="0">
                <a:ea typeface="楷体_GB2312" pitchFamily="49" charset="-122"/>
              </a:rPr>
              <a:t>Head(</a:t>
            </a:r>
            <a:r>
              <a:rPr lang="en-US" altLang="zh-CN" sz="2800" dirty="0">
                <a:solidFill>
                  <a:srgbClr val="0000FF"/>
                </a:solidFill>
                <a:ea typeface="楷体_GB2312" pitchFamily="49" charset="-122"/>
              </a:rPr>
              <a:t> (b, c) </a:t>
            </a:r>
            <a:r>
              <a:rPr lang="en-US" altLang="zh-CN" sz="2800" dirty="0">
                <a:ea typeface="楷体_GB2312" pitchFamily="49" charset="-122"/>
              </a:rPr>
              <a:t>) =</a:t>
            </a:r>
            <a:r>
              <a:rPr lang="en-US" altLang="zh-CN" sz="2800" dirty="0">
                <a:solidFill>
                  <a:srgbClr val="9933FF"/>
                </a:solidFill>
                <a:ea typeface="楷体_GB2312" pitchFamily="49" charset="-122"/>
              </a:rPr>
              <a:t> </a:t>
            </a:r>
            <a:r>
              <a:rPr lang="zh-CN" altLang="en-US" sz="2800" dirty="0">
                <a:solidFill>
                  <a:srgbClr val="9933FF"/>
                </a:solidFill>
                <a:ea typeface="楷体_GB2312" pitchFamily="49" charset="-122"/>
              </a:rPr>
              <a:t>              </a:t>
            </a:r>
            <a:r>
              <a:rPr lang="en-US" altLang="zh-CN" sz="2800" dirty="0">
                <a:ea typeface="楷体_GB2312" pitchFamily="49" charset="-122"/>
              </a:rPr>
              <a:t>Tail( </a:t>
            </a:r>
            <a:r>
              <a:rPr lang="en-US" altLang="zh-CN" sz="2800" dirty="0">
                <a:solidFill>
                  <a:srgbClr val="0000FF"/>
                </a:solidFill>
                <a:ea typeface="楷体_GB2312" pitchFamily="49" charset="-122"/>
              </a:rPr>
              <a:t>(b, c)</a:t>
            </a:r>
            <a:r>
              <a:rPr lang="en-US" altLang="zh-CN" sz="2800" dirty="0">
                <a:ea typeface="楷体_GB2312" pitchFamily="49" charset="-122"/>
              </a:rPr>
              <a:t> ) =</a:t>
            </a:r>
            <a:endParaRPr lang="en-US" altLang="zh-CN" sz="2800" dirty="0">
              <a:solidFill>
                <a:srgbClr val="9933FF"/>
              </a:solidFill>
              <a:ea typeface="楷体_GB2312" pitchFamily="49" charset="-122"/>
            </a:endParaRPr>
          </a:p>
          <a:p>
            <a:pPr lvl="2" eaLnBrk="1" hangingPunct="1">
              <a:lnSpc>
                <a:spcPct val="150000"/>
              </a:lnSpc>
              <a:spcBef>
                <a:spcPct val="0"/>
              </a:spcBef>
              <a:buFontTx/>
              <a:buNone/>
            </a:pPr>
            <a:r>
              <a:rPr lang="en-US" altLang="zh-CN" sz="2800" dirty="0">
                <a:ea typeface="楷体_GB2312" pitchFamily="49" charset="-122"/>
              </a:rPr>
              <a:t>Head( </a:t>
            </a:r>
            <a:r>
              <a:rPr lang="en-US" altLang="zh-CN" sz="2800" dirty="0">
                <a:solidFill>
                  <a:srgbClr val="0000FF"/>
                </a:solidFill>
                <a:ea typeface="楷体_GB2312" pitchFamily="49" charset="-122"/>
              </a:rPr>
              <a:t>( c )</a:t>
            </a:r>
            <a:r>
              <a:rPr lang="en-US" altLang="zh-CN" sz="2800" dirty="0">
                <a:ea typeface="楷体_GB2312" pitchFamily="49" charset="-122"/>
              </a:rPr>
              <a:t> ) =</a:t>
            </a:r>
            <a:r>
              <a:rPr lang="en-US" altLang="zh-CN" sz="2800" dirty="0">
                <a:solidFill>
                  <a:srgbClr val="9933FF"/>
                </a:solidFill>
                <a:ea typeface="楷体_GB2312" pitchFamily="49" charset="-122"/>
              </a:rPr>
              <a:t> </a:t>
            </a:r>
            <a:r>
              <a:rPr lang="zh-CN" altLang="en-US" sz="2800" dirty="0">
                <a:solidFill>
                  <a:srgbClr val="9933FF"/>
                </a:solidFill>
                <a:ea typeface="楷体_GB2312" pitchFamily="49" charset="-122"/>
              </a:rPr>
              <a:t>                 </a:t>
            </a:r>
            <a:r>
              <a:rPr lang="en-US" altLang="zh-CN" sz="2800" dirty="0">
                <a:ea typeface="楷体_GB2312" pitchFamily="49" charset="-122"/>
              </a:rPr>
              <a:t>Tail( </a:t>
            </a:r>
            <a:r>
              <a:rPr lang="en-US" altLang="zh-CN" sz="2800" dirty="0">
                <a:solidFill>
                  <a:srgbClr val="0000FF"/>
                </a:solidFill>
                <a:ea typeface="楷体_GB2312" pitchFamily="49" charset="-122"/>
              </a:rPr>
              <a:t>( c )</a:t>
            </a:r>
            <a:r>
              <a:rPr lang="en-US" altLang="zh-CN" sz="2800" dirty="0">
                <a:ea typeface="楷体_GB2312" pitchFamily="49" charset="-122"/>
              </a:rPr>
              <a:t> ) =</a:t>
            </a:r>
            <a:endParaRPr lang="en-US" altLang="zh-CN" sz="2800" dirty="0"/>
          </a:p>
        </p:txBody>
      </p:sp>
      <p:sp>
        <p:nvSpPr>
          <p:cNvPr id="4" name="矩形 3">
            <a:extLst>
              <a:ext uri="{FF2B5EF4-FFF2-40B4-BE49-F238E27FC236}">
                <a16:creationId xmlns:a16="http://schemas.microsoft.com/office/drawing/2014/main" id="{1B241177-F2D6-463C-9AE9-2FF6D64CB08C}"/>
              </a:ext>
            </a:extLst>
          </p:cNvPr>
          <p:cNvSpPr>
            <a:spLocks noChangeArrowheads="1"/>
          </p:cNvSpPr>
          <p:nvPr/>
        </p:nvSpPr>
        <p:spPr bwMode="auto">
          <a:xfrm>
            <a:off x="2987824" y="2780928"/>
            <a:ext cx="423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b="1" dirty="0">
                <a:solidFill>
                  <a:srgbClr val="C00000"/>
                </a:solidFill>
                <a:ea typeface="楷体_GB2312" pitchFamily="49" charset="-122"/>
              </a:rPr>
              <a:t>E</a:t>
            </a:r>
            <a:endParaRPr lang="zh-CN" altLang="en-US" sz="2800" b="1" dirty="0">
              <a:solidFill>
                <a:srgbClr val="C00000"/>
              </a:solidFill>
              <a:ea typeface="楷体_GB2312" pitchFamily="49" charset="-122"/>
            </a:endParaRPr>
          </a:p>
        </p:txBody>
      </p:sp>
      <p:sp>
        <p:nvSpPr>
          <p:cNvPr id="5" name="矩形 4">
            <a:extLst>
              <a:ext uri="{FF2B5EF4-FFF2-40B4-BE49-F238E27FC236}">
                <a16:creationId xmlns:a16="http://schemas.microsoft.com/office/drawing/2014/main" id="{5582578E-ACFF-490F-A814-0F473CC10A5C}"/>
              </a:ext>
            </a:extLst>
          </p:cNvPr>
          <p:cNvSpPr>
            <a:spLocks noChangeArrowheads="1"/>
          </p:cNvSpPr>
          <p:nvPr/>
        </p:nvSpPr>
        <p:spPr bwMode="auto">
          <a:xfrm>
            <a:off x="6359426" y="2780928"/>
            <a:ext cx="804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 F )</a:t>
            </a:r>
            <a:endParaRPr lang="zh-CN" altLang="en-US" sz="2800" dirty="0">
              <a:solidFill>
                <a:srgbClr val="C00000"/>
              </a:solidFill>
              <a:ea typeface="楷体_GB2312" pitchFamily="49" charset="-122"/>
            </a:endParaRPr>
          </a:p>
        </p:txBody>
      </p:sp>
      <p:sp>
        <p:nvSpPr>
          <p:cNvPr id="6" name="矩形 5">
            <a:extLst>
              <a:ext uri="{FF2B5EF4-FFF2-40B4-BE49-F238E27FC236}">
                <a16:creationId xmlns:a16="http://schemas.microsoft.com/office/drawing/2014/main" id="{B803DBB6-33EB-4750-BA07-EB49FEAD4C7B}"/>
              </a:ext>
            </a:extLst>
          </p:cNvPr>
          <p:cNvSpPr>
            <a:spLocks noChangeArrowheads="1"/>
          </p:cNvSpPr>
          <p:nvPr/>
        </p:nvSpPr>
        <p:spPr bwMode="auto">
          <a:xfrm>
            <a:off x="3059832" y="3409181"/>
            <a:ext cx="342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a</a:t>
            </a:r>
            <a:endParaRPr lang="zh-CN" altLang="en-US" sz="2800" dirty="0">
              <a:solidFill>
                <a:srgbClr val="C00000"/>
              </a:solidFill>
              <a:ea typeface="楷体_GB2312" pitchFamily="49" charset="-122"/>
            </a:endParaRPr>
          </a:p>
        </p:txBody>
      </p:sp>
      <p:sp>
        <p:nvSpPr>
          <p:cNvPr id="7" name="矩形 6">
            <a:extLst>
              <a:ext uri="{FF2B5EF4-FFF2-40B4-BE49-F238E27FC236}">
                <a16:creationId xmlns:a16="http://schemas.microsoft.com/office/drawing/2014/main" id="{1A4EBB0E-F97F-43D0-83CC-2170D80E3C18}"/>
              </a:ext>
            </a:extLst>
          </p:cNvPr>
          <p:cNvSpPr>
            <a:spLocks noChangeArrowheads="1"/>
          </p:cNvSpPr>
          <p:nvPr/>
        </p:nvSpPr>
        <p:spPr bwMode="auto">
          <a:xfrm>
            <a:off x="6359798" y="3409181"/>
            <a:ext cx="15632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 ( b, c ) )</a:t>
            </a:r>
            <a:endParaRPr lang="zh-CN" altLang="en-US" sz="2800" dirty="0">
              <a:solidFill>
                <a:srgbClr val="C00000"/>
              </a:solidFill>
              <a:ea typeface="楷体_GB2312" pitchFamily="49" charset="-122"/>
            </a:endParaRPr>
          </a:p>
        </p:txBody>
      </p:sp>
      <p:sp>
        <p:nvSpPr>
          <p:cNvPr id="8" name="矩形 7">
            <a:extLst>
              <a:ext uri="{FF2B5EF4-FFF2-40B4-BE49-F238E27FC236}">
                <a16:creationId xmlns:a16="http://schemas.microsoft.com/office/drawing/2014/main" id="{97BC31C9-EA41-45DB-8386-3362001873A0}"/>
              </a:ext>
            </a:extLst>
          </p:cNvPr>
          <p:cNvSpPr>
            <a:spLocks noChangeArrowheads="1"/>
          </p:cNvSpPr>
          <p:nvPr/>
        </p:nvSpPr>
        <p:spPr bwMode="auto">
          <a:xfrm>
            <a:off x="3684141" y="4057253"/>
            <a:ext cx="11432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 b, c )</a:t>
            </a:r>
            <a:endParaRPr lang="zh-CN" altLang="en-US" sz="2800" dirty="0">
              <a:solidFill>
                <a:srgbClr val="C00000"/>
              </a:solidFill>
              <a:ea typeface="楷体_GB2312" pitchFamily="49" charset="-122"/>
            </a:endParaRPr>
          </a:p>
        </p:txBody>
      </p:sp>
      <p:sp>
        <p:nvSpPr>
          <p:cNvPr id="9" name="矩形 8">
            <a:extLst>
              <a:ext uri="{FF2B5EF4-FFF2-40B4-BE49-F238E27FC236}">
                <a16:creationId xmlns:a16="http://schemas.microsoft.com/office/drawing/2014/main" id="{3AB52D54-64D7-446C-B062-3ADC6B980F06}"/>
              </a:ext>
            </a:extLst>
          </p:cNvPr>
          <p:cNvSpPr>
            <a:spLocks noChangeArrowheads="1"/>
          </p:cNvSpPr>
          <p:nvPr/>
        </p:nvSpPr>
        <p:spPr bwMode="auto">
          <a:xfrm>
            <a:off x="7092280" y="4057253"/>
            <a:ext cx="51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 )</a:t>
            </a:r>
            <a:endParaRPr lang="zh-CN" altLang="en-US" sz="2800" dirty="0">
              <a:solidFill>
                <a:srgbClr val="C00000"/>
              </a:solidFill>
              <a:ea typeface="楷体_GB2312" pitchFamily="49" charset="-122"/>
            </a:endParaRPr>
          </a:p>
        </p:txBody>
      </p:sp>
      <p:sp>
        <p:nvSpPr>
          <p:cNvPr id="10" name="矩形 9">
            <a:extLst>
              <a:ext uri="{FF2B5EF4-FFF2-40B4-BE49-F238E27FC236}">
                <a16:creationId xmlns:a16="http://schemas.microsoft.com/office/drawing/2014/main" id="{4C75C65D-B71A-4AB8-BCF5-CF7B6D91E2E9}"/>
              </a:ext>
            </a:extLst>
          </p:cNvPr>
          <p:cNvSpPr>
            <a:spLocks noChangeArrowheads="1"/>
          </p:cNvSpPr>
          <p:nvPr/>
        </p:nvSpPr>
        <p:spPr bwMode="auto">
          <a:xfrm>
            <a:off x="3491880" y="4705325"/>
            <a:ext cx="363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b</a:t>
            </a:r>
            <a:endParaRPr lang="zh-CN" altLang="en-US" sz="2800" dirty="0">
              <a:solidFill>
                <a:srgbClr val="C00000"/>
              </a:solidFill>
              <a:ea typeface="楷体_GB2312" pitchFamily="49" charset="-122"/>
            </a:endParaRPr>
          </a:p>
        </p:txBody>
      </p:sp>
      <p:sp>
        <p:nvSpPr>
          <p:cNvPr id="11" name="矩形 10">
            <a:extLst>
              <a:ext uri="{FF2B5EF4-FFF2-40B4-BE49-F238E27FC236}">
                <a16:creationId xmlns:a16="http://schemas.microsoft.com/office/drawing/2014/main" id="{A2C79B63-CBC1-4BE4-A020-4CE64A43D83E}"/>
              </a:ext>
            </a:extLst>
          </p:cNvPr>
          <p:cNvSpPr>
            <a:spLocks noChangeArrowheads="1"/>
          </p:cNvSpPr>
          <p:nvPr/>
        </p:nvSpPr>
        <p:spPr bwMode="auto">
          <a:xfrm>
            <a:off x="6876256" y="4705325"/>
            <a:ext cx="76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 c )</a:t>
            </a:r>
            <a:endParaRPr lang="zh-CN" altLang="en-US" sz="2800" dirty="0">
              <a:solidFill>
                <a:srgbClr val="C00000"/>
              </a:solidFill>
              <a:ea typeface="楷体_GB2312" pitchFamily="49" charset="-122"/>
            </a:endParaRPr>
          </a:p>
        </p:txBody>
      </p:sp>
      <p:sp>
        <p:nvSpPr>
          <p:cNvPr id="12" name="矩形 11">
            <a:extLst>
              <a:ext uri="{FF2B5EF4-FFF2-40B4-BE49-F238E27FC236}">
                <a16:creationId xmlns:a16="http://schemas.microsoft.com/office/drawing/2014/main" id="{FEB09E8E-2BE5-4246-8DD7-BD367165F329}"/>
              </a:ext>
            </a:extLst>
          </p:cNvPr>
          <p:cNvSpPr>
            <a:spLocks noChangeArrowheads="1"/>
          </p:cNvSpPr>
          <p:nvPr/>
        </p:nvSpPr>
        <p:spPr bwMode="auto">
          <a:xfrm>
            <a:off x="3347864" y="5353397"/>
            <a:ext cx="342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c</a:t>
            </a:r>
            <a:endParaRPr lang="zh-CN" altLang="en-US" sz="2800" dirty="0">
              <a:solidFill>
                <a:srgbClr val="C00000"/>
              </a:solidFill>
              <a:ea typeface="楷体_GB2312" pitchFamily="49" charset="-122"/>
            </a:endParaRPr>
          </a:p>
        </p:txBody>
      </p:sp>
      <p:sp>
        <p:nvSpPr>
          <p:cNvPr id="13" name="矩形 12">
            <a:extLst>
              <a:ext uri="{FF2B5EF4-FFF2-40B4-BE49-F238E27FC236}">
                <a16:creationId xmlns:a16="http://schemas.microsoft.com/office/drawing/2014/main" id="{FCB9A6BF-BDDC-4043-8A62-EDDF8614B273}"/>
              </a:ext>
            </a:extLst>
          </p:cNvPr>
          <p:cNvSpPr>
            <a:spLocks noChangeArrowheads="1"/>
          </p:cNvSpPr>
          <p:nvPr/>
        </p:nvSpPr>
        <p:spPr bwMode="auto">
          <a:xfrm>
            <a:off x="6732240" y="5353397"/>
            <a:ext cx="51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800" dirty="0">
                <a:solidFill>
                  <a:srgbClr val="C00000"/>
                </a:solidFill>
                <a:ea typeface="楷体_GB2312" pitchFamily="49" charset="-122"/>
              </a:rPr>
              <a:t>( )</a:t>
            </a:r>
            <a:endParaRPr lang="zh-CN" altLang="en-US" sz="2800" dirty="0">
              <a:solidFill>
                <a:srgbClr val="C00000"/>
              </a:solidFill>
              <a:ea typeface="楷体_GB2312" pitchFamily="49" charset="-122"/>
            </a:endParaRPr>
          </a:p>
        </p:txBody>
      </p:sp>
    </p:spTree>
    <p:extLst>
      <p:ext uri="{BB962C8B-B14F-4D97-AF65-F5344CB8AC3E}">
        <p14:creationId xmlns:p14="http://schemas.microsoft.com/office/powerpoint/2010/main" val="102047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509949-6872-446D-BE3B-C526A8FAE74B}"/>
              </a:ext>
            </a:extLst>
          </p:cNvPr>
          <p:cNvSpPr>
            <a:spLocks noGrp="1"/>
          </p:cNvSpPr>
          <p:nvPr>
            <p:ph type="title"/>
          </p:nvPr>
        </p:nvSpPr>
        <p:spPr/>
        <p:txBody>
          <a:bodyPr/>
          <a:lstStyle/>
          <a:p>
            <a:r>
              <a:rPr lang="zh-CN" altLang="en-US" dirty="0"/>
              <a:t>课堂练习 </a:t>
            </a:r>
            <a:r>
              <a:rPr lang="en-US" altLang="zh-CN" dirty="0"/>
              <a:t>7</a:t>
            </a:r>
            <a:endParaRPr lang="zh-CN" altLang="en-US" dirty="0"/>
          </a:p>
        </p:txBody>
      </p:sp>
      <p:sp>
        <p:nvSpPr>
          <p:cNvPr id="3" name="内容占位符 2">
            <a:extLst>
              <a:ext uri="{FF2B5EF4-FFF2-40B4-BE49-F238E27FC236}">
                <a16:creationId xmlns:a16="http://schemas.microsoft.com/office/drawing/2014/main" id="{E41B1036-D1A3-4E67-94A1-AE2FF09A3D0A}"/>
              </a:ext>
            </a:extLst>
          </p:cNvPr>
          <p:cNvSpPr>
            <a:spLocks noGrp="1"/>
          </p:cNvSpPr>
          <p:nvPr>
            <p:ph idx="1"/>
          </p:nvPr>
        </p:nvSpPr>
        <p:spPr/>
        <p:txBody>
          <a:bodyPr/>
          <a:lstStyle/>
          <a:p>
            <a:pPr marL="0" indent="0">
              <a:buNone/>
            </a:pPr>
            <a:r>
              <a:rPr lang="zh-CN" altLang="en-US" dirty="0"/>
              <a:t>已知广义表 </a:t>
            </a:r>
            <a:r>
              <a:rPr lang="en-US" altLang="zh-CN" dirty="0"/>
              <a:t>LS((a, b, c), (d, e, f))</a:t>
            </a:r>
            <a:r>
              <a:rPr lang="zh-CN" altLang="en-US" dirty="0"/>
              <a:t>，运用 </a:t>
            </a:r>
            <a:r>
              <a:rPr lang="en-US" altLang="zh-CN" dirty="0"/>
              <a:t>head </a:t>
            </a:r>
            <a:r>
              <a:rPr lang="zh-CN" altLang="en-US" dirty="0"/>
              <a:t>和 </a:t>
            </a:r>
            <a:r>
              <a:rPr lang="en-US" altLang="zh-CN" dirty="0"/>
              <a:t>tail </a:t>
            </a:r>
            <a:r>
              <a:rPr lang="zh-CN" altLang="en-US" dirty="0"/>
              <a:t>函数取出 </a:t>
            </a:r>
            <a:r>
              <a:rPr lang="en-US" altLang="zh-CN" dirty="0"/>
              <a:t>LS </a:t>
            </a:r>
            <a:r>
              <a:rPr lang="zh-CN" altLang="en-US" dirty="0"/>
              <a:t>中原子 </a:t>
            </a:r>
            <a:r>
              <a:rPr lang="en-US" altLang="zh-CN" dirty="0"/>
              <a:t>e</a:t>
            </a:r>
            <a:r>
              <a:rPr lang="zh-CN" altLang="en-US" dirty="0"/>
              <a:t>。</a:t>
            </a:r>
            <a:endParaRPr lang="en-US" altLang="zh-CN" dirty="0"/>
          </a:p>
        </p:txBody>
      </p:sp>
    </p:spTree>
    <p:extLst>
      <p:ext uri="{BB962C8B-B14F-4D97-AF65-F5344CB8AC3E}">
        <p14:creationId xmlns:p14="http://schemas.microsoft.com/office/powerpoint/2010/main" val="1050191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p:cNvSpPr>
            <a:spLocks noChangeArrowheads="1"/>
          </p:cNvSpPr>
          <p:nvPr/>
        </p:nvSpPr>
        <p:spPr bwMode="auto">
          <a:xfrm>
            <a:off x="436114" y="1484708"/>
            <a:ext cx="2767734" cy="446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rgbClr val="0000FF"/>
                </a:solidFill>
                <a:effectLst/>
                <a:uLnTx/>
                <a:uFillTx/>
                <a:latin typeface="+mn-lt"/>
                <a:ea typeface="+mn-ea"/>
                <a:cs typeface="+mn-ea"/>
                <a:sym typeface="+mn-lt"/>
              </a:rPr>
              <a:t>多层次</a:t>
            </a: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结构</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有</a:t>
            </a:r>
            <a:r>
              <a:rPr kumimoji="0" lang="zh-CN" altLang="en-US" sz="3200" b="0" i="0" u="none" strike="noStrike" kern="1200" cap="none" spc="0" normalizeH="0" baseline="0" noProof="0" dirty="0">
                <a:ln>
                  <a:noFill/>
                </a:ln>
                <a:solidFill>
                  <a:srgbClr val="0000FF"/>
                </a:solidFill>
                <a:effectLst/>
                <a:uLnTx/>
                <a:uFillTx/>
                <a:latin typeface="+mn-lt"/>
                <a:ea typeface="+mn-ea"/>
                <a:cs typeface="+mn-ea"/>
                <a:sym typeface="+mn-lt"/>
              </a:rPr>
              <a:t>次序性</a:t>
            </a:r>
          </a:p>
          <a:p>
            <a:pPr marL="342900" marR="0" lvl="0" indent="-34290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有</a:t>
            </a:r>
            <a:r>
              <a:rPr kumimoji="0" lang="zh-CN" altLang="en-US" sz="3200" b="0" i="0" u="none" strike="noStrike" kern="1200" cap="none" spc="0" normalizeH="0" baseline="0" noProof="0" dirty="0">
                <a:ln>
                  <a:noFill/>
                </a:ln>
                <a:solidFill>
                  <a:srgbClr val="0000FF"/>
                </a:solidFill>
                <a:effectLst/>
                <a:uLnTx/>
                <a:uFillTx/>
                <a:latin typeface="+mn-lt"/>
                <a:ea typeface="+mn-ea"/>
                <a:cs typeface="+mn-ea"/>
                <a:sym typeface="+mn-lt"/>
              </a:rPr>
              <a:t>长度</a:t>
            </a:r>
          </a:p>
          <a:p>
            <a:pPr marL="342900" marR="0" lvl="0" indent="-34290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有</a:t>
            </a:r>
            <a:r>
              <a:rPr kumimoji="0" lang="zh-CN" altLang="en-US" sz="3200" b="0" i="0" u="none" strike="noStrike" kern="1200" cap="none" spc="0" normalizeH="0" baseline="0" noProof="0" dirty="0">
                <a:ln>
                  <a:noFill/>
                </a:ln>
                <a:solidFill>
                  <a:srgbClr val="0000FF"/>
                </a:solidFill>
                <a:effectLst/>
                <a:uLnTx/>
                <a:uFillTx/>
                <a:latin typeface="+mn-lt"/>
                <a:ea typeface="+mn-ea"/>
                <a:cs typeface="+mn-ea"/>
                <a:sym typeface="+mn-lt"/>
              </a:rPr>
              <a:t>深度</a:t>
            </a:r>
          </a:p>
          <a:p>
            <a:pPr marL="342900" marR="0" lvl="0" indent="-34290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可</a:t>
            </a:r>
            <a:r>
              <a:rPr kumimoji="0" lang="zh-CN" altLang="en-US" sz="3200" b="0" i="0" u="none" strike="noStrike" kern="1200" cap="none" spc="0" normalizeH="0" baseline="0" noProof="0" dirty="0">
                <a:ln>
                  <a:noFill/>
                </a:ln>
                <a:solidFill>
                  <a:srgbClr val="0000FF"/>
                </a:solidFill>
                <a:effectLst/>
                <a:uLnTx/>
                <a:uFillTx/>
                <a:latin typeface="+mn-lt"/>
                <a:ea typeface="+mn-ea"/>
                <a:cs typeface="+mn-ea"/>
                <a:sym typeface="+mn-lt"/>
              </a:rPr>
              <a:t>递归</a:t>
            </a:r>
          </a:p>
          <a:p>
            <a:pPr marL="342900" marR="0" lvl="0" indent="-342900" algn="l" defTabSz="914400" rtl="0" eaLnBrk="0" fontAlgn="base" latinLnBrk="0" hangingPunct="0">
              <a:lnSpc>
                <a:spcPct val="150000"/>
              </a:lnSpc>
              <a:spcBef>
                <a:spcPts val="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可</a:t>
            </a:r>
            <a:r>
              <a:rPr kumimoji="0" lang="zh-CN" altLang="en-US" sz="3200" b="0" i="0" u="none" strike="noStrike" kern="1200" cap="none" spc="0" normalizeH="0" baseline="0" noProof="0" dirty="0">
                <a:ln>
                  <a:noFill/>
                </a:ln>
                <a:solidFill>
                  <a:srgbClr val="0000FF"/>
                </a:solidFill>
                <a:effectLst/>
                <a:uLnTx/>
                <a:uFillTx/>
                <a:latin typeface="+mn-lt"/>
                <a:ea typeface="+mn-ea"/>
                <a:cs typeface="+mn-ea"/>
                <a:sym typeface="+mn-lt"/>
              </a:rPr>
              <a:t>共享</a:t>
            </a:r>
          </a:p>
        </p:txBody>
      </p:sp>
      <p:sp>
        <p:nvSpPr>
          <p:cNvPr id="789507" name="Rectangle 3"/>
          <p:cNvSpPr>
            <a:spLocks noChangeArrowheads="1"/>
          </p:cNvSpPr>
          <p:nvPr/>
        </p:nvSpPr>
        <p:spPr bwMode="auto">
          <a:xfrm>
            <a:off x="3200400" y="1484708"/>
            <a:ext cx="5692080" cy="4464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1" fontAlgn="base" latinLnBrk="0" hangingPunct="1">
              <a:lnSpc>
                <a:spcPct val="150000"/>
              </a:lnSpc>
              <a:spcBef>
                <a:spcPts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可用图表示</a:t>
            </a:r>
            <a:endPar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endParaRPr>
          </a:p>
          <a:p>
            <a:pPr marL="342900" marR="0" lvl="0" indent="-342900" algn="l" defTabSz="914400" rtl="0" eaLnBrk="1" fontAlgn="base" latinLnBrk="0" hangingPunct="1">
              <a:lnSpc>
                <a:spcPct val="150000"/>
              </a:lnSpc>
              <a:spcBef>
                <a:spcPts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一个直接前驱和一个直接后继</a:t>
            </a:r>
          </a:p>
          <a:p>
            <a:pPr marL="342900" marR="0" lvl="0" indent="-342900" algn="l" defTabSz="914400" rtl="0" eaLnBrk="1" fontAlgn="base" latinLnBrk="0" hangingPunct="1">
              <a:lnSpc>
                <a:spcPct val="150000"/>
              </a:lnSpc>
              <a:spcBef>
                <a:spcPts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＝表中元素个数</a:t>
            </a:r>
          </a:p>
          <a:p>
            <a:pPr marL="342900" marR="0" lvl="0" indent="-342900" algn="l" defTabSz="914400" rtl="0" eaLnBrk="1" fontAlgn="base" latinLnBrk="0" hangingPunct="1">
              <a:lnSpc>
                <a:spcPct val="150000"/>
              </a:lnSpc>
              <a:spcBef>
                <a:spcPts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＝表中括号的重数</a:t>
            </a:r>
          </a:p>
          <a:p>
            <a:pPr marL="342900" marR="0" lvl="0" indent="-342900" algn="l" defTabSz="914400" rtl="0" eaLnBrk="1" fontAlgn="base" latinLnBrk="0" hangingPunct="1">
              <a:lnSpc>
                <a:spcPct val="150000"/>
              </a:lnSpc>
              <a:spcBef>
                <a:spcPts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自己可以作为自己的子表</a:t>
            </a:r>
          </a:p>
          <a:p>
            <a:pPr marL="342900" marR="0" lvl="0" indent="-342900" algn="l" defTabSz="914400" rtl="0" eaLnBrk="1" fontAlgn="base" latinLnBrk="0" hangingPunct="1">
              <a:lnSpc>
                <a:spcPct val="150000"/>
              </a:lnSpc>
              <a:spcBef>
                <a:spcPts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FF0000"/>
                </a:solidFill>
                <a:effectLst/>
                <a:uLnTx/>
                <a:uFillTx/>
                <a:latin typeface="+mn-lt"/>
                <a:ea typeface="+mn-ea"/>
                <a:cs typeface="+mn-ea"/>
                <a:sym typeface="+mn-lt"/>
              </a:rPr>
              <a:t>可以为其他广义表所共享</a:t>
            </a:r>
          </a:p>
        </p:txBody>
      </p:sp>
      <p:sp>
        <p:nvSpPr>
          <p:cNvPr id="69636" name="Rectangle 4"/>
          <p:cNvSpPr>
            <a:spLocks noChangeArrowheads="1"/>
          </p:cNvSpPr>
          <p:nvPr/>
        </p:nvSpPr>
        <p:spPr bwMode="auto">
          <a:xfrm>
            <a:off x="806450" y="188913"/>
            <a:ext cx="47879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广义表的特点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95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95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95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95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895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895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8950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8950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8950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8950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8950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89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6" grpId="0" build="p"/>
      <p:bldP spid="789507"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3C7F6-0BFB-4C47-BDE4-4D2C14991331}"/>
              </a:ext>
            </a:extLst>
          </p:cNvPr>
          <p:cNvSpPr>
            <a:spLocks noGrp="1"/>
          </p:cNvSpPr>
          <p:nvPr>
            <p:ph type="title"/>
          </p:nvPr>
        </p:nvSpPr>
        <p:spPr/>
        <p:txBody>
          <a:bodyPr/>
          <a:lstStyle/>
          <a:p>
            <a:r>
              <a:rPr lang="zh-CN" altLang="en-US" dirty="0"/>
              <a:t>广义表的逻辑结构</a:t>
            </a:r>
          </a:p>
        </p:txBody>
      </p:sp>
      <p:grpSp>
        <p:nvGrpSpPr>
          <p:cNvPr id="106" name="Group 2">
            <a:extLst>
              <a:ext uri="{FF2B5EF4-FFF2-40B4-BE49-F238E27FC236}">
                <a16:creationId xmlns:a16="http://schemas.microsoft.com/office/drawing/2014/main" id="{98483807-E55D-4EA9-9B89-D2ECA18B5305}"/>
              </a:ext>
            </a:extLst>
          </p:cNvPr>
          <p:cNvGrpSpPr>
            <a:grpSpLocks/>
          </p:cNvGrpSpPr>
          <p:nvPr/>
        </p:nvGrpSpPr>
        <p:grpSpPr bwMode="auto">
          <a:xfrm>
            <a:off x="396863" y="821660"/>
            <a:ext cx="8351601" cy="6036340"/>
            <a:chOff x="343" y="222"/>
            <a:chExt cx="5005" cy="3632"/>
          </a:xfrm>
        </p:grpSpPr>
        <p:sp>
          <p:nvSpPr>
            <p:cNvPr id="107" name="Line 3">
              <a:extLst>
                <a:ext uri="{FF2B5EF4-FFF2-40B4-BE49-F238E27FC236}">
                  <a16:creationId xmlns:a16="http://schemas.microsoft.com/office/drawing/2014/main" id="{EF270B77-40E4-4B58-B91B-57E3EF3853A5}"/>
                </a:ext>
              </a:extLst>
            </p:cNvPr>
            <p:cNvSpPr>
              <a:spLocks noChangeShapeType="1"/>
            </p:cNvSpPr>
            <p:nvPr/>
          </p:nvSpPr>
          <p:spPr bwMode="auto">
            <a:xfrm flipH="1">
              <a:off x="3682" y="2867"/>
              <a:ext cx="199" cy="33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8" name="Oval 4">
              <a:extLst>
                <a:ext uri="{FF2B5EF4-FFF2-40B4-BE49-F238E27FC236}">
                  <a16:creationId xmlns:a16="http://schemas.microsoft.com/office/drawing/2014/main" id="{90247F86-3A54-4F42-9B5F-9C823CFD6909}"/>
                </a:ext>
              </a:extLst>
            </p:cNvPr>
            <p:cNvSpPr>
              <a:spLocks noChangeArrowheads="1"/>
            </p:cNvSpPr>
            <p:nvPr/>
          </p:nvSpPr>
          <p:spPr bwMode="auto">
            <a:xfrm>
              <a:off x="549" y="530"/>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9" name="Text Box 5">
              <a:extLst>
                <a:ext uri="{FF2B5EF4-FFF2-40B4-BE49-F238E27FC236}">
                  <a16:creationId xmlns:a16="http://schemas.microsoft.com/office/drawing/2014/main" id="{69FBDEDE-307B-4549-BA6D-6A763FB32433}"/>
                </a:ext>
              </a:extLst>
            </p:cNvPr>
            <p:cNvSpPr txBox="1">
              <a:spLocks noChangeArrowheads="1"/>
            </p:cNvSpPr>
            <p:nvPr/>
          </p:nvSpPr>
          <p:spPr bwMode="auto">
            <a:xfrm>
              <a:off x="495" y="226"/>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A</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nvGrpSpPr>
            <p:cNvPr id="110" name="Group 6">
              <a:extLst>
                <a:ext uri="{FF2B5EF4-FFF2-40B4-BE49-F238E27FC236}">
                  <a16:creationId xmlns:a16="http://schemas.microsoft.com/office/drawing/2014/main" id="{EB1F0DD4-4EA3-4D41-AA15-791669AE947D}"/>
                </a:ext>
              </a:extLst>
            </p:cNvPr>
            <p:cNvGrpSpPr>
              <a:grpSpLocks/>
            </p:cNvGrpSpPr>
            <p:nvPr/>
          </p:nvGrpSpPr>
          <p:grpSpPr bwMode="auto">
            <a:xfrm>
              <a:off x="1167" y="535"/>
              <a:ext cx="417" cy="494"/>
              <a:chOff x="949" y="465"/>
              <a:chExt cx="417" cy="494"/>
            </a:xfrm>
          </p:grpSpPr>
          <p:sp>
            <p:nvSpPr>
              <p:cNvPr id="204" name="Line 7">
                <a:extLst>
                  <a:ext uri="{FF2B5EF4-FFF2-40B4-BE49-F238E27FC236}">
                    <a16:creationId xmlns:a16="http://schemas.microsoft.com/office/drawing/2014/main" id="{02E84A3A-C834-490C-8A59-1FDAE3879C65}"/>
                  </a:ext>
                </a:extLst>
              </p:cNvPr>
              <p:cNvSpPr>
                <a:spLocks noChangeShapeType="1"/>
              </p:cNvSpPr>
              <p:nvPr/>
            </p:nvSpPr>
            <p:spPr bwMode="auto">
              <a:xfrm>
                <a:off x="1187" y="568"/>
                <a:ext cx="125" cy="27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05" name="Line 8">
                <a:extLst>
                  <a:ext uri="{FF2B5EF4-FFF2-40B4-BE49-F238E27FC236}">
                    <a16:creationId xmlns:a16="http://schemas.microsoft.com/office/drawing/2014/main" id="{16970F07-D9E5-4FFA-AB8F-32FD403414AF}"/>
                  </a:ext>
                </a:extLst>
              </p:cNvPr>
              <p:cNvSpPr>
                <a:spLocks noChangeShapeType="1"/>
              </p:cNvSpPr>
              <p:nvPr/>
            </p:nvSpPr>
            <p:spPr bwMode="auto">
              <a:xfrm flipH="1">
                <a:off x="1014" y="570"/>
                <a:ext cx="126" cy="26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06" name="Oval 9">
                <a:extLst>
                  <a:ext uri="{FF2B5EF4-FFF2-40B4-BE49-F238E27FC236}">
                    <a16:creationId xmlns:a16="http://schemas.microsoft.com/office/drawing/2014/main" id="{17E34EBC-93F5-44F3-8D6F-E907EE690C68}"/>
                  </a:ext>
                </a:extLst>
              </p:cNvPr>
              <p:cNvSpPr>
                <a:spLocks noChangeArrowheads="1"/>
              </p:cNvSpPr>
              <p:nvPr/>
            </p:nvSpPr>
            <p:spPr bwMode="auto">
              <a:xfrm>
                <a:off x="1093" y="465"/>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07" name="Rectangle 10">
                <a:extLst>
                  <a:ext uri="{FF2B5EF4-FFF2-40B4-BE49-F238E27FC236}">
                    <a16:creationId xmlns:a16="http://schemas.microsoft.com/office/drawing/2014/main" id="{5001D752-6E70-443B-A643-9F6AB5472F64}"/>
                  </a:ext>
                </a:extLst>
              </p:cNvPr>
              <p:cNvSpPr>
                <a:spLocks noChangeArrowheads="1"/>
              </p:cNvSpPr>
              <p:nvPr/>
            </p:nvSpPr>
            <p:spPr bwMode="auto">
              <a:xfrm>
                <a:off x="949" y="842"/>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08" name="Rectangle 11">
                <a:extLst>
                  <a:ext uri="{FF2B5EF4-FFF2-40B4-BE49-F238E27FC236}">
                    <a16:creationId xmlns:a16="http://schemas.microsoft.com/office/drawing/2014/main" id="{8EF67789-7152-4D08-8861-985FDCC9A4BA}"/>
                  </a:ext>
                </a:extLst>
              </p:cNvPr>
              <p:cNvSpPr>
                <a:spLocks noChangeArrowheads="1"/>
              </p:cNvSpPr>
              <p:nvPr/>
            </p:nvSpPr>
            <p:spPr bwMode="auto">
              <a:xfrm>
                <a:off x="1262" y="847"/>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grpSp>
        <p:sp>
          <p:nvSpPr>
            <p:cNvPr id="111" name="Text Box 12">
              <a:extLst>
                <a:ext uri="{FF2B5EF4-FFF2-40B4-BE49-F238E27FC236}">
                  <a16:creationId xmlns:a16="http://schemas.microsoft.com/office/drawing/2014/main" id="{691F3EA1-7D8F-488B-A2CA-FFF12B559AC2}"/>
                </a:ext>
              </a:extLst>
            </p:cNvPr>
            <p:cNvSpPr txBox="1">
              <a:spLocks noChangeArrowheads="1"/>
            </p:cNvSpPr>
            <p:nvPr/>
          </p:nvSpPr>
          <p:spPr bwMode="auto">
            <a:xfrm>
              <a:off x="1266" y="224"/>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B</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12" name="Text Box 13">
              <a:extLst>
                <a:ext uri="{FF2B5EF4-FFF2-40B4-BE49-F238E27FC236}">
                  <a16:creationId xmlns:a16="http://schemas.microsoft.com/office/drawing/2014/main" id="{B0437AFE-73D0-4136-9BC0-14C15383EA6D}"/>
                </a:ext>
              </a:extLst>
            </p:cNvPr>
            <p:cNvSpPr txBox="1">
              <a:spLocks noChangeArrowheads="1"/>
            </p:cNvSpPr>
            <p:nvPr/>
          </p:nvSpPr>
          <p:spPr bwMode="auto">
            <a:xfrm>
              <a:off x="2365" y="22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C</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13" name="Text Box 14">
              <a:extLst>
                <a:ext uri="{FF2B5EF4-FFF2-40B4-BE49-F238E27FC236}">
                  <a16:creationId xmlns:a16="http://schemas.microsoft.com/office/drawing/2014/main" id="{EE522F13-3A97-4F4A-B687-B77740C6462C}"/>
                </a:ext>
              </a:extLst>
            </p:cNvPr>
            <p:cNvSpPr txBox="1">
              <a:spLocks noChangeArrowheads="1"/>
            </p:cNvSpPr>
            <p:nvPr/>
          </p:nvSpPr>
          <p:spPr bwMode="auto">
            <a:xfrm>
              <a:off x="1111" y="973"/>
              <a:ext cx="5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u   v</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nvGrpSpPr>
            <p:cNvPr id="114" name="Group 15">
              <a:extLst>
                <a:ext uri="{FF2B5EF4-FFF2-40B4-BE49-F238E27FC236}">
                  <a16:creationId xmlns:a16="http://schemas.microsoft.com/office/drawing/2014/main" id="{C518BC2F-D878-419B-9CD1-6ACD95951F59}"/>
                </a:ext>
              </a:extLst>
            </p:cNvPr>
            <p:cNvGrpSpPr>
              <a:grpSpLocks/>
            </p:cNvGrpSpPr>
            <p:nvPr/>
          </p:nvGrpSpPr>
          <p:grpSpPr bwMode="auto">
            <a:xfrm>
              <a:off x="2181" y="533"/>
              <a:ext cx="791" cy="1144"/>
              <a:chOff x="2160" y="463"/>
              <a:chExt cx="791" cy="1144"/>
            </a:xfrm>
          </p:grpSpPr>
          <p:sp>
            <p:nvSpPr>
              <p:cNvPr id="191" name="Line 16">
                <a:extLst>
                  <a:ext uri="{FF2B5EF4-FFF2-40B4-BE49-F238E27FC236}">
                    <a16:creationId xmlns:a16="http://schemas.microsoft.com/office/drawing/2014/main" id="{2C4F16F6-1D04-4DE6-A1E6-3E60B89B10A5}"/>
                  </a:ext>
                </a:extLst>
              </p:cNvPr>
              <p:cNvSpPr>
                <a:spLocks noChangeShapeType="1"/>
              </p:cNvSpPr>
              <p:nvPr/>
            </p:nvSpPr>
            <p:spPr bwMode="auto">
              <a:xfrm flipH="1">
                <a:off x="2635" y="885"/>
                <a:ext cx="0" cy="36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2" name="Line 17">
                <a:extLst>
                  <a:ext uri="{FF2B5EF4-FFF2-40B4-BE49-F238E27FC236}">
                    <a16:creationId xmlns:a16="http://schemas.microsoft.com/office/drawing/2014/main" id="{60056F88-F22E-4766-A509-F34C55F62457}"/>
                  </a:ext>
                </a:extLst>
              </p:cNvPr>
              <p:cNvSpPr>
                <a:spLocks noChangeShapeType="1"/>
              </p:cNvSpPr>
              <p:nvPr/>
            </p:nvSpPr>
            <p:spPr bwMode="auto">
              <a:xfrm>
                <a:off x="2499" y="566"/>
                <a:ext cx="125" cy="27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3" name="Line 18">
                <a:extLst>
                  <a:ext uri="{FF2B5EF4-FFF2-40B4-BE49-F238E27FC236}">
                    <a16:creationId xmlns:a16="http://schemas.microsoft.com/office/drawing/2014/main" id="{83164935-D9B0-40D5-86D0-E882E6296E3B}"/>
                  </a:ext>
                </a:extLst>
              </p:cNvPr>
              <p:cNvSpPr>
                <a:spLocks noChangeShapeType="1"/>
              </p:cNvSpPr>
              <p:nvPr/>
            </p:nvSpPr>
            <p:spPr bwMode="auto">
              <a:xfrm flipH="1">
                <a:off x="2311" y="568"/>
                <a:ext cx="141" cy="26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4" name="Oval 19">
                <a:extLst>
                  <a:ext uri="{FF2B5EF4-FFF2-40B4-BE49-F238E27FC236}">
                    <a16:creationId xmlns:a16="http://schemas.microsoft.com/office/drawing/2014/main" id="{4CA0AB8A-3337-485B-BDCB-FEB0642CC1AA}"/>
                  </a:ext>
                </a:extLst>
              </p:cNvPr>
              <p:cNvSpPr>
                <a:spLocks noChangeArrowheads="1"/>
              </p:cNvSpPr>
              <p:nvPr/>
            </p:nvSpPr>
            <p:spPr bwMode="auto">
              <a:xfrm>
                <a:off x="2405" y="463"/>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5" name="Rectangle 20">
                <a:extLst>
                  <a:ext uri="{FF2B5EF4-FFF2-40B4-BE49-F238E27FC236}">
                    <a16:creationId xmlns:a16="http://schemas.microsoft.com/office/drawing/2014/main" id="{66644343-B6F8-4109-926A-4887DC0C9658}"/>
                  </a:ext>
                </a:extLst>
              </p:cNvPr>
              <p:cNvSpPr>
                <a:spLocks noChangeArrowheads="1"/>
              </p:cNvSpPr>
              <p:nvPr/>
            </p:nvSpPr>
            <p:spPr bwMode="auto">
              <a:xfrm>
                <a:off x="2233" y="840"/>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6" name="Rectangle 21">
                <a:extLst>
                  <a:ext uri="{FF2B5EF4-FFF2-40B4-BE49-F238E27FC236}">
                    <a16:creationId xmlns:a16="http://schemas.microsoft.com/office/drawing/2014/main" id="{3510158D-4498-44C4-B1EE-D74897DB8032}"/>
                  </a:ext>
                </a:extLst>
              </p:cNvPr>
              <p:cNvSpPr>
                <a:spLocks noChangeArrowheads="1"/>
              </p:cNvSpPr>
              <p:nvPr/>
            </p:nvSpPr>
            <p:spPr bwMode="auto">
              <a:xfrm>
                <a:off x="2781" y="1230"/>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7" name="Line 22">
                <a:extLst>
                  <a:ext uri="{FF2B5EF4-FFF2-40B4-BE49-F238E27FC236}">
                    <a16:creationId xmlns:a16="http://schemas.microsoft.com/office/drawing/2014/main" id="{24FFA320-E665-4018-BE5F-39892531D44C}"/>
                  </a:ext>
                </a:extLst>
              </p:cNvPr>
              <p:cNvSpPr>
                <a:spLocks noChangeShapeType="1"/>
              </p:cNvSpPr>
              <p:nvPr/>
            </p:nvSpPr>
            <p:spPr bwMode="auto">
              <a:xfrm>
                <a:off x="2672" y="931"/>
                <a:ext cx="154"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8" name="Line 23">
                <a:extLst>
                  <a:ext uri="{FF2B5EF4-FFF2-40B4-BE49-F238E27FC236}">
                    <a16:creationId xmlns:a16="http://schemas.microsoft.com/office/drawing/2014/main" id="{048B736E-E1B9-484A-8ACD-0306348CBE03}"/>
                  </a:ext>
                </a:extLst>
              </p:cNvPr>
              <p:cNvSpPr>
                <a:spLocks noChangeShapeType="1"/>
              </p:cNvSpPr>
              <p:nvPr/>
            </p:nvSpPr>
            <p:spPr bwMode="auto">
              <a:xfrm flipH="1">
                <a:off x="2441" y="933"/>
                <a:ext cx="163"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9" name="Oval 24">
                <a:extLst>
                  <a:ext uri="{FF2B5EF4-FFF2-40B4-BE49-F238E27FC236}">
                    <a16:creationId xmlns:a16="http://schemas.microsoft.com/office/drawing/2014/main" id="{887AE434-1C71-468B-80F3-12A489EDD7FE}"/>
                  </a:ext>
                </a:extLst>
              </p:cNvPr>
              <p:cNvSpPr>
                <a:spLocks noChangeArrowheads="1"/>
              </p:cNvSpPr>
              <p:nvPr/>
            </p:nvSpPr>
            <p:spPr bwMode="auto">
              <a:xfrm>
                <a:off x="2564" y="828"/>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00" name="Rectangle 25">
                <a:extLst>
                  <a:ext uri="{FF2B5EF4-FFF2-40B4-BE49-F238E27FC236}">
                    <a16:creationId xmlns:a16="http://schemas.microsoft.com/office/drawing/2014/main" id="{5F5C73F4-166D-4E91-8C43-A69E48B173B7}"/>
                  </a:ext>
                </a:extLst>
              </p:cNvPr>
              <p:cNvSpPr>
                <a:spLocks noChangeArrowheads="1"/>
              </p:cNvSpPr>
              <p:nvPr/>
            </p:nvSpPr>
            <p:spPr bwMode="auto">
              <a:xfrm>
                <a:off x="2388" y="1228"/>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01" name="Rectangle 26">
                <a:extLst>
                  <a:ext uri="{FF2B5EF4-FFF2-40B4-BE49-F238E27FC236}">
                    <a16:creationId xmlns:a16="http://schemas.microsoft.com/office/drawing/2014/main" id="{D4EAE5C6-4944-4B5B-ABCB-CB69A158E96A}"/>
                  </a:ext>
                </a:extLst>
              </p:cNvPr>
              <p:cNvSpPr>
                <a:spLocks noChangeArrowheads="1"/>
              </p:cNvSpPr>
              <p:nvPr/>
            </p:nvSpPr>
            <p:spPr bwMode="auto">
              <a:xfrm>
                <a:off x="2578" y="1233"/>
                <a:ext cx="104" cy="105"/>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202" name="Text Box 27">
                <a:extLst>
                  <a:ext uri="{FF2B5EF4-FFF2-40B4-BE49-F238E27FC236}">
                    <a16:creationId xmlns:a16="http://schemas.microsoft.com/office/drawing/2014/main" id="{BE774FB2-8D46-4479-B6D5-07609D6C7407}"/>
                  </a:ext>
                </a:extLst>
              </p:cNvPr>
              <p:cNvSpPr txBox="1">
                <a:spLocks noChangeArrowheads="1"/>
              </p:cNvSpPr>
              <p:nvPr/>
            </p:nvSpPr>
            <p:spPr bwMode="auto">
              <a:xfrm>
                <a:off x="2160" y="88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a</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203" name="Text Box 28">
                <a:extLst>
                  <a:ext uri="{FF2B5EF4-FFF2-40B4-BE49-F238E27FC236}">
                    <a16:creationId xmlns:a16="http://schemas.microsoft.com/office/drawing/2014/main" id="{7F9B61A9-5A94-4D46-980D-4B005602C80E}"/>
                  </a:ext>
                </a:extLst>
              </p:cNvPr>
              <p:cNvSpPr txBox="1">
                <a:spLocks noChangeArrowheads="1"/>
              </p:cNvSpPr>
              <p:nvPr/>
            </p:nvSpPr>
            <p:spPr bwMode="auto">
              <a:xfrm>
                <a:off x="2313" y="1280"/>
                <a:ext cx="6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x  y  z</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sp>
          <p:nvSpPr>
            <p:cNvPr id="115" name="Text Box 29">
              <a:extLst>
                <a:ext uri="{FF2B5EF4-FFF2-40B4-BE49-F238E27FC236}">
                  <a16:creationId xmlns:a16="http://schemas.microsoft.com/office/drawing/2014/main" id="{7D450461-A4F5-4B3E-8A55-FF40069640F8}"/>
                </a:ext>
              </a:extLst>
            </p:cNvPr>
            <p:cNvSpPr txBox="1">
              <a:spLocks noChangeArrowheads="1"/>
            </p:cNvSpPr>
            <p:nvPr/>
          </p:nvSpPr>
          <p:spPr bwMode="auto">
            <a:xfrm>
              <a:off x="4180" y="248"/>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D</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nvGrpSpPr>
            <p:cNvPr id="116" name="Group 30">
              <a:extLst>
                <a:ext uri="{FF2B5EF4-FFF2-40B4-BE49-F238E27FC236}">
                  <a16:creationId xmlns:a16="http://schemas.microsoft.com/office/drawing/2014/main" id="{E21F1A1B-C477-421A-9E85-27E9FF46578A}"/>
                </a:ext>
              </a:extLst>
            </p:cNvPr>
            <p:cNvGrpSpPr>
              <a:grpSpLocks/>
            </p:cNvGrpSpPr>
            <p:nvPr/>
          </p:nvGrpSpPr>
          <p:grpSpPr bwMode="auto">
            <a:xfrm>
              <a:off x="3478" y="544"/>
              <a:ext cx="1870" cy="1510"/>
              <a:chOff x="3457" y="474"/>
              <a:chExt cx="1870" cy="1510"/>
            </a:xfrm>
          </p:grpSpPr>
          <p:sp>
            <p:nvSpPr>
              <p:cNvPr id="162" name="Line 31">
                <a:extLst>
                  <a:ext uri="{FF2B5EF4-FFF2-40B4-BE49-F238E27FC236}">
                    <a16:creationId xmlns:a16="http://schemas.microsoft.com/office/drawing/2014/main" id="{8648DA74-3C68-47F2-AB19-012A0F27CCB6}"/>
                  </a:ext>
                </a:extLst>
              </p:cNvPr>
              <p:cNvSpPr>
                <a:spLocks noChangeShapeType="1"/>
              </p:cNvSpPr>
              <p:nvPr/>
            </p:nvSpPr>
            <p:spPr bwMode="auto">
              <a:xfrm flipH="1">
                <a:off x="3822" y="585"/>
                <a:ext cx="437" cy="274"/>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3" name="Line 32">
                <a:extLst>
                  <a:ext uri="{FF2B5EF4-FFF2-40B4-BE49-F238E27FC236}">
                    <a16:creationId xmlns:a16="http://schemas.microsoft.com/office/drawing/2014/main" id="{7D7B9077-AD4B-458A-B81F-1CE99EFC30AA}"/>
                  </a:ext>
                </a:extLst>
              </p:cNvPr>
              <p:cNvSpPr>
                <a:spLocks noChangeShapeType="1"/>
              </p:cNvSpPr>
              <p:nvPr/>
            </p:nvSpPr>
            <p:spPr bwMode="auto">
              <a:xfrm>
                <a:off x="4340" y="578"/>
                <a:ext cx="608"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4" name="Line 33">
                <a:extLst>
                  <a:ext uri="{FF2B5EF4-FFF2-40B4-BE49-F238E27FC236}">
                    <a16:creationId xmlns:a16="http://schemas.microsoft.com/office/drawing/2014/main" id="{FE9F281A-6A12-49B4-AB99-027EED3D0A6F}"/>
                  </a:ext>
                </a:extLst>
              </p:cNvPr>
              <p:cNvSpPr>
                <a:spLocks noChangeShapeType="1"/>
              </p:cNvSpPr>
              <p:nvPr/>
            </p:nvSpPr>
            <p:spPr bwMode="auto">
              <a:xfrm>
                <a:off x="4296" y="593"/>
                <a:ext cx="81" cy="237"/>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5" name="Oval 34">
                <a:extLst>
                  <a:ext uri="{FF2B5EF4-FFF2-40B4-BE49-F238E27FC236}">
                    <a16:creationId xmlns:a16="http://schemas.microsoft.com/office/drawing/2014/main" id="{102B1D0B-50D8-47AD-9DB4-F4CAC1FE6B31}"/>
                  </a:ext>
                </a:extLst>
              </p:cNvPr>
              <p:cNvSpPr>
                <a:spLocks noChangeArrowheads="1"/>
              </p:cNvSpPr>
              <p:nvPr/>
            </p:nvSpPr>
            <p:spPr bwMode="auto">
              <a:xfrm>
                <a:off x="4223" y="474"/>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grpSp>
            <p:nvGrpSpPr>
              <p:cNvPr id="166" name="Group 35">
                <a:extLst>
                  <a:ext uri="{FF2B5EF4-FFF2-40B4-BE49-F238E27FC236}">
                    <a16:creationId xmlns:a16="http://schemas.microsoft.com/office/drawing/2014/main" id="{5563B966-AD57-4B78-A7CE-C72D92B74BB3}"/>
                  </a:ext>
                </a:extLst>
              </p:cNvPr>
              <p:cNvGrpSpPr>
                <a:grpSpLocks/>
              </p:cNvGrpSpPr>
              <p:nvPr/>
            </p:nvGrpSpPr>
            <p:grpSpPr bwMode="auto">
              <a:xfrm>
                <a:off x="3546" y="835"/>
                <a:ext cx="417" cy="494"/>
                <a:chOff x="949" y="465"/>
                <a:chExt cx="417" cy="494"/>
              </a:xfrm>
            </p:grpSpPr>
            <p:sp>
              <p:nvSpPr>
                <p:cNvPr id="186" name="Line 36">
                  <a:extLst>
                    <a:ext uri="{FF2B5EF4-FFF2-40B4-BE49-F238E27FC236}">
                      <a16:creationId xmlns:a16="http://schemas.microsoft.com/office/drawing/2014/main" id="{C4E24B9A-EBD7-4D27-BBEE-4ED9A6882565}"/>
                    </a:ext>
                  </a:extLst>
                </p:cNvPr>
                <p:cNvSpPr>
                  <a:spLocks noChangeShapeType="1"/>
                </p:cNvSpPr>
                <p:nvPr/>
              </p:nvSpPr>
              <p:spPr bwMode="auto">
                <a:xfrm>
                  <a:off x="1187" y="568"/>
                  <a:ext cx="125" cy="27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7" name="Line 37">
                  <a:extLst>
                    <a:ext uri="{FF2B5EF4-FFF2-40B4-BE49-F238E27FC236}">
                      <a16:creationId xmlns:a16="http://schemas.microsoft.com/office/drawing/2014/main" id="{96DCDC09-D4EC-40FA-88B8-E6D2B418D7E0}"/>
                    </a:ext>
                  </a:extLst>
                </p:cNvPr>
                <p:cNvSpPr>
                  <a:spLocks noChangeShapeType="1"/>
                </p:cNvSpPr>
                <p:nvPr/>
              </p:nvSpPr>
              <p:spPr bwMode="auto">
                <a:xfrm flipH="1">
                  <a:off x="1014" y="570"/>
                  <a:ext cx="126" cy="26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8" name="Oval 38">
                  <a:extLst>
                    <a:ext uri="{FF2B5EF4-FFF2-40B4-BE49-F238E27FC236}">
                      <a16:creationId xmlns:a16="http://schemas.microsoft.com/office/drawing/2014/main" id="{B1093E5C-EFD7-4C04-A59F-A70149A5E8D9}"/>
                    </a:ext>
                  </a:extLst>
                </p:cNvPr>
                <p:cNvSpPr>
                  <a:spLocks noChangeArrowheads="1"/>
                </p:cNvSpPr>
                <p:nvPr/>
              </p:nvSpPr>
              <p:spPr bwMode="auto">
                <a:xfrm>
                  <a:off x="1093" y="465"/>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9" name="Rectangle 39">
                  <a:extLst>
                    <a:ext uri="{FF2B5EF4-FFF2-40B4-BE49-F238E27FC236}">
                      <a16:creationId xmlns:a16="http://schemas.microsoft.com/office/drawing/2014/main" id="{4E3BF685-FD90-4594-B2C4-9AF3737603EC}"/>
                    </a:ext>
                  </a:extLst>
                </p:cNvPr>
                <p:cNvSpPr>
                  <a:spLocks noChangeArrowheads="1"/>
                </p:cNvSpPr>
                <p:nvPr/>
              </p:nvSpPr>
              <p:spPr bwMode="auto">
                <a:xfrm>
                  <a:off x="949" y="842"/>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0" name="Rectangle 40">
                  <a:extLst>
                    <a:ext uri="{FF2B5EF4-FFF2-40B4-BE49-F238E27FC236}">
                      <a16:creationId xmlns:a16="http://schemas.microsoft.com/office/drawing/2014/main" id="{71D730BD-3EC6-4612-9AEF-290E6E76C4DF}"/>
                    </a:ext>
                  </a:extLst>
                </p:cNvPr>
                <p:cNvSpPr>
                  <a:spLocks noChangeArrowheads="1"/>
                </p:cNvSpPr>
                <p:nvPr/>
              </p:nvSpPr>
              <p:spPr bwMode="auto">
                <a:xfrm>
                  <a:off x="1262" y="847"/>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grpSp>
          <p:sp>
            <p:nvSpPr>
              <p:cNvPr id="167" name="Text Box 41">
                <a:extLst>
                  <a:ext uri="{FF2B5EF4-FFF2-40B4-BE49-F238E27FC236}">
                    <a16:creationId xmlns:a16="http://schemas.microsoft.com/office/drawing/2014/main" id="{A0DC5B12-B579-47C7-A3ED-B93FA4027642}"/>
                  </a:ext>
                </a:extLst>
              </p:cNvPr>
              <p:cNvSpPr txBox="1">
                <a:spLocks noChangeArrowheads="1"/>
              </p:cNvSpPr>
              <p:nvPr/>
            </p:nvSpPr>
            <p:spPr bwMode="auto">
              <a:xfrm>
                <a:off x="3490" y="1273"/>
                <a:ext cx="5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u   v</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nvGrpSpPr>
              <p:cNvPr id="168" name="Group 42">
                <a:extLst>
                  <a:ext uri="{FF2B5EF4-FFF2-40B4-BE49-F238E27FC236}">
                    <a16:creationId xmlns:a16="http://schemas.microsoft.com/office/drawing/2014/main" id="{66A058A4-8302-4009-9974-F582BF69F9EA}"/>
                  </a:ext>
                </a:extLst>
              </p:cNvPr>
              <p:cNvGrpSpPr>
                <a:grpSpLocks/>
              </p:cNvGrpSpPr>
              <p:nvPr/>
            </p:nvGrpSpPr>
            <p:grpSpPr bwMode="auto">
              <a:xfrm>
                <a:off x="4071" y="840"/>
                <a:ext cx="791" cy="1144"/>
                <a:chOff x="2160" y="463"/>
                <a:chExt cx="791" cy="1144"/>
              </a:xfrm>
            </p:grpSpPr>
            <p:sp>
              <p:nvSpPr>
                <p:cNvPr id="173" name="Line 43">
                  <a:extLst>
                    <a:ext uri="{FF2B5EF4-FFF2-40B4-BE49-F238E27FC236}">
                      <a16:creationId xmlns:a16="http://schemas.microsoft.com/office/drawing/2014/main" id="{F14B5F29-46D8-4D30-B235-49F8A650F65D}"/>
                    </a:ext>
                  </a:extLst>
                </p:cNvPr>
                <p:cNvSpPr>
                  <a:spLocks noChangeShapeType="1"/>
                </p:cNvSpPr>
                <p:nvPr/>
              </p:nvSpPr>
              <p:spPr bwMode="auto">
                <a:xfrm flipH="1">
                  <a:off x="2635" y="885"/>
                  <a:ext cx="0" cy="36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4" name="Line 44">
                  <a:extLst>
                    <a:ext uri="{FF2B5EF4-FFF2-40B4-BE49-F238E27FC236}">
                      <a16:creationId xmlns:a16="http://schemas.microsoft.com/office/drawing/2014/main" id="{F8E20284-9A8E-460B-AD03-8EFD0F904849}"/>
                    </a:ext>
                  </a:extLst>
                </p:cNvPr>
                <p:cNvSpPr>
                  <a:spLocks noChangeShapeType="1"/>
                </p:cNvSpPr>
                <p:nvPr/>
              </p:nvSpPr>
              <p:spPr bwMode="auto">
                <a:xfrm>
                  <a:off x="2499" y="566"/>
                  <a:ext cx="125" cy="27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5" name="Line 45">
                  <a:extLst>
                    <a:ext uri="{FF2B5EF4-FFF2-40B4-BE49-F238E27FC236}">
                      <a16:creationId xmlns:a16="http://schemas.microsoft.com/office/drawing/2014/main" id="{074A8F85-E3C6-4D7A-BF75-715C1DFA8A6C}"/>
                    </a:ext>
                  </a:extLst>
                </p:cNvPr>
                <p:cNvSpPr>
                  <a:spLocks noChangeShapeType="1"/>
                </p:cNvSpPr>
                <p:nvPr/>
              </p:nvSpPr>
              <p:spPr bwMode="auto">
                <a:xfrm flipH="1">
                  <a:off x="2311" y="568"/>
                  <a:ext cx="141" cy="26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6" name="Oval 46">
                  <a:extLst>
                    <a:ext uri="{FF2B5EF4-FFF2-40B4-BE49-F238E27FC236}">
                      <a16:creationId xmlns:a16="http://schemas.microsoft.com/office/drawing/2014/main" id="{B5ABB5FE-ABBA-4D73-A795-75F6BEC6FDFA}"/>
                    </a:ext>
                  </a:extLst>
                </p:cNvPr>
                <p:cNvSpPr>
                  <a:spLocks noChangeArrowheads="1"/>
                </p:cNvSpPr>
                <p:nvPr/>
              </p:nvSpPr>
              <p:spPr bwMode="auto">
                <a:xfrm>
                  <a:off x="2405" y="463"/>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7" name="Rectangle 47">
                  <a:extLst>
                    <a:ext uri="{FF2B5EF4-FFF2-40B4-BE49-F238E27FC236}">
                      <a16:creationId xmlns:a16="http://schemas.microsoft.com/office/drawing/2014/main" id="{CF2C19A3-C131-44DF-A9AB-702E07842188}"/>
                    </a:ext>
                  </a:extLst>
                </p:cNvPr>
                <p:cNvSpPr>
                  <a:spLocks noChangeArrowheads="1"/>
                </p:cNvSpPr>
                <p:nvPr/>
              </p:nvSpPr>
              <p:spPr bwMode="auto">
                <a:xfrm>
                  <a:off x="2233" y="840"/>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8" name="Rectangle 48">
                  <a:extLst>
                    <a:ext uri="{FF2B5EF4-FFF2-40B4-BE49-F238E27FC236}">
                      <a16:creationId xmlns:a16="http://schemas.microsoft.com/office/drawing/2014/main" id="{D3AAF7A0-CD96-4C01-99B1-49E39DE9BACE}"/>
                    </a:ext>
                  </a:extLst>
                </p:cNvPr>
                <p:cNvSpPr>
                  <a:spLocks noChangeArrowheads="1"/>
                </p:cNvSpPr>
                <p:nvPr/>
              </p:nvSpPr>
              <p:spPr bwMode="auto">
                <a:xfrm>
                  <a:off x="2781" y="1230"/>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9" name="Line 49">
                  <a:extLst>
                    <a:ext uri="{FF2B5EF4-FFF2-40B4-BE49-F238E27FC236}">
                      <a16:creationId xmlns:a16="http://schemas.microsoft.com/office/drawing/2014/main" id="{F11A78AE-74A6-411C-BFC6-0422CAC1D89E}"/>
                    </a:ext>
                  </a:extLst>
                </p:cNvPr>
                <p:cNvSpPr>
                  <a:spLocks noChangeShapeType="1"/>
                </p:cNvSpPr>
                <p:nvPr/>
              </p:nvSpPr>
              <p:spPr bwMode="auto">
                <a:xfrm>
                  <a:off x="2672" y="931"/>
                  <a:ext cx="154"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0" name="Line 50">
                  <a:extLst>
                    <a:ext uri="{FF2B5EF4-FFF2-40B4-BE49-F238E27FC236}">
                      <a16:creationId xmlns:a16="http://schemas.microsoft.com/office/drawing/2014/main" id="{AD73493C-F418-449D-A125-E591F4A03308}"/>
                    </a:ext>
                  </a:extLst>
                </p:cNvPr>
                <p:cNvSpPr>
                  <a:spLocks noChangeShapeType="1"/>
                </p:cNvSpPr>
                <p:nvPr/>
              </p:nvSpPr>
              <p:spPr bwMode="auto">
                <a:xfrm flipH="1">
                  <a:off x="2441" y="933"/>
                  <a:ext cx="163"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1" name="Oval 51">
                  <a:extLst>
                    <a:ext uri="{FF2B5EF4-FFF2-40B4-BE49-F238E27FC236}">
                      <a16:creationId xmlns:a16="http://schemas.microsoft.com/office/drawing/2014/main" id="{8C081E13-20C2-44DC-BDC5-58904AA90570}"/>
                    </a:ext>
                  </a:extLst>
                </p:cNvPr>
                <p:cNvSpPr>
                  <a:spLocks noChangeArrowheads="1"/>
                </p:cNvSpPr>
                <p:nvPr/>
              </p:nvSpPr>
              <p:spPr bwMode="auto">
                <a:xfrm>
                  <a:off x="2564" y="828"/>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2" name="Rectangle 52">
                  <a:extLst>
                    <a:ext uri="{FF2B5EF4-FFF2-40B4-BE49-F238E27FC236}">
                      <a16:creationId xmlns:a16="http://schemas.microsoft.com/office/drawing/2014/main" id="{27C33E3A-76AF-4B91-A99B-F4B897C53B99}"/>
                    </a:ext>
                  </a:extLst>
                </p:cNvPr>
                <p:cNvSpPr>
                  <a:spLocks noChangeArrowheads="1"/>
                </p:cNvSpPr>
                <p:nvPr/>
              </p:nvSpPr>
              <p:spPr bwMode="auto">
                <a:xfrm>
                  <a:off x="2388" y="1228"/>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3" name="Rectangle 53">
                  <a:extLst>
                    <a:ext uri="{FF2B5EF4-FFF2-40B4-BE49-F238E27FC236}">
                      <a16:creationId xmlns:a16="http://schemas.microsoft.com/office/drawing/2014/main" id="{56EF4589-96D4-4D36-93A3-07082EC13A97}"/>
                    </a:ext>
                  </a:extLst>
                </p:cNvPr>
                <p:cNvSpPr>
                  <a:spLocks noChangeArrowheads="1"/>
                </p:cNvSpPr>
                <p:nvPr/>
              </p:nvSpPr>
              <p:spPr bwMode="auto">
                <a:xfrm>
                  <a:off x="2578" y="1233"/>
                  <a:ext cx="104" cy="105"/>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4" name="Text Box 54">
                  <a:extLst>
                    <a:ext uri="{FF2B5EF4-FFF2-40B4-BE49-F238E27FC236}">
                      <a16:creationId xmlns:a16="http://schemas.microsoft.com/office/drawing/2014/main" id="{3E6DE419-C247-4668-BA13-CDE0C31595FB}"/>
                    </a:ext>
                  </a:extLst>
                </p:cNvPr>
                <p:cNvSpPr txBox="1">
                  <a:spLocks noChangeArrowheads="1"/>
                </p:cNvSpPr>
                <p:nvPr/>
              </p:nvSpPr>
              <p:spPr bwMode="auto">
                <a:xfrm>
                  <a:off x="2160" y="88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a</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85" name="Text Box 55">
                  <a:extLst>
                    <a:ext uri="{FF2B5EF4-FFF2-40B4-BE49-F238E27FC236}">
                      <a16:creationId xmlns:a16="http://schemas.microsoft.com/office/drawing/2014/main" id="{1322B6A9-82E2-4C4A-9E9B-B29DA67E0D79}"/>
                    </a:ext>
                  </a:extLst>
                </p:cNvPr>
                <p:cNvSpPr txBox="1">
                  <a:spLocks noChangeArrowheads="1"/>
                </p:cNvSpPr>
                <p:nvPr/>
              </p:nvSpPr>
              <p:spPr bwMode="auto">
                <a:xfrm>
                  <a:off x="2313" y="1280"/>
                  <a:ext cx="6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x  y  z</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sp>
            <p:nvSpPr>
              <p:cNvPr id="169" name="Oval 56">
                <a:extLst>
                  <a:ext uri="{FF2B5EF4-FFF2-40B4-BE49-F238E27FC236}">
                    <a16:creationId xmlns:a16="http://schemas.microsoft.com/office/drawing/2014/main" id="{A530E239-1B9D-43DB-831D-557FE897DF0B}"/>
                  </a:ext>
                </a:extLst>
              </p:cNvPr>
              <p:cNvSpPr>
                <a:spLocks noChangeArrowheads="1"/>
              </p:cNvSpPr>
              <p:nvPr/>
            </p:nvSpPr>
            <p:spPr bwMode="auto">
              <a:xfrm>
                <a:off x="4926" y="836"/>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0" name="Text Box 57">
                <a:extLst>
                  <a:ext uri="{FF2B5EF4-FFF2-40B4-BE49-F238E27FC236}">
                    <a16:creationId xmlns:a16="http://schemas.microsoft.com/office/drawing/2014/main" id="{4BDCB55B-ADDF-4573-8B95-3F23CEBED042}"/>
                  </a:ext>
                </a:extLst>
              </p:cNvPr>
              <p:cNvSpPr txBox="1">
                <a:spLocks noChangeArrowheads="1"/>
              </p:cNvSpPr>
              <p:nvPr/>
            </p:nvSpPr>
            <p:spPr bwMode="auto">
              <a:xfrm>
                <a:off x="3457" y="647"/>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B</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71" name="Text Box 58">
                <a:extLst>
                  <a:ext uri="{FF2B5EF4-FFF2-40B4-BE49-F238E27FC236}">
                    <a16:creationId xmlns:a16="http://schemas.microsoft.com/office/drawing/2014/main" id="{7C38ACC3-056B-413D-AEBC-6F11C4D92665}"/>
                  </a:ext>
                </a:extLst>
              </p:cNvPr>
              <p:cNvSpPr txBox="1">
                <a:spLocks noChangeArrowheads="1"/>
              </p:cNvSpPr>
              <p:nvPr/>
            </p:nvSpPr>
            <p:spPr bwMode="auto">
              <a:xfrm>
                <a:off x="4080" y="657"/>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C</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72" name="Text Box 59">
                <a:extLst>
                  <a:ext uri="{FF2B5EF4-FFF2-40B4-BE49-F238E27FC236}">
                    <a16:creationId xmlns:a16="http://schemas.microsoft.com/office/drawing/2014/main" id="{21A1D5F2-C7D1-4E4D-8189-C146D7177D06}"/>
                  </a:ext>
                </a:extLst>
              </p:cNvPr>
              <p:cNvSpPr txBox="1">
                <a:spLocks noChangeArrowheads="1"/>
              </p:cNvSpPr>
              <p:nvPr/>
            </p:nvSpPr>
            <p:spPr bwMode="auto">
              <a:xfrm>
                <a:off x="5049" y="67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A</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grpSp>
          <p:nvGrpSpPr>
            <p:cNvPr id="117" name="Group 60">
              <a:extLst>
                <a:ext uri="{FF2B5EF4-FFF2-40B4-BE49-F238E27FC236}">
                  <a16:creationId xmlns:a16="http://schemas.microsoft.com/office/drawing/2014/main" id="{4C97FCF7-4955-437E-B32E-0FFFBF95DF1E}"/>
                </a:ext>
              </a:extLst>
            </p:cNvPr>
            <p:cNvGrpSpPr>
              <a:grpSpLocks/>
            </p:cNvGrpSpPr>
            <p:nvPr/>
          </p:nvGrpSpPr>
          <p:grpSpPr bwMode="auto">
            <a:xfrm>
              <a:off x="647" y="1657"/>
              <a:ext cx="2094" cy="2197"/>
              <a:chOff x="612" y="1496"/>
              <a:chExt cx="2094" cy="2197"/>
            </a:xfrm>
          </p:grpSpPr>
          <p:sp>
            <p:nvSpPr>
              <p:cNvPr id="128" name="Line 61">
                <a:extLst>
                  <a:ext uri="{FF2B5EF4-FFF2-40B4-BE49-F238E27FC236}">
                    <a16:creationId xmlns:a16="http://schemas.microsoft.com/office/drawing/2014/main" id="{9FB5FAEF-3BFF-4C8F-9162-A8501B116F0B}"/>
                  </a:ext>
                </a:extLst>
              </p:cNvPr>
              <p:cNvSpPr>
                <a:spLocks noChangeShapeType="1"/>
              </p:cNvSpPr>
              <p:nvPr/>
            </p:nvSpPr>
            <p:spPr bwMode="auto">
              <a:xfrm>
                <a:off x="1325" y="1904"/>
                <a:ext cx="326" cy="289"/>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9" name="Line 62">
                <a:extLst>
                  <a:ext uri="{FF2B5EF4-FFF2-40B4-BE49-F238E27FC236}">
                    <a16:creationId xmlns:a16="http://schemas.microsoft.com/office/drawing/2014/main" id="{61DE11C7-4D88-4A33-AABC-049B50558A4C}"/>
                  </a:ext>
                </a:extLst>
              </p:cNvPr>
              <p:cNvSpPr>
                <a:spLocks noChangeShapeType="1"/>
              </p:cNvSpPr>
              <p:nvPr/>
            </p:nvSpPr>
            <p:spPr bwMode="auto">
              <a:xfrm flipH="1">
                <a:off x="955" y="1904"/>
                <a:ext cx="326" cy="289"/>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0" name="Line 63">
                <a:extLst>
                  <a:ext uri="{FF2B5EF4-FFF2-40B4-BE49-F238E27FC236}">
                    <a16:creationId xmlns:a16="http://schemas.microsoft.com/office/drawing/2014/main" id="{AA1047A5-0ED7-41F9-9D1D-B200A6E91210}"/>
                  </a:ext>
                </a:extLst>
              </p:cNvPr>
              <p:cNvSpPr>
                <a:spLocks noChangeShapeType="1"/>
              </p:cNvSpPr>
              <p:nvPr/>
            </p:nvSpPr>
            <p:spPr bwMode="auto">
              <a:xfrm flipH="1" flipV="1">
                <a:off x="994" y="2250"/>
                <a:ext cx="644" cy="7"/>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1" name="Line 64">
                <a:extLst>
                  <a:ext uri="{FF2B5EF4-FFF2-40B4-BE49-F238E27FC236}">
                    <a16:creationId xmlns:a16="http://schemas.microsoft.com/office/drawing/2014/main" id="{30B35B5E-CF48-432F-AC8F-9255C5C2A6F8}"/>
                  </a:ext>
                </a:extLst>
              </p:cNvPr>
              <p:cNvSpPr>
                <a:spLocks noChangeShapeType="1"/>
              </p:cNvSpPr>
              <p:nvPr/>
            </p:nvSpPr>
            <p:spPr bwMode="auto">
              <a:xfrm>
                <a:off x="1719" y="2287"/>
                <a:ext cx="608"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2" name="Line 65">
                <a:extLst>
                  <a:ext uri="{FF2B5EF4-FFF2-40B4-BE49-F238E27FC236}">
                    <a16:creationId xmlns:a16="http://schemas.microsoft.com/office/drawing/2014/main" id="{0088909D-CB05-4447-8087-FD16DE3D9B58}"/>
                  </a:ext>
                </a:extLst>
              </p:cNvPr>
              <p:cNvSpPr>
                <a:spLocks noChangeShapeType="1"/>
              </p:cNvSpPr>
              <p:nvPr/>
            </p:nvSpPr>
            <p:spPr bwMode="auto">
              <a:xfrm>
                <a:off x="1675" y="2302"/>
                <a:ext cx="81" cy="237"/>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3" name="Oval 66">
                <a:extLst>
                  <a:ext uri="{FF2B5EF4-FFF2-40B4-BE49-F238E27FC236}">
                    <a16:creationId xmlns:a16="http://schemas.microsoft.com/office/drawing/2014/main" id="{6DB3F1B0-8797-4179-BF45-29270E24FFA0}"/>
                  </a:ext>
                </a:extLst>
              </p:cNvPr>
              <p:cNvSpPr>
                <a:spLocks noChangeArrowheads="1"/>
              </p:cNvSpPr>
              <p:nvPr/>
            </p:nvSpPr>
            <p:spPr bwMode="auto">
              <a:xfrm>
                <a:off x="1602" y="2183"/>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grpSp>
            <p:nvGrpSpPr>
              <p:cNvPr id="134" name="Group 67">
                <a:extLst>
                  <a:ext uri="{FF2B5EF4-FFF2-40B4-BE49-F238E27FC236}">
                    <a16:creationId xmlns:a16="http://schemas.microsoft.com/office/drawing/2014/main" id="{F924D5F4-0FAB-4D7C-932F-62C42709325E}"/>
                  </a:ext>
                </a:extLst>
              </p:cNvPr>
              <p:cNvGrpSpPr>
                <a:grpSpLocks/>
              </p:cNvGrpSpPr>
              <p:nvPr/>
            </p:nvGrpSpPr>
            <p:grpSpPr bwMode="auto">
              <a:xfrm>
                <a:off x="701" y="2180"/>
                <a:ext cx="417" cy="494"/>
                <a:chOff x="949" y="465"/>
                <a:chExt cx="417" cy="494"/>
              </a:xfrm>
            </p:grpSpPr>
            <p:sp>
              <p:nvSpPr>
                <p:cNvPr id="157" name="Line 68">
                  <a:extLst>
                    <a:ext uri="{FF2B5EF4-FFF2-40B4-BE49-F238E27FC236}">
                      <a16:creationId xmlns:a16="http://schemas.microsoft.com/office/drawing/2014/main" id="{C8972E3A-CF5A-4DF7-9C10-7A16536135D3}"/>
                    </a:ext>
                  </a:extLst>
                </p:cNvPr>
                <p:cNvSpPr>
                  <a:spLocks noChangeShapeType="1"/>
                </p:cNvSpPr>
                <p:nvPr/>
              </p:nvSpPr>
              <p:spPr bwMode="auto">
                <a:xfrm>
                  <a:off x="1187" y="568"/>
                  <a:ext cx="125" cy="27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8" name="Line 69">
                  <a:extLst>
                    <a:ext uri="{FF2B5EF4-FFF2-40B4-BE49-F238E27FC236}">
                      <a16:creationId xmlns:a16="http://schemas.microsoft.com/office/drawing/2014/main" id="{C05F5260-2247-46F8-9B68-B9624D096C50}"/>
                    </a:ext>
                  </a:extLst>
                </p:cNvPr>
                <p:cNvSpPr>
                  <a:spLocks noChangeShapeType="1"/>
                </p:cNvSpPr>
                <p:nvPr/>
              </p:nvSpPr>
              <p:spPr bwMode="auto">
                <a:xfrm flipH="1">
                  <a:off x="1014" y="570"/>
                  <a:ext cx="126" cy="26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9" name="Oval 70">
                  <a:extLst>
                    <a:ext uri="{FF2B5EF4-FFF2-40B4-BE49-F238E27FC236}">
                      <a16:creationId xmlns:a16="http://schemas.microsoft.com/office/drawing/2014/main" id="{FFCF7323-2FB2-4DC7-A94B-C18C8D155D7D}"/>
                    </a:ext>
                  </a:extLst>
                </p:cNvPr>
                <p:cNvSpPr>
                  <a:spLocks noChangeArrowheads="1"/>
                </p:cNvSpPr>
                <p:nvPr/>
              </p:nvSpPr>
              <p:spPr bwMode="auto">
                <a:xfrm>
                  <a:off x="1093" y="465"/>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0" name="Rectangle 71">
                  <a:extLst>
                    <a:ext uri="{FF2B5EF4-FFF2-40B4-BE49-F238E27FC236}">
                      <a16:creationId xmlns:a16="http://schemas.microsoft.com/office/drawing/2014/main" id="{AAEE8862-054E-4C10-AFF2-63EC2F577033}"/>
                    </a:ext>
                  </a:extLst>
                </p:cNvPr>
                <p:cNvSpPr>
                  <a:spLocks noChangeArrowheads="1"/>
                </p:cNvSpPr>
                <p:nvPr/>
              </p:nvSpPr>
              <p:spPr bwMode="auto">
                <a:xfrm>
                  <a:off x="949" y="842"/>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1" name="Rectangle 72">
                  <a:extLst>
                    <a:ext uri="{FF2B5EF4-FFF2-40B4-BE49-F238E27FC236}">
                      <a16:creationId xmlns:a16="http://schemas.microsoft.com/office/drawing/2014/main" id="{CB87F00C-2392-4A61-BA01-BDCE01093CE3}"/>
                    </a:ext>
                  </a:extLst>
                </p:cNvPr>
                <p:cNvSpPr>
                  <a:spLocks noChangeArrowheads="1"/>
                </p:cNvSpPr>
                <p:nvPr/>
              </p:nvSpPr>
              <p:spPr bwMode="auto">
                <a:xfrm>
                  <a:off x="1262" y="847"/>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grpSp>
          <p:sp>
            <p:nvSpPr>
              <p:cNvPr id="135" name="Text Box 73">
                <a:extLst>
                  <a:ext uri="{FF2B5EF4-FFF2-40B4-BE49-F238E27FC236}">
                    <a16:creationId xmlns:a16="http://schemas.microsoft.com/office/drawing/2014/main" id="{94C5E6A1-B64E-49CE-800B-28DD4611D10B}"/>
                  </a:ext>
                </a:extLst>
              </p:cNvPr>
              <p:cNvSpPr txBox="1">
                <a:spLocks noChangeArrowheads="1"/>
              </p:cNvSpPr>
              <p:nvPr/>
            </p:nvSpPr>
            <p:spPr bwMode="auto">
              <a:xfrm>
                <a:off x="645" y="2618"/>
                <a:ext cx="5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u   v</a:t>
                </a:r>
                <a:endParaRPr kumimoji="1" lang="en-US" altLang="zh-CN" sz="1800" b="0" i="1" u="none" strike="noStrike" kern="0" cap="none" spc="0" normalizeH="0" baseline="0" noProof="0">
                  <a:ln>
                    <a:noFill/>
                  </a:ln>
                  <a:solidFill>
                    <a:srgbClr val="000099"/>
                  </a:solidFill>
                  <a:effectLst/>
                  <a:uLnTx/>
                  <a:uFillTx/>
                  <a:ea typeface="宋体" panose="02010600030101010101" pitchFamily="2" charset="-122"/>
                </a:endParaRPr>
              </a:p>
            </p:txBody>
          </p:sp>
          <p:grpSp>
            <p:nvGrpSpPr>
              <p:cNvPr id="136" name="Group 74">
                <a:extLst>
                  <a:ext uri="{FF2B5EF4-FFF2-40B4-BE49-F238E27FC236}">
                    <a16:creationId xmlns:a16="http://schemas.microsoft.com/office/drawing/2014/main" id="{32B32A0E-2B9C-4072-A509-B69F54F71329}"/>
                  </a:ext>
                </a:extLst>
              </p:cNvPr>
              <p:cNvGrpSpPr>
                <a:grpSpLocks/>
              </p:cNvGrpSpPr>
              <p:nvPr/>
            </p:nvGrpSpPr>
            <p:grpSpPr bwMode="auto">
              <a:xfrm>
                <a:off x="1450" y="2549"/>
                <a:ext cx="791" cy="1144"/>
                <a:chOff x="2160" y="463"/>
                <a:chExt cx="791" cy="1144"/>
              </a:xfrm>
            </p:grpSpPr>
            <p:sp>
              <p:nvSpPr>
                <p:cNvPr id="144" name="Line 75">
                  <a:extLst>
                    <a:ext uri="{FF2B5EF4-FFF2-40B4-BE49-F238E27FC236}">
                      <a16:creationId xmlns:a16="http://schemas.microsoft.com/office/drawing/2014/main" id="{7B4F1E2C-F135-4D05-B4ED-C63E02FD1C5E}"/>
                    </a:ext>
                  </a:extLst>
                </p:cNvPr>
                <p:cNvSpPr>
                  <a:spLocks noChangeShapeType="1"/>
                </p:cNvSpPr>
                <p:nvPr/>
              </p:nvSpPr>
              <p:spPr bwMode="auto">
                <a:xfrm flipH="1">
                  <a:off x="2635" y="885"/>
                  <a:ext cx="0" cy="36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5" name="Line 76">
                  <a:extLst>
                    <a:ext uri="{FF2B5EF4-FFF2-40B4-BE49-F238E27FC236}">
                      <a16:creationId xmlns:a16="http://schemas.microsoft.com/office/drawing/2014/main" id="{E14C9621-6A9A-4013-AF14-80D0D554A36B}"/>
                    </a:ext>
                  </a:extLst>
                </p:cNvPr>
                <p:cNvSpPr>
                  <a:spLocks noChangeShapeType="1"/>
                </p:cNvSpPr>
                <p:nvPr/>
              </p:nvSpPr>
              <p:spPr bwMode="auto">
                <a:xfrm>
                  <a:off x="2499" y="566"/>
                  <a:ext cx="125" cy="273"/>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6" name="Line 77">
                  <a:extLst>
                    <a:ext uri="{FF2B5EF4-FFF2-40B4-BE49-F238E27FC236}">
                      <a16:creationId xmlns:a16="http://schemas.microsoft.com/office/drawing/2014/main" id="{AA15B963-B466-4494-9569-3E2D4BEE45EC}"/>
                    </a:ext>
                  </a:extLst>
                </p:cNvPr>
                <p:cNvSpPr>
                  <a:spLocks noChangeShapeType="1"/>
                </p:cNvSpPr>
                <p:nvPr/>
              </p:nvSpPr>
              <p:spPr bwMode="auto">
                <a:xfrm flipH="1">
                  <a:off x="2311" y="568"/>
                  <a:ext cx="141" cy="26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7" name="Oval 78">
                  <a:extLst>
                    <a:ext uri="{FF2B5EF4-FFF2-40B4-BE49-F238E27FC236}">
                      <a16:creationId xmlns:a16="http://schemas.microsoft.com/office/drawing/2014/main" id="{F6ACA996-DFBE-498D-B948-52F84C4A00CB}"/>
                    </a:ext>
                  </a:extLst>
                </p:cNvPr>
                <p:cNvSpPr>
                  <a:spLocks noChangeArrowheads="1"/>
                </p:cNvSpPr>
                <p:nvPr/>
              </p:nvSpPr>
              <p:spPr bwMode="auto">
                <a:xfrm>
                  <a:off x="2405" y="463"/>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8" name="Rectangle 79">
                  <a:extLst>
                    <a:ext uri="{FF2B5EF4-FFF2-40B4-BE49-F238E27FC236}">
                      <a16:creationId xmlns:a16="http://schemas.microsoft.com/office/drawing/2014/main" id="{E42A771A-A37C-4AF7-897C-93D413D5A7D7}"/>
                    </a:ext>
                  </a:extLst>
                </p:cNvPr>
                <p:cNvSpPr>
                  <a:spLocks noChangeArrowheads="1"/>
                </p:cNvSpPr>
                <p:nvPr/>
              </p:nvSpPr>
              <p:spPr bwMode="auto">
                <a:xfrm>
                  <a:off x="2233" y="840"/>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9" name="Rectangle 80">
                  <a:extLst>
                    <a:ext uri="{FF2B5EF4-FFF2-40B4-BE49-F238E27FC236}">
                      <a16:creationId xmlns:a16="http://schemas.microsoft.com/office/drawing/2014/main" id="{9F004A2B-AD8D-4217-925D-8C1805BE9918}"/>
                    </a:ext>
                  </a:extLst>
                </p:cNvPr>
                <p:cNvSpPr>
                  <a:spLocks noChangeArrowheads="1"/>
                </p:cNvSpPr>
                <p:nvPr/>
              </p:nvSpPr>
              <p:spPr bwMode="auto">
                <a:xfrm>
                  <a:off x="2781" y="1230"/>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0" name="Line 81">
                  <a:extLst>
                    <a:ext uri="{FF2B5EF4-FFF2-40B4-BE49-F238E27FC236}">
                      <a16:creationId xmlns:a16="http://schemas.microsoft.com/office/drawing/2014/main" id="{A9E3CE34-C585-42E9-99B5-B4A9F4926DBE}"/>
                    </a:ext>
                  </a:extLst>
                </p:cNvPr>
                <p:cNvSpPr>
                  <a:spLocks noChangeShapeType="1"/>
                </p:cNvSpPr>
                <p:nvPr/>
              </p:nvSpPr>
              <p:spPr bwMode="auto">
                <a:xfrm>
                  <a:off x="2672" y="931"/>
                  <a:ext cx="154"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1" name="Line 82">
                  <a:extLst>
                    <a:ext uri="{FF2B5EF4-FFF2-40B4-BE49-F238E27FC236}">
                      <a16:creationId xmlns:a16="http://schemas.microsoft.com/office/drawing/2014/main" id="{692C5367-788C-4078-BEF3-048A11D0F439}"/>
                    </a:ext>
                  </a:extLst>
                </p:cNvPr>
                <p:cNvSpPr>
                  <a:spLocks noChangeShapeType="1"/>
                </p:cNvSpPr>
                <p:nvPr/>
              </p:nvSpPr>
              <p:spPr bwMode="auto">
                <a:xfrm flipH="1">
                  <a:off x="2441" y="933"/>
                  <a:ext cx="163" cy="296"/>
                </a:xfrm>
                <a:prstGeom prst="line">
                  <a:avLst/>
                </a:prstGeom>
                <a:noFill/>
                <a:ln w="19050">
                  <a:solidFill>
                    <a:srgbClr val="00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2" name="Oval 83">
                  <a:extLst>
                    <a:ext uri="{FF2B5EF4-FFF2-40B4-BE49-F238E27FC236}">
                      <a16:creationId xmlns:a16="http://schemas.microsoft.com/office/drawing/2014/main" id="{344EA1FB-F27F-4BCA-B910-AD2F2A588C9B}"/>
                    </a:ext>
                  </a:extLst>
                </p:cNvPr>
                <p:cNvSpPr>
                  <a:spLocks noChangeArrowheads="1"/>
                </p:cNvSpPr>
                <p:nvPr/>
              </p:nvSpPr>
              <p:spPr bwMode="auto">
                <a:xfrm>
                  <a:off x="2564" y="828"/>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3" name="Rectangle 84">
                  <a:extLst>
                    <a:ext uri="{FF2B5EF4-FFF2-40B4-BE49-F238E27FC236}">
                      <a16:creationId xmlns:a16="http://schemas.microsoft.com/office/drawing/2014/main" id="{5D5B07B1-6855-4D4D-A2B4-3D67F4EF83A9}"/>
                    </a:ext>
                  </a:extLst>
                </p:cNvPr>
                <p:cNvSpPr>
                  <a:spLocks noChangeArrowheads="1"/>
                </p:cNvSpPr>
                <p:nvPr/>
              </p:nvSpPr>
              <p:spPr bwMode="auto">
                <a:xfrm>
                  <a:off x="2388" y="1228"/>
                  <a:ext cx="104" cy="112"/>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4" name="Rectangle 85">
                  <a:extLst>
                    <a:ext uri="{FF2B5EF4-FFF2-40B4-BE49-F238E27FC236}">
                      <a16:creationId xmlns:a16="http://schemas.microsoft.com/office/drawing/2014/main" id="{00296CB4-16EA-49AC-BFFC-B958E384FD99}"/>
                    </a:ext>
                  </a:extLst>
                </p:cNvPr>
                <p:cNvSpPr>
                  <a:spLocks noChangeArrowheads="1"/>
                </p:cNvSpPr>
                <p:nvPr/>
              </p:nvSpPr>
              <p:spPr bwMode="auto">
                <a:xfrm>
                  <a:off x="2578" y="1233"/>
                  <a:ext cx="104" cy="105"/>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55" name="Text Box 86">
                  <a:extLst>
                    <a:ext uri="{FF2B5EF4-FFF2-40B4-BE49-F238E27FC236}">
                      <a16:creationId xmlns:a16="http://schemas.microsoft.com/office/drawing/2014/main" id="{63885F54-A412-4A24-B47B-C04AEC9814CA}"/>
                    </a:ext>
                  </a:extLst>
                </p:cNvPr>
                <p:cNvSpPr txBox="1">
                  <a:spLocks noChangeArrowheads="1"/>
                </p:cNvSpPr>
                <p:nvPr/>
              </p:nvSpPr>
              <p:spPr bwMode="auto">
                <a:xfrm>
                  <a:off x="2160" y="88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a</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56" name="Text Box 87">
                  <a:extLst>
                    <a:ext uri="{FF2B5EF4-FFF2-40B4-BE49-F238E27FC236}">
                      <a16:creationId xmlns:a16="http://schemas.microsoft.com/office/drawing/2014/main" id="{D35F003A-7BAB-4D90-8AF1-9AC6073606CC}"/>
                    </a:ext>
                  </a:extLst>
                </p:cNvPr>
                <p:cNvSpPr txBox="1">
                  <a:spLocks noChangeArrowheads="1"/>
                </p:cNvSpPr>
                <p:nvPr/>
              </p:nvSpPr>
              <p:spPr bwMode="auto">
                <a:xfrm>
                  <a:off x="2313" y="1280"/>
                  <a:ext cx="6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x  y  z</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sp>
            <p:nvSpPr>
              <p:cNvPr id="137" name="Oval 88">
                <a:extLst>
                  <a:ext uri="{FF2B5EF4-FFF2-40B4-BE49-F238E27FC236}">
                    <a16:creationId xmlns:a16="http://schemas.microsoft.com/office/drawing/2014/main" id="{954B336B-5CAF-471D-A1EE-F023323A23A6}"/>
                  </a:ext>
                </a:extLst>
              </p:cNvPr>
              <p:cNvSpPr>
                <a:spLocks noChangeArrowheads="1"/>
              </p:cNvSpPr>
              <p:nvPr/>
            </p:nvSpPr>
            <p:spPr bwMode="auto">
              <a:xfrm>
                <a:off x="2305" y="2545"/>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8" name="Text Box 89">
                <a:extLst>
                  <a:ext uri="{FF2B5EF4-FFF2-40B4-BE49-F238E27FC236}">
                    <a16:creationId xmlns:a16="http://schemas.microsoft.com/office/drawing/2014/main" id="{487D7BA6-E62A-471E-AF27-B68AB11570AC}"/>
                  </a:ext>
                </a:extLst>
              </p:cNvPr>
              <p:cNvSpPr txBox="1">
                <a:spLocks noChangeArrowheads="1"/>
              </p:cNvSpPr>
              <p:nvPr/>
            </p:nvSpPr>
            <p:spPr bwMode="auto">
              <a:xfrm>
                <a:off x="612" y="1992"/>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B</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39" name="Text Box 90">
                <a:extLst>
                  <a:ext uri="{FF2B5EF4-FFF2-40B4-BE49-F238E27FC236}">
                    <a16:creationId xmlns:a16="http://schemas.microsoft.com/office/drawing/2014/main" id="{F888C5AD-CA7C-4C5C-ACD5-E8C16F131DFD}"/>
                  </a:ext>
                </a:extLst>
              </p:cNvPr>
              <p:cNvSpPr txBox="1">
                <a:spLocks noChangeArrowheads="1"/>
              </p:cNvSpPr>
              <p:nvPr/>
            </p:nvSpPr>
            <p:spPr bwMode="auto">
              <a:xfrm>
                <a:off x="1459" y="2366"/>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C</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40" name="Text Box 91">
                <a:extLst>
                  <a:ext uri="{FF2B5EF4-FFF2-40B4-BE49-F238E27FC236}">
                    <a16:creationId xmlns:a16="http://schemas.microsoft.com/office/drawing/2014/main" id="{55C2763E-6E91-47A7-A471-C05F30DD4FA5}"/>
                  </a:ext>
                </a:extLst>
              </p:cNvPr>
              <p:cNvSpPr txBox="1">
                <a:spLocks noChangeArrowheads="1"/>
              </p:cNvSpPr>
              <p:nvPr/>
            </p:nvSpPr>
            <p:spPr bwMode="auto">
              <a:xfrm>
                <a:off x="2428" y="238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A</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41" name="Oval 92">
                <a:extLst>
                  <a:ext uri="{FF2B5EF4-FFF2-40B4-BE49-F238E27FC236}">
                    <a16:creationId xmlns:a16="http://schemas.microsoft.com/office/drawing/2014/main" id="{8C6FD002-0F5A-4407-B8D7-68DCA12A8538}"/>
                  </a:ext>
                </a:extLst>
              </p:cNvPr>
              <p:cNvSpPr>
                <a:spLocks noChangeArrowheads="1"/>
              </p:cNvSpPr>
              <p:nvPr/>
            </p:nvSpPr>
            <p:spPr bwMode="auto">
              <a:xfrm>
                <a:off x="1247" y="1800"/>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2" name="Text Box 93">
                <a:extLst>
                  <a:ext uri="{FF2B5EF4-FFF2-40B4-BE49-F238E27FC236}">
                    <a16:creationId xmlns:a16="http://schemas.microsoft.com/office/drawing/2014/main" id="{27F91913-353A-4E73-861E-A41087F97AA4}"/>
                  </a:ext>
                </a:extLst>
              </p:cNvPr>
              <p:cNvSpPr txBox="1">
                <a:spLocks noChangeArrowheads="1"/>
              </p:cNvSpPr>
              <p:nvPr/>
            </p:nvSpPr>
            <p:spPr bwMode="auto">
              <a:xfrm>
                <a:off x="1193" y="1496"/>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E</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43" name="Text Box 94">
                <a:extLst>
                  <a:ext uri="{FF2B5EF4-FFF2-40B4-BE49-F238E27FC236}">
                    <a16:creationId xmlns:a16="http://schemas.microsoft.com/office/drawing/2014/main" id="{BC453E29-BC5B-4022-AF30-28DE14204420}"/>
                  </a:ext>
                </a:extLst>
              </p:cNvPr>
              <p:cNvSpPr txBox="1">
                <a:spLocks noChangeArrowheads="1"/>
              </p:cNvSpPr>
              <p:nvPr/>
            </p:nvSpPr>
            <p:spPr bwMode="auto">
              <a:xfrm>
                <a:off x="1726" y="198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D</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sp>
          <p:nvSpPr>
            <p:cNvPr id="118" name="Text Box 95">
              <a:extLst>
                <a:ext uri="{FF2B5EF4-FFF2-40B4-BE49-F238E27FC236}">
                  <a16:creationId xmlns:a16="http://schemas.microsoft.com/office/drawing/2014/main" id="{6063D401-D7DB-435D-9FA9-CB049343BFD5}"/>
                </a:ext>
              </a:extLst>
            </p:cNvPr>
            <p:cNvSpPr txBox="1">
              <a:spLocks noChangeArrowheads="1"/>
            </p:cNvSpPr>
            <p:nvPr/>
          </p:nvSpPr>
          <p:spPr bwMode="auto">
            <a:xfrm>
              <a:off x="343" y="697"/>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zh-CN" sz="2800" b="0" i="0" u="none" strike="noStrike" kern="0" cap="none" spc="0" normalizeH="0" baseline="0" noProof="0">
                  <a:ln>
                    <a:noFill/>
                  </a:ln>
                  <a:solidFill>
                    <a:srgbClr val="CC0000"/>
                  </a:solidFill>
                  <a:effectLst>
                    <a:outerShdw blurRad="38100" dist="38100" dir="2700000" algn="tl">
                      <a:srgbClr val="C0C0C0"/>
                    </a:outerShdw>
                  </a:effectLst>
                  <a:uLnTx/>
                  <a:uFillTx/>
                  <a:ea typeface="仿宋_GB2312" pitchFamily="49" charset="-122"/>
                </a:rPr>
                <a:t>空表</a:t>
              </a:r>
              <a:endParaRPr kumimoji="1" lang="zh-CN" altLang="en-US" sz="1800" b="0" i="0" u="none" strike="noStrike" kern="0" cap="none" spc="0" normalizeH="0" baseline="0" noProof="0">
                <a:ln>
                  <a:noFill/>
                </a:ln>
                <a:solidFill>
                  <a:srgbClr val="CC0000"/>
                </a:solidFill>
                <a:effectLst/>
                <a:uLnTx/>
                <a:uFillTx/>
                <a:ea typeface="仿宋_GB2312" pitchFamily="49" charset="-122"/>
              </a:endParaRPr>
            </a:p>
          </p:txBody>
        </p:sp>
        <p:sp>
          <p:nvSpPr>
            <p:cNvPr id="119" name="Text Box 96">
              <a:extLst>
                <a:ext uri="{FF2B5EF4-FFF2-40B4-BE49-F238E27FC236}">
                  <a16:creationId xmlns:a16="http://schemas.microsoft.com/office/drawing/2014/main" id="{414AEEBC-C5BF-4DF1-8417-A98B40A9CFAD}"/>
                </a:ext>
              </a:extLst>
            </p:cNvPr>
            <p:cNvSpPr txBox="1">
              <a:spLocks noChangeArrowheads="1"/>
            </p:cNvSpPr>
            <p:nvPr/>
          </p:nvSpPr>
          <p:spPr bwMode="auto">
            <a:xfrm>
              <a:off x="1052" y="1219"/>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0" i="0" u="none" strike="noStrike" kern="0" cap="none" spc="0" normalizeH="0" baseline="0" noProof="0">
                  <a:ln>
                    <a:noFill/>
                  </a:ln>
                  <a:solidFill>
                    <a:srgbClr val="CC0000"/>
                  </a:solidFill>
                  <a:effectLst>
                    <a:outerShdw blurRad="38100" dist="38100" dir="2700000" algn="tl">
                      <a:srgbClr val="C0C0C0"/>
                    </a:outerShdw>
                  </a:effectLst>
                  <a:uLnTx/>
                  <a:uFillTx/>
                  <a:ea typeface="仿宋_GB2312" pitchFamily="49" charset="-122"/>
                </a:rPr>
                <a:t>线性表</a:t>
              </a:r>
              <a:endParaRPr kumimoji="1" lang="zh-CN" altLang="en-US" sz="1800" b="0" i="0" u="none" strike="noStrike" kern="0" cap="none" spc="0" normalizeH="0" baseline="0" noProof="0">
                <a:ln>
                  <a:noFill/>
                </a:ln>
                <a:solidFill>
                  <a:srgbClr val="CC0000"/>
                </a:solidFill>
                <a:effectLst/>
                <a:uLnTx/>
                <a:uFillTx/>
                <a:ea typeface="仿宋_GB2312" pitchFamily="49" charset="-122"/>
              </a:endParaRPr>
            </a:p>
          </p:txBody>
        </p:sp>
        <p:sp>
          <p:nvSpPr>
            <p:cNvPr id="120" name="Text Box 97">
              <a:extLst>
                <a:ext uri="{FF2B5EF4-FFF2-40B4-BE49-F238E27FC236}">
                  <a16:creationId xmlns:a16="http://schemas.microsoft.com/office/drawing/2014/main" id="{22DC83F4-EB9A-4DD6-A5F1-A699B2EBFFFD}"/>
                </a:ext>
              </a:extLst>
            </p:cNvPr>
            <p:cNvSpPr txBox="1">
              <a:spLocks noChangeArrowheads="1"/>
            </p:cNvSpPr>
            <p:nvPr/>
          </p:nvSpPr>
          <p:spPr bwMode="auto">
            <a:xfrm>
              <a:off x="593" y="3156"/>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0" i="0" u="none" strike="noStrike" kern="0" cap="none" spc="0" normalizeH="0" baseline="0" noProof="0">
                  <a:ln>
                    <a:noFill/>
                  </a:ln>
                  <a:solidFill>
                    <a:srgbClr val="CC0000"/>
                  </a:solidFill>
                  <a:effectLst>
                    <a:outerShdw blurRad="38100" dist="38100" dir="2700000" algn="tl">
                      <a:srgbClr val="C0C0C0"/>
                    </a:outerShdw>
                  </a:effectLst>
                  <a:uLnTx/>
                  <a:uFillTx/>
                  <a:ea typeface="仿宋_GB2312" pitchFamily="49" charset="-122"/>
                </a:rPr>
                <a:t>再入表</a:t>
              </a:r>
              <a:endParaRPr kumimoji="1" lang="zh-CN" altLang="en-US" sz="1800" b="0" i="0" u="none" strike="noStrike" kern="0" cap="none" spc="0" normalizeH="0" baseline="0" noProof="0">
                <a:ln>
                  <a:noFill/>
                </a:ln>
                <a:solidFill>
                  <a:srgbClr val="CC0000"/>
                </a:solidFill>
                <a:effectLst/>
                <a:uLnTx/>
                <a:uFillTx/>
                <a:ea typeface="仿宋_GB2312" pitchFamily="49" charset="-122"/>
              </a:endParaRPr>
            </a:p>
          </p:txBody>
        </p:sp>
        <p:sp>
          <p:nvSpPr>
            <p:cNvPr id="121" name="Text Box 98">
              <a:extLst>
                <a:ext uri="{FF2B5EF4-FFF2-40B4-BE49-F238E27FC236}">
                  <a16:creationId xmlns:a16="http://schemas.microsoft.com/office/drawing/2014/main" id="{0B9C59D6-A2AA-4CB8-9DBE-284AD593B42F}"/>
                </a:ext>
              </a:extLst>
            </p:cNvPr>
            <p:cNvSpPr txBox="1">
              <a:spLocks noChangeArrowheads="1"/>
            </p:cNvSpPr>
            <p:nvPr/>
          </p:nvSpPr>
          <p:spPr bwMode="auto">
            <a:xfrm>
              <a:off x="2386" y="1614"/>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0" i="0" u="none" strike="noStrike" kern="0" cap="none" spc="0" normalizeH="0" baseline="0" noProof="0">
                  <a:ln>
                    <a:noFill/>
                  </a:ln>
                  <a:solidFill>
                    <a:srgbClr val="CC0000"/>
                  </a:solidFill>
                  <a:effectLst>
                    <a:outerShdw blurRad="38100" dist="38100" dir="2700000" algn="tl">
                      <a:srgbClr val="C0C0C0"/>
                    </a:outerShdw>
                  </a:effectLst>
                  <a:uLnTx/>
                  <a:uFillTx/>
                  <a:ea typeface="仿宋_GB2312" pitchFamily="49" charset="-122"/>
                </a:rPr>
                <a:t>纯表</a:t>
              </a:r>
              <a:endParaRPr kumimoji="1" lang="zh-CN" altLang="en-US" sz="1800" b="0" i="0" u="none" strike="noStrike" kern="0" cap="none" spc="0" normalizeH="0" baseline="0" noProof="0">
                <a:ln>
                  <a:noFill/>
                </a:ln>
                <a:solidFill>
                  <a:srgbClr val="CC0000"/>
                </a:solidFill>
                <a:effectLst/>
                <a:uLnTx/>
                <a:uFillTx/>
                <a:ea typeface="仿宋_GB2312" pitchFamily="49" charset="-122"/>
              </a:endParaRPr>
            </a:p>
          </p:txBody>
        </p:sp>
        <p:sp>
          <p:nvSpPr>
            <p:cNvPr id="122" name="Oval 99">
              <a:extLst>
                <a:ext uri="{FF2B5EF4-FFF2-40B4-BE49-F238E27FC236}">
                  <a16:creationId xmlns:a16="http://schemas.microsoft.com/office/drawing/2014/main" id="{9D7090FE-3CCD-4C08-89F1-4F6AE4F61BD9}"/>
                </a:ext>
              </a:extLst>
            </p:cNvPr>
            <p:cNvSpPr>
              <a:spLocks noChangeArrowheads="1"/>
            </p:cNvSpPr>
            <p:nvPr/>
          </p:nvSpPr>
          <p:spPr bwMode="auto">
            <a:xfrm>
              <a:off x="3844" y="2760"/>
              <a:ext cx="144" cy="144"/>
            </a:xfrm>
            <a:prstGeom prst="ellipse">
              <a:avLst/>
            </a:prstGeom>
            <a:solidFill>
              <a:srgbClr val="CCFFCC"/>
            </a:solidFill>
            <a:ln w="952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3" name="Text Box 100">
              <a:extLst>
                <a:ext uri="{FF2B5EF4-FFF2-40B4-BE49-F238E27FC236}">
                  <a16:creationId xmlns:a16="http://schemas.microsoft.com/office/drawing/2014/main" id="{DB3C7DD4-D84E-4682-A042-22FD2FAA3DE0}"/>
                </a:ext>
              </a:extLst>
            </p:cNvPr>
            <p:cNvSpPr txBox="1">
              <a:spLocks noChangeArrowheads="1"/>
            </p:cNvSpPr>
            <p:nvPr/>
          </p:nvSpPr>
          <p:spPr bwMode="auto">
            <a:xfrm>
              <a:off x="3769" y="2456"/>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CC"/>
                  </a:solidFill>
                  <a:effectLst>
                    <a:outerShdw blurRad="38100" dist="38100" dir="2700000" algn="tl">
                      <a:srgbClr val="C0C0C0"/>
                    </a:outerShdw>
                  </a:effectLst>
                  <a:uLnTx/>
                  <a:uFillTx/>
                  <a:ea typeface="宋体" panose="02010600030101010101" pitchFamily="2" charset="-122"/>
                </a:rPr>
                <a:t>F</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24" name="Text Box 101">
              <a:extLst>
                <a:ext uri="{FF2B5EF4-FFF2-40B4-BE49-F238E27FC236}">
                  <a16:creationId xmlns:a16="http://schemas.microsoft.com/office/drawing/2014/main" id="{568BF908-75C3-4C14-B83B-17B9EDDEBDB2}"/>
                </a:ext>
              </a:extLst>
            </p:cNvPr>
            <p:cNvSpPr txBox="1">
              <a:spLocks noChangeArrowheads="1"/>
            </p:cNvSpPr>
            <p:nvPr/>
          </p:nvSpPr>
          <p:spPr bwMode="auto">
            <a:xfrm>
              <a:off x="4077" y="3137"/>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zh-CN" sz="2800" b="0" i="0" u="none" strike="noStrike" kern="0" cap="none" spc="0" normalizeH="0" baseline="0" noProof="0">
                  <a:ln>
                    <a:noFill/>
                  </a:ln>
                  <a:solidFill>
                    <a:srgbClr val="CC0000"/>
                  </a:solidFill>
                  <a:effectLst>
                    <a:outerShdw blurRad="38100" dist="38100" dir="2700000" algn="tl">
                      <a:srgbClr val="C0C0C0"/>
                    </a:outerShdw>
                  </a:effectLst>
                  <a:uLnTx/>
                  <a:uFillTx/>
                  <a:ea typeface="仿宋_GB2312" pitchFamily="49" charset="-122"/>
                </a:rPr>
                <a:t>递归表</a:t>
              </a:r>
              <a:endParaRPr kumimoji="1" lang="zh-CN" altLang="en-US" sz="1800" b="0" i="0" u="none" strike="noStrike" kern="0" cap="none" spc="0" normalizeH="0" baseline="0" noProof="0">
                <a:ln>
                  <a:noFill/>
                </a:ln>
                <a:solidFill>
                  <a:srgbClr val="CC0000"/>
                </a:solidFill>
                <a:effectLst/>
                <a:uLnTx/>
                <a:uFillTx/>
                <a:ea typeface="仿宋_GB2312" pitchFamily="49" charset="-122"/>
              </a:endParaRPr>
            </a:p>
          </p:txBody>
        </p:sp>
        <p:sp>
          <p:nvSpPr>
            <p:cNvPr id="125" name="Rectangle 102">
              <a:extLst>
                <a:ext uri="{FF2B5EF4-FFF2-40B4-BE49-F238E27FC236}">
                  <a16:creationId xmlns:a16="http://schemas.microsoft.com/office/drawing/2014/main" id="{8DC05A7E-E963-4F56-B715-023B1CEE5586}"/>
                </a:ext>
              </a:extLst>
            </p:cNvPr>
            <p:cNvSpPr>
              <a:spLocks noChangeArrowheads="1"/>
            </p:cNvSpPr>
            <p:nvPr/>
          </p:nvSpPr>
          <p:spPr bwMode="auto">
            <a:xfrm>
              <a:off x="3624" y="3200"/>
              <a:ext cx="111" cy="134"/>
            </a:xfrm>
            <a:prstGeom prst="rect">
              <a:avLst/>
            </a:prstGeom>
            <a:solidFill>
              <a:srgbClr val="CCFFCC"/>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6" name="Freeform 103">
              <a:extLst>
                <a:ext uri="{FF2B5EF4-FFF2-40B4-BE49-F238E27FC236}">
                  <a16:creationId xmlns:a16="http://schemas.microsoft.com/office/drawing/2014/main" id="{09C0C4BE-021C-4A55-8671-A00462C02F04}"/>
                </a:ext>
              </a:extLst>
            </p:cNvPr>
            <p:cNvSpPr>
              <a:spLocks/>
            </p:cNvSpPr>
            <p:nvPr/>
          </p:nvSpPr>
          <p:spPr bwMode="auto">
            <a:xfrm>
              <a:off x="3963" y="2666"/>
              <a:ext cx="233" cy="301"/>
            </a:xfrm>
            <a:custGeom>
              <a:avLst/>
              <a:gdLst>
                <a:gd name="T0" fmla="*/ 0 w 233"/>
                <a:gd name="T1" fmla="*/ 230 h 301"/>
                <a:gd name="T2" fmla="*/ 89 w 233"/>
                <a:gd name="T3" fmla="*/ 297 h 301"/>
                <a:gd name="T4" fmla="*/ 200 w 233"/>
                <a:gd name="T5" fmla="*/ 253 h 301"/>
                <a:gd name="T6" fmla="*/ 229 w 233"/>
                <a:gd name="T7" fmla="*/ 112 h 301"/>
                <a:gd name="T8" fmla="*/ 177 w 233"/>
                <a:gd name="T9" fmla="*/ 16 h 301"/>
                <a:gd name="T10" fmla="*/ 59 w 233"/>
                <a:gd name="T11" fmla="*/ 16 h 301"/>
                <a:gd name="T12" fmla="*/ 0 w 233"/>
                <a:gd name="T13" fmla="*/ 97 h 301"/>
              </a:gdLst>
              <a:ahLst/>
              <a:cxnLst>
                <a:cxn ang="0">
                  <a:pos x="T0" y="T1"/>
                </a:cxn>
                <a:cxn ang="0">
                  <a:pos x="T2" y="T3"/>
                </a:cxn>
                <a:cxn ang="0">
                  <a:pos x="T4" y="T5"/>
                </a:cxn>
                <a:cxn ang="0">
                  <a:pos x="T6" y="T7"/>
                </a:cxn>
                <a:cxn ang="0">
                  <a:pos x="T8" y="T9"/>
                </a:cxn>
                <a:cxn ang="0">
                  <a:pos x="T10" y="T11"/>
                </a:cxn>
                <a:cxn ang="0">
                  <a:pos x="T12" y="T13"/>
                </a:cxn>
              </a:cxnLst>
              <a:rect l="0" t="0" r="r" b="b"/>
              <a:pathLst>
                <a:path w="233" h="301">
                  <a:moveTo>
                    <a:pt x="0" y="230"/>
                  </a:moveTo>
                  <a:cubicBezTo>
                    <a:pt x="28" y="261"/>
                    <a:pt x="56" y="293"/>
                    <a:pt x="89" y="297"/>
                  </a:cubicBezTo>
                  <a:cubicBezTo>
                    <a:pt x="122" y="301"/>
                    <a:pt x="177" y="284"/>
                    <a:pt x="200" y="253"/>
                  </a:cubicBezTo>
                  <a:cubicBezTo>
                    <a:pt x="223" y="222"/>
                    <a:pt x="233" y="151"/>
                    <a:pt x="229" y="112"/>
                  </a:cubicBezTo>
                  <a:cubicBezTo>
                    <a:pt x="225" y="73"/>
                    <a:pt x="205" y="32"/>
                    <a:pt x="177" y="16"/>
                  </a:cubicBezTo>
                  <a:cubicBezTo>
                    <a:pt x="149" y="0"/>
                    <a:pt x="89" y="2"/>
                    <a:pt x="59" y="16"/>
                  </a:cubicBezTo>
                  <a:cubicBezTo>
                    <a:pt x="29" y="30"/>
                    <a:pt x="10" y="84"/>
                    <a:pt x="0" y="97"/>
                  </a:cubicBezTo>
                </a:path>
              </a:pathLst>
            </a:custGeom>
            <a:noFill/>
            <a:ln w="19050">
              <a:solidFill>
                <a:srgbClr val="0000CC"/>
              </a:solidFill>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7" name="Text Box 104">
              <a:extLst>
                <a:ext uri="{FF2B5EF4-FFF2-40B4-BE49-F238E27FC236}">
                  <a16:creationId xmlns:a16="http://schemas.microsoft.com/office/drawing/2014/main" id="{F6A33F3D-1B8F-4C43-903F-22B2D291D1D5}"/>
                </a:ext>
              </a:extLst>
            </p:cNvPr>
            <p:cNvSpPr txBox="1">
              <a:spLocks noChangeArrowheads="1"/>
            </p:cNvSpPr>
            <p:nvPr/>
          </p:nvSpPr>
          <p:spPr bwMode="auto">
            <a:xfrm>
              <a:off x="3541" y="329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00CC"/>
                  </a:solidFill>
                  <a:effectLst/>
                  <a:uLnTx/>
                  <a:uFillTx/>
                  <a:ea typeface="宋体" panose="02010600030101010101" pitchFamily="2" charset="-122"/>
                </a:rPr>
                <a:t>d</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spTree>
    <p:extLst>
      <p:ext uri="{BB962C8B-B14F-4D97-AF65-F5344CB8AC3E}">
        <p14:creationId xmlns:p14="http://schemas.microsoft.com/office/powerpoint/2010/main" val="37235243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AutoShape 2"/>
          <p:cNvSpPr>
            <a:spLocks noChangeArrowheads="1"/>
          </p:cNvSpPr>
          <p:nvPr/>
        </p:nvSpPr>
        <p:spPr bwMode="auto">
          <a:xfrm>
            <a:off x="284163" y="4873625"/>
            <a:ext cx="4291013" cy="1771650"/>
          </a:xfrm>
          <a:prstGeom prst="cloudCallout">
            <a:avLst>
              <a:gd name="adj1" fmla="val -14966"/>
              <a:gd name="adj2" fmla="val -90838"/>
            </a:avLst>
          </a:prstGeom>
          <a:solidFill>
            <a:srgbClr val="CCCCFF"/>
          </a:solidFill>
          <a:ln w="9525">
            <a:noFill/>
            <a:miter lim="800000"/>
          </a:ln>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E = (a, </a:t>
            </a:r>
            <a:r>
              <a:rPr kumimoji="0" lang="en-US" altLang="zh-CN" b="0" i="0" u="none" strike="noStrike" kern="1200" cap="none" spc="0" normalizeH="0" baseline="0" noProof="0" dirty="0">
                <a:ln>
                  <a:noFill/>
                </a:ln>
                <a:solidFill>
                  <a:srgbClr val="FF0000"/>
                </a:solidFill>
                <a:effectLst/>
                <a:uLnTx/>
                <a:uFillTx/>
                <a:latin typeface="+mn-lt"/>
                <a:ea typeface="+mn-ea"/>
                <a:cs typeface="+mn-ea"/>
                <a:sym typeface="+mn-lt"/>
              </a:rPr>
              <a:t>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(a, (a, E)) = (a, (a, (a, …….)))</a:t>
            </a: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为递归表</a:t>
            </a:r>
          </a:p>
        </p:txBody>
      </p:sp>
      <p:sp>
        <p:nvSpPr>
          <p:cNvPr id="790531" name="Text Box 3"/>
          <p:cNvSpPr txBox="1">
            <a:spLocks noChangeArrowheads="1"/>
          </p:cNvSpPr>
          <p:nvPr/>
        </p:nvSpPr>
        <p:spPr bwMode="auto">
          <a:xfrm>
            <a:off x="485775" y="1052513"/>
            <a:ext cx="35814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 = ( )</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B = ( e ) </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C = ( a, (b, c, d) ) </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4</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 = ( A, B, C )</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5</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 = ( a, E )</a:t>
            </a:r>
          </a:p>
        </p:txBody>
      </p:sp>
      <p:sp>
        <p:nvSpPr>
          <p:cNvPr id="790532" name="Rectangle 4"/>
          <p:cNvSpPr>
            <a:spLocks noChangeArrowheads="1"/>
          </p:cNvSpPr>
          <p:nvPr/>
        </p:nvSpPr>
        <p:spPr bwMode="auto">
          <a:xfrm>
            <a:off x="3995936" y="1052513"/>
            <a:ext cx="4984057"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n=0</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，因为</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A</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是空表</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n=1</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，表中元素 </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e </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是原子</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n=2</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a </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为原子，</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(b, c, d)</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为子表</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n=3</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3</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个元素都是子表</a:t>
            </a: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n=2</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a </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为原子，</a:t>
            </a:r>
            <a:r>
              <a:rPr kumimoji="0" lang="en-US" altLang="zh-CN" sz="2800" b="0" i="0" u="none" strike="noStrike" kern="1200" cap="none" spc="0" normalizeH="0" baseline="0" noProof="0" dirty="0">
                <a:ln>
                  <a:noFill/>
                </a:ln>
                <a:solidFill>
                  <a:srgbClr val="0000FF"/>
                </a:solidFill>
                <a:effectLst/>
                <a:uLnTx/>
                <a:uFillTx/>
                <a:latin typeface="+mn-lt"/>
                <a:ea typeface="+mn-ea"/>
                <a:cs typeface="+mn-ea"/>
                <a:sym typeface="+mn-lt"/>
              </a:rPr>
              <a:t>E</a:t>
            </a:r>
            <a:r>
              <a:rPr kumimoji="0" lang="zh-CN" altLang="en-US" sz="2800" b="0" i="0" u="none" strike="noStrike" kern="1200" cap="none" spc="0" normalizeH="0" baseline="0" noProof="0" dirty="0">
                <a:ln>
                  <a:noFill/>
                </a:ln>
                <a:solidFill>
                  <a:srgbClr val="0000FF"/>
                </a:solidFill>
                <a:effectLst/>
                <a:uLnTx/>
                <a:uFillTx/>
                <a:latin typeface="+mn-lt"/>
                <a:ea typeface="+mn-ea"/>
                <a:cs typeface="+mn-ea"/>
                <a:sym typeface="+mn-lt"/>
              </a:rPr>
              <a:t>为子表</a:t>
            </a:r>
          </a:p>
        </p:txBody>
      </p:sp>
      <p:sp>
        <p:nvSpPr>
          <p:cNvPr id="790533" name="AutoShape 5"/>
          <p:cNvSpPr>
            <a:spLocks noChangeArrowheads="1"/>
          </p:cNvSpPr>
          <p:nvPr/>
        </p:nvSpPr>
        <p:spPr bwMode="auto">
          <a:xfrm>
            <a:off x="5038725" y="4467226"/>
            <a:ext cx="3941268" cy="1914102"/>
          </a:xfrm>
          <a:prstGeom prst="cloudCallout">
            <a:avLst>
              <a:gd name="adj1" fmla="val -101091"/>
              <a:gd name="adj2" fmla="val -104078"/>
            </a:avLst>
          </a:prstGeom>
          <a:solidFill>
            <a:srgbClr val="CCCCFF"/>
          </a:solidFill>
          <a:ln w="9525">
            <a:noFill/>
            <a:miter lim="800000"/>
          </a:ln>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 = (A, B, C) = (( ), (e), (a</a:t>
            </a:r>
            <a:r>
              <a:rPr kumimoji="0" lang="en-US" altLang="zh-CN" sz="2400" b="0" i="0" u="none" strike="noStrike" kern="1200" cap="none" spc="0" normalizeH="0" baseline="0" noProof="0" dirty="0">
                <a:ln>
                  <a:noFill/>
                </a:ln>
                <a:effectLst/>
                <a:uLnTx/>
                <a:uFillTx/>
                <a:latin typeface="+mn-lt"/>
                <a:ea typeface="+mn-ea"/>
                <a:cs typeface="+mn-ea"/>
                <a:sym typeface="+mn-lt"/>
              </a:rPr>
              <a:t>, (b, c, d)))</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，共享表</a:t>
            </a:r>
          </a:p>
        </p:txBody>
      </p:sp>
      <p:sp>
        <p:nvSpPr>
          <p:cNvPr id="70662" name="Rectangle 6"/>
          <p:cNvSpPr>
            <a:spLocks noChangeArrowheads="1"/>
          </p:cNvSpPr>
          <p:nvPr/>
        </p:nvSpPr>
        <p:spPr bwMode="auto">
          <a:xfrm>
            <a:off x="827088" y="120650"/>
            <a:ext cx="70199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示例：求下列广义表的长度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90531"/>
                                        </p:tgtEl>
                                        <p:attrNameLst>
                                          <p:attrName>style.visibility</p:attrName>
                                        </p:attrNameLst>
                                      </p:cBhvr>
                                      <p:to>
                                        <p:strVal val="visible"/>
                                      </p:to>
                                    </p:set>
                                    <p:animEffect transition="in" filter="wipe(up)">
                                      <p:cBhvr>
                                        <p:cTn id="7" dur="500"/>
                                        <p:tgtEl>
                                          <p:spTgt spid="79053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wd">
                                    <p:tmAbs val="300"/>
                                  </p:iterate>
                                  <p:childTnLst>
                                    <p:set>
                                      <p:cBhvr>
                                        <p:cTn id="11" dur="1" fill="hold">
                                          <p:stCondLst>
                                            <p:cond delay="299"/>
                                          </p:stCondLst>
                                        </p:cTn>
                                        <p:tgtEl>
                                          <p:spTgt spid="79053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wd">
                                    <p:tmAbs val="300"/>
                                  </p:iterate>
                                  <p:childTnLst>
                                    <p:set>
                                      <p:cBhvr>
                                        <p:cTn id="15" dur="1" fill="hold">
                                          <p:stCondLst>
                                            <p:cond delay="299"/>
                                          </p:stCondLst>
                                        </p:cTn>
                                        <p:tgtEl>
                                          <p:spTgt spid="790532">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type="wd">
                                    <p:tmAbs val="300"/>
                                  </p:iterate>
                                  <p:childTnLst>
                                    <p:set>
                                      <p:cBhvr>
                                        <p:cTn id="19" dur="1" fill="hold">
                                          <p:stCondLst>
                                            <p:cond delay="299"/>
                                          </p:stCondLst>
                                        </p:cTn>
                                        <p:tgtEl>
                                          <p:spTgt spid="790532">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type="wd">
                                    <p:tmAbs val="300"/>
                                  </p:iterate>
                                  <p:childTnLst>
                                    <p:set>
                                      <p:cBhvr>
                                        <p:cTn id="23" dur="1" fill="hold">
                                          <p:stCondLst>
                                            <p:cond delay="299"/>
                                          </p:stCondLst>
                                        </p:cTn>
                                        <p:tgtEl>
                                          <p:spTgt spid="790532">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wd">
                                    <p:tmAbs val="300"/>
                                  </p:iterate>
                                  <p:childTnLst>
                                    <p:set>
                                      <p:cBhvr>
                                        <p:cTn id="27" dur="1" fill="hold">
                                          <p:stCondLst>
                                            <p:cond delay="299"/>
                                          </p:stCondLst>
                                        </p:cTn>
                                        <p:tgtEl>
                                          <p:spTgt spid="790532">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lt">
                                    <p:tmAbs val="75"/>
                                  </p:iterate>
                                  <p:childTnLst>
                                    <p:set>
                                      <p:cBhvr>
                                        <p:cTn id="31" dur="1" fill="hold">
                                          <p:stCondLst>
                                            <p:cond delay="74"/>
                                          </p:stCondLst>
                                        </p:cTn>
                                        <p:tgtEl>
                                          <p:spTgt spid="79053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type="lt">
                                    <p:tmAbs val="75"/>
                                  </p:iterate>
                                  <p:childTnLst>
                                    <p:set>
                                      <p:cBhvr>
                                        <p:cTn id="35" dur="1" fill="hold">
                                          <p:stCondLst>
                                            <p:cond delay="74"/>
                                          </p:stCondLst>
                                        </p:cTn>
                                        <p:tgtEl>
                                          <p:spTgt spid="7905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0" grpId="0" animBg="1"/>
      <p:bldP spid="790531" grpId="0"/>
      <p:bldP spid="790532" grpId="0" uiExpand="1" build="p"/>
      <p:bldP spid="79053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E39828-BD0E-48CB-A823-CC3CAC2DE2B6}"/>
              </a:ext>
            </a:extLst>
          </p:cNvPr>
          <p:cNvSpPr>
            <a:spLocks noGrp="1"/>
          </p:cNvSpPr>
          <p:nvPr>
            <p:ph type="title"/>
          </p:nvPr>
        </p:nvSpPr>
        <p:spPr/>
        <p:txBody>
          <a:bodyPr/>
          <a:lstStyle/>
          <a:p>
            <a:r>
              <a:rPr lang="zh-CN" altLang="en-US" dirty="0"/>
              <a:t>示例：求下列广义表的长度和深度</a:t>
            </a:r>
          </a:p>
        </p:txBody>
      </p:sp>
      <p:sp>
        <p:nvSpPr>
          <p:cNvPr id="3" name="内容占位符 2">
            <a:extLst>
              <a:ext uri="{FF2B5EF4-FFF2-40B4-BE49-F238E27FC236}">
                <a16:creationId xmlns:a16="http://schemas.microsoft.com/office/drawing/2014/main" id="{F33EA1D7-D34F-47F6-ACA8-35C120761A5C}"/>
              </a:ext>
            </a:extLst>
          </p:cNvPr>
          <p:cNvSpPr>
            <a:spLocks noGrp="1"/>
          </p:cNvSpPr>
          <p:nvPr>
            <p:ph idx="1"/>
          </p:nvPr>
        </p:nvSpPr>
        <p:spPr>
          <a:xfrm>
            <a:off x="1043608" y="738393"/>
            <a:ext cx="3096344" cy="4070077"/>
          </a:xfrm>
        </p:spPr>
        <p:txBody>
          <a:bodyPr/>
          <a:lstStyle/>
          <a:p>
            <a:pPr marL="0" indent="0">
              <a:buNone/>
            </a:pPr>
            <a:r>
              <a:rPr lang="en-US" altLang="zh-CN" dirty="0"/>
              <a:t>A( ) </a:t>
            </a:r>
            <a:endParaRPr lang="en-US" altLang="zh-CN" b="1" dirty="0">
              <a:solidFill>
                <a:srgbClr val="0000FF"/>
              </a:solidFill>
            </a:endParaRPr>
          </a:p>
          <a:p>
            <a:pPr marL="0" indent="0">
              <a:buNone/>
            </a:pPr>
            <a:r>
              <a:rPr lang="en-US" altLang="zh-CN" dirty="0"/>
              <a:t>B( 6, 2 ) </a:t>
            </a:r>
            <a:endParaRPr lang="en-US" altLang="zh-CN" dirty="0">
              <a:solidFill>
                <a:srgbClr val="0000FF"/>
              </a:solidFill>
            </a:endParaRPr>
          </a:p>
          <a:p>
            <a:pPr marL="0" indent="0">
              <a:buNone/>
            </a:pPr>
            <a:r>
              <a:rPr lang="en-US" altLang="zh-CN" dirty="0"/>
              <a:t>C( ‘a’, ( 5, 3, ‘x’ ) ) </a:t>
            </a:r>
            <a:endParaRPr lang="en-US" altLang="zh-CN" dirty="0">
              <a:solidFill>
                <a:srgbClr val="0000FF"/>
              </a:solidFill>
            </a:endParaRPr>
          </a:p>
          <a:p>
            <a:pPr marL="0" indent="0">
              <a:buNone/>
            </a:pPr>
            <a:r>
              <a:rPr lang="en-US" altLang="zh-CN" dirty="0"/>
              <a:t>D( B, C, A ) </a:t>
            </a:r>
            <a:endParaRPr lang="en-US" altLang="zh-CN" dirty="0">
              <a:solidFill>
                <a:srgbClr val="0000FF"/>
              </a:solidFill>
            </a:endParaRPr>
          </a:p>
          <a:p>
            <a:pPr marL="0" indent="0">
              <a:buNone/>
            </a:pPr>
            <a:r>
              <a:rPr lang="en-US" altLang="zh-CN" dirty="0"/>
              <a:t>E( B, D ) </a:t>
            </a:r>
            <a:endParaRPr lang="zh-CN" altLang="en-US" dirty="0">
              <a:solidFill>
                <a:srgbClr val="C00000"/>
              </a:solidFill>
            </a:endParaRPr>
          </a:p>
          <a:p>
            <a:pPr marL="0" indent="0">
              <a:buNone/>
            </a:pPr>
            <a:r>
              <a:rPr lang="en-US" altLang="zh-CN" dirty="0"/>
              <a:t>F( 4, F )</a:t>
            </a:r>
            <a:endParaRPr lang="zh-CN" altLang="en-US" dirty="0">
              <a:solidFill>
                <a:srgbClr val="C00000"/>
              </a:solidFill>
            </a:endParaRPr>
          </a:p>
        </p:txBody>
      </p:sp>
      <p:sp>
        <p:nvSpPr>
          <p:cNvPr id="4" name="文本框 3">
            <a:extLst>
              <a:ext uri="{FF2B5EF4-FFF2-40B4-BE49-F238E27FC236}">
                <a16:creationId xmlns:a16="http://schemas.microsoft.com/office/drawing/2014/main" id="{323E8518-5B77-44DB-99BD-D0B8768A7EA3}"/>
              </a:ext>
            </a:extLst>
          </p:cNvPr>
          <p:cNvSpPr txBox="1"/>
          <p:nvPr/>
        </p:nvSpPr>
        <p:spPr>
          <a:xfrm>
            <a:off x="179513" y="4851065"/>
            <a:ext cx="8784976" cy="195521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zh-CN" altLang="en-US" sz="2800" b="0" dirty="0">
                <a:solidFill>
                  <a:srgbClr val="00B050"/>
                </a:solidFill>
                <a:latin typeface="+mn-ea"/>
                <a:ea typeface="+mn-ea"/>
              </a:rPr>
              <a:t>递归表的深度是无穷值，长度是有限值。</a:t>
            </a:r>
            <a:endParaRPr lang="en-US" altLang="zh-CN" sz="2800" b="0" dirty="0">
              <a:solidFill>
                <a:srgbClr val="00B050"/>
              </a:solidFill>
              <a:latin typeface="+mn-ea"/>
              <a:ea typeface="+mn-ea"/>
            </a:endParaRPr>
          </a:p>
          <a:p>
            <a:pPr marL="457200" indent="-457200">
              <a:lnSpc>
                <a:spcPct val="150000"/>
              </a:lnSpc>
              <a:buFont typeface="Arial" panose="020B0604020202020204" pitchFamily="34" charset="0"/>
              <a:buChar char="•"/>
            </a:pPr>
            <a:r>
              <a:rPr lang="zh-CN" altLang="en-US" sz="2800" b="0" dirty="0">
                <a:solidFill>
                  <a:srgbClr val="00B050"/>
                </a:solidFill>
                <a:latin typeface="+mn-ea"/>
                <a:ea typeface="+mn-ea"/>
              </a:rPr>
              <a:t>注意 </a:t>
            </a:r>
            <a:r>
              <a:rPr lang="en-US" altLang="zh-CN" sz="2800" b="0" dirty="0">
                <a:solidFill>
                  <a:srgbClr val="00B050"/>
                </a:solidFill>
                <a:latin typeface="+mn-ea"/>
                <a:ea typeface="+mn-ea"/>
              </a:rPr>
              <a:t>( )</a:t>
            </a:r>
            <a:r>
              <a:rPr lang="zh-CN" altLang="en-US" sz="2800" b="0" dirty="0">
                <a:solidFill>
                  <a:srgbClr val="00B050"/>
                </a:solidFill>
                <a:latin typeface="+mn-ea"/>
                <a:ea typeface="+mn-ea"/>
              </a:rPr>
              <a:t>和 </a:t>
            </a:r>
            <a:r>
              <a:rPr lang="en-US" altLang="zh-CN" sz="2800" b="0" dirty="0">
                <a:solidFill>
                  <a:srgbClr val="00B050"/>
                </a:solidFill>
                <a:latin typeface="+mn-ea"/>
                <a:ea typeface="+mn-ea"/>
              </a:rPr>
              <a:t>( ( ) ) </a:t>
            </a:r>
            <a:r>
              <a:rPr lang="zh-CN" altLang="en-US" sz="2800" b="0" dirty="0">
                <a:solidFill>
                  <a:srgbClr val="00B050"/>
                </a:solidFill>
                <a:latin typeface="+mn-ea"/>
                <a:ea typeface="+mn-ea"/>
              </a:rPr>
              <a:t>不同。前者为空表，后者为含空表的表。</a:t>
            </a:r>
          </a:p>
        </p:txBody>
      </p:sp>
      <p:sp>
        <p:nvSpPr>
          <p:cNvPr id="5" name="内容占位符 2">
            <a:extLst>
              <a:ext uri="{FF2B5EF4-FFF2-40B4-BE49-F238E27FC236}">
                <a16:creationId xmlns:a16="http://schemas.microsoft.com/office/drawing/2014/main" id="{91946059-5D08-4C5E-BE36-708207222527}"/>
              </a:ext>
            </a:extLst>
          </p:cNvPr>
          <p:cNvSpPr txBox="1">
            <a:spLocks/>
          </p:cNvSpPr>
          <p:nvPr/>
        </p:nvSpPr>
        <p:spPr>
          <a:xfrm>
            <a:off x="4355976" y="736842"/>
            <a:ext cx="3600399" cy="4070077"/>
          </a:xfrm>
          <a:prstGeom prst="rect">
            <a:avLst/>
          </a:prstGeom>
          <a:noFill/>
          <a:ln w="9525">
            <a:noFill/>
          </a:ln>
        </p:spPr>
        <p:txBody>
          <a:bodyPr/>
          <a:lstStyle>
            <a:lvl1pPr marL="457200" indent="-457200" algn="l" rtl="0" eaLnBrk="0" fontAlgn="base" hangingPunct="0">
              <a:lnSpc>
                <a:spcPct val="150000"/>
              </a:lnSpc>
              <a:spcBef>
                <a:spcPts val="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742950" indent="-285750" algn="l" rtl="0" eaLnBrk="0" fontAlgn="base" hangingPunct="0">
              <a:lnSpc>
                <a:spcPct val="150000"/>
              </a:lnSpc>
              <a:spcBef>
                <a:spcPts val="0"/>
              </a:spcBef>
              <a:spcAft>
                <a:spcPct val="0"/>
              </a:spcAft>
              <a:buChar char="–"/>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marL="0" indent="0">
              <a:buFont typeface="Arial" panose="020B0604020202020204" pitchFamily="34" charset="0"/>
              <a:buNone/>
            </a:pPr>
            <a:r>
              <a:rPr lang="en-US" altLang="zh-CN" b="0" kern="0" dirty="0">
                <a:solidFill>
                  <a:srgbClr val="0000FF"/>
                </a:solidFill>
              </a:rPr>
              <a:t>A</a:t>
            </a:r>
            <a:r>
              <a:rPr lang="zh-CN" altLang="en-US" b="0" kern="0" dirty="0">
                <a:solidFill>
                  <a:srgbClr val="0000FF"/>
                </a:solidFill>
              </a:rPr>
              <a:t>长度为</a:t>
            </a:r>
            <a:r>
              <a:rPr lang="en-US" altLang="zh-CN" b="0" kern="0" dirty="0">
                <a:solidFill>
                  <a:srgbClr val="0000FF"/>
                </a:solidFill>
              </a:rPr>
              <a:t>0</a:t>
            </a:r>
            <a:r>
              <a:rPr lang="zh-CN" altLang="en-US" b="0" kern="0" dirty="0">
                <a:solidFill>
                  <a:srgbClr val="0000FF"/>
                </a:solidFill>
              </a:rPr>
              <a:t>，</a:t>
            </a:r>
            <a:r>
              <a:rPr lang="zh-CN" altLang="en-US" b="1" kern="0" dirty="0">
                <a:solidFill>
                  <a:srgbClr val="0000FF"/>
                </a:solidFill>
              </a:rPr>
              <a:t>深度为</a:t>
            </a:r>
            <a:r>
              <a:rPr lang="en-US" altLang="zh-CN" b="1" kern="0" dirty="0">
                <a:solidFill>
                  <a:srgbClr val="0000FF"/>
                </a:solidFill>
              </a:rPr>
              <a:t>1</a:t>
            </a:r>
          </a:p>
          <a:p>
            <a:pPr marL="0" indent="0">
              <a:buFont typeface="Arial" panose="020B0604020202020204" pitchFamily="34" charset="0"/>
              <a:buNone/>
            </a:pPr>
            <a:r>
              <a:rPr lang="en-US" altLang="zh-CN" b="0" kern="0" dirty="0">
                <a:solidFill>
                  <a:srgbClr val="0000FF"/>
                </a:solidFill>
              </a:rPr>
              <a:t>B</a:t>
            </a:r>
            <a:r>
              <a:rPr lang="zh-CN" altLang="en-US" b="0" kern="0" dirty="0">
                <a:solidFill>
                  <a:srgbClr val="0000FF"/>
                </a:solidFill>
              </a:rPr>
              <a:t>长度为</a:t>
            </a:r>
            <a:r>
              <a:rPr lang="en-US" altLang="zh-CN" b="0" kern="0" dirty="0">
                <a:solidFill>
                  <a:srgbClr val="0000FF"/>
                </a:solidFill>
              </a:rPr>
              <a:t>2</a:t>
            </a:r>
            <a:r>
              <a:rPr lang="zh-CN" altLang="en-US" b="0" kern="0" dirty="0">
                <a:solidFill>
                  <a:srgbClr val="0000FF"/>
                </a:solidFill>
              </a:rPr>
              <a:t>，深度为</a:t>
            </a:r>
            <a:r>
              <a:rPr lang="en-US" altLang="zh-CN" b="0" kern="0" dirty="0">
                <a:solidFill>
                  <a:srgbClr val="0000FF"/>
                </a:solidFill>
              </a:rPr>
              <a:t>1</a:t>
            </a:r>
          </a:p>
          <a:p>
            <a:pPr marL="0" indent="0">
              <a:buFont typeface="Arial" panose="020B0604020202020204" pitchFamily="34" charset="0"/>
              <a:buNone/>
            </a:pPr>
            <a:r>
              <a:rPr lang="en-US" altLang="zh-CN" b="0" kern="0" dirty="0">
                <a:solidFill>
                  <a:srgbClr val="0000FF"/>
                </a:solidFill>
              </a:rPr>
              <a:t>C</a:t>
            </a:r>
            <a:r>
              <a:rPr lang="zh-CN" altLang="en-US" b="0" kern="0" dirty="0">
                <a:solidFill>
                  <a:srgbClr val="0000FF"/>
                </a:solidFill>
              </a:rPr>
              <a:t>长度为</a:t>
            </a:r>
            <a:r>
              <a:rPr lang="en-US" altLang="zh-CN" b="0" kern="0" dirty="0">
                <a:solidFill>
                  <a:srgbClr val="0000FF"/>
                </a:solidFill>
              </a:rPr>
              <a:t>2</a:t>
            </a:r>
            <a:r>
              <a:rPr lang="zh-CN" altLang="en-US" b="0" kern="0" dirty="0">
                <a:solidFill>
                  <a:srgbClr val="0000FF"/>
                </a:solidFill>
              </a:rPr>
              <a:t>，深度为</a:t>
            </a:r>
            <a:r>
              <a:rPr lang="en-US" altLang="zh-CN" b="0" kern="0" dirty="0">
                <a:solidFill>
                  <a:srgbClr val="0000FF"/>
                </a:solidFill>
              </a:rPr>
              <a:t>2</a:t>
            </a:r>
          </a:p>
          <a:p>
            <a:pPr marL="0" indent="0">
              <a:buFont typeface="Arial" panose="020B0604020202020204" pitchFamily="34" charset="0"/>
              <a:buNone/>
            </a:pPr>
            <a:r>
              <a:rPr lang="en-US" altLang="zh-CN" b="0" kern="0" dirty="0">
                <a:solidFill>
                  <a:srgbClr val="0000FF"/>
                </a:solidFill>
              </a:rPr>
              <a:t>D</a:t>
            </a:r>
            <a:r>
              <a:rPr lang="zh-CN" altLang="en-US" b="0" kern="0" dirty="0">
                <a:solidFill>
                  <a:srgbClr val="0000FF"/>
                </a:solidFill>
              </a:rPr>
              <a:t>长度为</a:t>
            </a:r>
            <a:r>
              <a:rPr lang="en-US" altLang="zh-CN" b="0" kern="0" dirty="0">
                <a:solidFill>
                  <a:srgbClr val="0000FF"/>
                </a:solidFill>
              </a:rPr>
              <a:t>3</a:t>
            </a:r>
            <a:r>
              <a:rPr lang="zh-CN" altLang="en-US" b="0" kern="0" dirty="0">
                <a:solidFill>
                  <a:srgbClr val="0000FF"/>
                </a:solidFill>
              </a:rPr>
              <a:t>，深度为</a:t>
            </a:r>
            <a:r>
              <a:rPr lang="en-US" altLang="zh-CN" b="0" kern="0" dirty="0">
                <a:solidFill>
                  <a:srgbClr val="0000FF"/>
                </a:solidFill>
              </a:rPr>
              <a:t>3</a:t>
            </a:r>
          </a:p>
          <a:p>
            <a:pPr marL="0" indent="0">
              <a:buFont typeface="Arial" panose="020B0604020202020204" pitchFamily="34" charset="0"/>
              <a:buNone/>
            </a:pPr>
            <a:r>
              <a:rPr lang="en-US" altLang="zh-CN" b="0" kern="0" dirty="0">
                <a:solidFill>
                  <a:srgbClr val="C00000"/>
                </a:solidFill>
              </a:rPr>
              <a:t>E</a:t>
            </a:r>
            <a:r>
              <a:rPr lang="zh-CN" altLang="en-US" b="0" kern="0" dirty="0">
                <a:solidFill>
                  <a:srgbClr val="C00000"/>
                </a:solidFill>
              </a:rPr>
              <a:t>长度为？  深度为？</a:t>
            </a:r>
          </a:p>
          <a:p>
            <a:pPr marL="0" indent="0">
              <a:buFont typeface="Arial" panose="020B0604020202020204" pitchFamily="34" charset="0"/>
              <a:buNone/>
            </a:pPr>
            <a:r>
              <a:rPr lang="en-US" altLang="zh-CN" b="0" kern="0" dirty="0">
                <a:solidFill>
                  <a:srgbClr val="C00000"/>
                </a:solidFill>
              </a:rPr>
              <a:t>F</a:t>
            </a:r>
            <a:r>
              <a:rPr lang="zh-CN" altLang="en-US" b="0" kern="0" dirty="0">
                <a:solidFill>
                  <a:srgbClr val="C00000"/>
                </a:solidFill>
              </a:rPr>
              <a:t>长度为？ 深度为？</a:t>
            </a:r>
          </a:p>
        </p:txBody>
      </p:sp>
    </p:spTree>
    <p:extLst>
      <p:ext uri="{BB962C8B-B14F-4D97-AF65-F5344CB8AC3E}">
        <p14:creationId xmlns:p14="http://schemas.microsoft.com/office/powerpoint/2010/main" val="254941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数组的顺序表示和实现</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矩阵的压缩存储</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特殊矩阵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稀疏矩阵</a:t>
            </a:r>
            <a:endParaRPr lang="en-US" altLang="zh-CN" sz="24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广义表的定义</a:t>
            </a:r>
            <a:endParaRPr lang="en-US" altLang="zh-CN" sz="2800" dirty="0">
              <a:solidFill>
                <a:schemeClr val="tx1">
                  <a:lumMod val="20000"/>
                  <a:lumOff val="80000"/>
                </a:schemeClr>
              </a:solidFill>
              <a:latin typeface="黑体" panose="02010609060101010101" pitchFamily="49" charset="-122"/>
              <a:ea typeface="黑体" panose="02010609060101010101" pitchFamily="49" charset="-122"/>
            </a:endParaRPr>
          </a:p>
          <a:p>
            <a:pPr>
              <a:lnSpc>
                <a:spcPct val="150000"/>
              </a:lnSpc>
            </a:pPr>
            <a:r>
              <a:rPr lang="zh-CN" altLang="en-US" sz="2800" dirty="0">
                <a:latin typeface="黑体" panose="02010609060101010101" pitchFamily="49" charset="-122"/>
                <a:ea typeface="黑体" panose="02010609060101010101" pitchFamily="49" charset="-122"/>
              </a:rPr>
              <a:t>广义表的存储结构</a:t>
            </a:r>
          </a:p>
        </p:txBody>
      </p:sp>
    </p:spTree>
    <p:extLst>
      <p:ext uri="{BB962C8B-B14F-4D97-AF65-F5344CB8AC3E}">
        <p14:creationId xmlns:p14="http://schemas.microsoft.com/office/powerpoint/2010/main" val="690917066"/>
      </p:ext>
    </p:extLst>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9D4743-0D23-4DC1-850D-28BB60315592}"/>
              </a:ext>
            </a:extLst>
          </p:cNvPr>
          <p:cNvSpPr>
            <a:spLocks noGrp="1"/>
          </p:cNvSpPr>
          <p:nvPr>
            <p:ph type="title"/>
          </p:nvPr>
        </p:nvSpPr>
        <p:spPr/>
        <p:txBody>
          <a:bodyPr/>
          <a:lstStyle/>
          <a:p>
            <a:r>
              <a:rPr lang="zh-CN" altLang="en-US" dirty="0"/>
              <a:t>广义表的链式表示</a:t>
            </a:r>
          </a:p>
        </p:txBody>
      </p:sp>
      <p:sp>
        <p:nvSpPr>
          <p:cNvPr id="97" name="Text Box 3">
            <a:extLst>
              <a:ext uri="{FF2B5EF4-FFF2-40B4-BE49-F238E27FC236}">
                <a16:creationId xmlns:a16="http://schemas.microsoft.com/office/drawing/2014/main" id="{9AA1A461-D04C-4B80-B9A3-5DADA801A528}"/>
              </a:ext>
            </a:extLst>
          </p:cNvPr>
          <p:cNvSpPr txBox="1">
            <a:spLocks noChangeArrowheads="1"/>
          </p:cNvSpPr>
          <p:nvPr/>
        </p:nvSpPr>
        <p:spPr bwMode="auto">
          <a:xfrm>
            <a:off x="344488" y="1824386"/>
            <a:ext cx="81915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kumimoji="1" lang="en-US" altLang="zh-CN" sz="3000" i="1" dirty="0">
                <a:solidFill>
                  <a:srgbClr val="000099"/>
                </a:solidFill>
                <a:ea typeface="宋体" panose="02010600030101010101" pitchFamily="2" charset="-122"/>
              </a:rPr>
              <a:t>list</a:t>
            </a:r>
            <a:r>
              <a:rPr kumimoji="1" lang="en-US" altLang="zh-CN" sz="3000" dirty="0">
                <a:solidFill>
                  <a:srgbClr val="000099"/>
                </a:solidFill>
                <a:ea typeface="宋体" panose="02010600030101010101" pitchFamily="2" charset="-122"/>
              </a:rPr>
              <a:t>1 = (</a:t>
            </a:r>
            <a:r>
              <a:rPr kumimoji="1" lang="en-US" altLang="zh-CN" sz="3000" i="1" dirty="0">
                <a:solidFill>
                  <a:srgbClr val="000099"/>
                </a:solidFill>
                <a:ea typeface="宋体" panose="02010600030101010101" pitchFamily="2" charset="-122"/>
              </a:rPr>
              <a:t>a</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b</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c</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d</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e</a:t>
            </a:r>
            <a:r>
              <a:rPr kumimoji="1" lang="en-US" altLang="zh-CN" sz="3000" dirty="0">
                <a:solidFill>
                  <a:srgbClr val="000099"/>
                </a:solidFill>
                <a:ea typeface="宋体" panose="02010600030101010101" pitchFamily="2" charset="-122"/>
              </a:rPr>
              <a:t>)</a:t>
            </a:r>
            <a:endParaRPr kumimoji="1" lang="en-US" altLang="zh-CN" sz="1900" b="0" dirty="0">
              <a:solidFill>
                <a:srgbClr val="000099"/>
              </a:solidFill>
              <a:ea typeface="宋体" panose="02010600030101010101" pitchFamily="2" charset="-122"/>
            </a:endParaRPr>
          </a:p>
        </p:txBody>
      </p:sp>
      <p:sp>
        <p:nvSpPr>
          <p:cNvPr id="98" name="Text Box 4">
            <a:extLst>
              <a:ext uri="{FF2B5EF4-FFF2-40B4-BE49-F238E27FC236}">
                <a16:creationId xmlns:a16="http://schemas.microsoft.com/office/drawing/2014/main" id="{5B23ABE7-1CA3-4E85-A610-8BA7528A5E9C}"/>
              </a:ext>
            </a:extLst>
          </p:cNvPr>
          <p:cNvSpPr txBox="1">
            <a:spLocks noChangeArrowheads="1"/>
          </p:cNvSpPr>
          <p:nvPr/>
        </p:nvSpPr>
        <p:spPr bwMode="auto">
          <a:xfrm>
            <a:off x="1428750" y="5905501"/>
            <a:ext cx="65913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en-US" altLang="zh-CN" sz="3000" i="1" dirty="0">
                <a:solidFill>
                  <a:srgbClr val="000099"/>
                </a:solidFill>
                <a:ea typeface="宋体" panose="02010600030101010101" pitchFamily="2" charset="-122"/>
              </a:rPr>
              <a:t>list</a:t>
            </a:r>
            <a:r>
              <a:rPr kumimoji="1" lang="en-US" altLang="zh-CN" sz="3000" dirty="0">
                <a:solidFill>
                  <a:srgbClr val="000099"/>
                </a:solidFill>
                <a:ea typeface="宋体" panose="02010600030101010101" pitchFamily="2" charset="-122"/>
              </a:rPr>
              <a:t>2 = (</a:t>
            </a:r>
            <a:r>
              <a:rPr kumimoji="1" lang="en-US" altLang="zh-CN" sz="3000" i="1" dirty="0">
                <a:solidFill>
                  <a:srgbClr val="000099"/>
                </a:solidFill>
                <a:ea typeface="宋体" panose="02010600030101010101" pitchFamily="2" charset="-122"/>
              </a:rPr>
              <a:t>a</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b</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c</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d</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e</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f</a:t>
            </a:r>
            <a:r>
              <a:rPr kumimoji="1" lang="en-US" altLang="zh-CN" sz="3000" dirty="0">
                <a:solidFill>
                  <a:srgbClr val="000099"/>
                </a:solidFill>
                <a:ea typeface="宋体" panose="02010600030101010101" pitchFamily="2" charset="-122"/>
              </a:rPr>
              <a:t>), (), </a:t>
            </a:r>
            <a:r>
              <a:rPr kumimoji="1" lang="en-US" altLang="zh-CN" sz="3000" i="1" dirty="0">
                <a:solidFill>
                  <a:srgbClr val="000099"/>
                </a:solidFill>
                <a:ea typeface="宋体" panose="02010600030101010101" pitchFamily="2" charset="-122"/>
              </a:rPr>
              <a:t>g</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h</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r</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s</a:t>
            </a:r>
            <a:r>
              <a:rPr kumimoji="1" lang="en-US" altLang="zh-CN" sz="3000" dirty="0">
                <a:solidFill>
                  <a:srgbClr val="000099"/>
                </a:solidFill>
                <a:ea typeface="宋体" panose="02010600030101010101" pitchFamily="2" charset="-122"/>
              </a:rPr>
              <a:t>, </a:t>
            </a:r>
            <a:r>
              <a:rPr kumimoji="1" lang="en-US" altLang="zh-CN" sz="3000" i="1" dirty="0">
                <a:solidFill>
                  <a:srgbClr val="000099"/>
                </a:solidFill>
                <a:ea typeface="宋体" panose="02010600030101010101" pitchFamily="2" charset="-122"/>
              </a:rPr>
              <a:t>t</a:t>
            </a:r>
            <a:r>
              <a:rPr kumimoji="1" lang="en-US" altLang="zh-CN" sz="3000" dirty="0">
                <a:solidFill>
                  <a:srgbClr val="000099"/>
                </a:solidFill>
                <a:ea typeface="宋体" panose="02010600030101010101" pitchFamily="2" charset="-122"/>
              </a:rPr>
              <a:t>))</a:t>
            </a:r>
            <a:endParaRPr kumimoji="1" lang="en-US" altLang="zh-CN" sz="3200" dirty="0">
              <a:solidFill>
                <a:srgbClr val="008000"/>
              </a:solidFill>
              <a:latin typeface="隶书" panose="02010509060101010101" pitchFamily="49" charset="-122"/>
              <a:ea typeface="隶书" panose="02010509060101010101" pitchFamily="49" charset="-122"/>
            </a:endParaRPr>
          </a:p>
        </p:txBody>
      </p:sp>
      <p:grpSp>
        <p:nvGrpSpPr>
          <p:cNvPr id="99" name="Group 100">
            <a:extLst>
              <a:ext uri="{FF2B5EF4-FFF2-40B4-BE49-F238E27FC236}">
                <a16:creationId xmlns:a16="http://schemas.microsoft.com/office/drawing/2014/main" id="{6245DFBA-4A4C-47FF-88D9-C096DE03493D}"/>
              </a:ext>
            </a:extLst>
          </p:cNvPr>
          <p:cNvGrpSpPr>
            <a:grpSpLocks/>
          </p:cNvGrpSpPr>
          <p:nvPr/>
        </p:nvGrpSpPr>
        <p:grpSpPr bwMode="auto">
          <a:xfrm>
            <a:off x="391114" y="2733229"/>
            <a:ext cx="8432800" cy="3121025"/>
            <a:chOff x="240" y="1627"/>
            <a:chExt cx="5312" cy="1966"/>
          </a:xfrm>
        </p:grpSpPr>
        <p:sp>
          <p:nvSpPr>
            <p:cNvPr id="100" name="Rectangle 5">
              <a:extLst>
                <a:ext uri="{FF2B5EF4-FFF2-40B4-BE49-F238E27FC236}">
                  <a16:creationId xmlns:a16="http://schemas.microsoft.com/office/drawing/2014/main" id="{7B0AFAA6-03A5-4C02-9153-2CF7E335876D}"/>
                </a:ext>
              </a:extLst>
            </p:cNvPr>
            <p:cNvSpPr>
              <a:spLocks noChangeArrowheads="1"/>
            </p:cNvSpPr>
            <p:nvPr/>
          </p:nvSpPr>
          <p:spPr bwMode="auto">
            <a:xfrm>
              <a:off x="1056" y="1704"/>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1" name="Line 6">
              <a:extLst>
                <a:ext uri="{FF2B5EF4-FFF2-40B4-BE49-F238E27FC236}">
                  <a16:creationId xmlns:a16="http://schemas.microsoft.com/office/drawing/2014/main" id="{2FD1710E-5129-4823-AF78-601004E3AA98}"/>
                </a:ext>
              </a:extLst>
            </p:cNvPr>
            <p:cNvSpPr>
              <a:spLocks noChangeShapeType="1"/>
            </p:cNvSpPr>
            <p:nvPr/>
          </p:nvSpPr>
          <p:spPr bwMode="auto">
            <a:xfrm>
              <a:off x="1344" y="1704"/>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2" name="Line 7">
              <a:extLst>
                <a:ext uri="{FF2B5EF4-FFF2-40B4-BE49-F238E27FC236}">
                  <a16:creationId xmlns:a16="http://schemas.microsoft.com/office/drawing/2014/main" id="{6F39430A-8BCB-4DE0-8E31-DB309B20BDB9}"/>
                </a:ext>
              </a:extLst>
            </p:cNvPr>
            <p:cNvSpPr>
              <a:spLocks noChangeShapeType="1"/>
            </p:cNvSpPr>
            <p:nvPr/>
          </p:nvSpPr>
          <p:spPr bwMode="auto">
            <a:xfrm>
              <a:off x="1440" y="1848"/>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3" name="Rectangle 8">
              <a:extLst>
                <a:ext uri="{FF2B5EF4-FFF2-40B4-BE49-F238E27FC236}">
                  <a16:creationId xmlns:a16="http://schemas.microsoft.com/office/drawing/2014/main" id="{7303C0EA-795E-4EF7-80BA-BB439053FB92}"/>
                </a:ext>
              </a:extLst>
            </p:cNvPr>
            <p:cNvSpPr>
              <a:spLocks noChangeArrowheads="1"/>
            </p:cNvSpPr>
            <p:nvPr/>
          </p:nvSpPr>
          <p:spPr bwMode="auto">
            <a:xfrm>
              <a:off x="1776" y="1704"/>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4" name="Line 9">
              <a:extLst>
                <a:ext uri="{FF2B5EF4-FFF2-40B4-BE49-F238E27FC236}">
                  <a16:creationId xmlns:a16="http://schemas.microsoft.com/office/drawing/2014/main" id="{D75AB19A-30BE-4128-B5BF-0A641DE57291}"/>
                </a:ext>
              </a:extLst>
            </p:cNvPr>
            <p:cNvSpPr>
              <a:spLocks noChangeShapeType="1"/>
            </p:cNvSpPr>
            <p:nvPr/>
          </p:nvSpPr>
          <p:spPr bwMode="auto">
            <a:xfrm>
              <a:off x="2064" y="1704"/>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5" name="Line 10">
              <a:extLst>
                <a:ext uri="{FF2B5EF4-FFF2-40B4-BE49-F238E27FC236}">
                  <a16:creationId xmlns:a16="http://schemas.microsoft.com/office/drawing/2014/main" id="{9573C32D-4450-4FD2-A848-2F0DFFC144BA}"/>
                </a:ext>
              </a:extLst>
            </p:cNvPr>
            <p:cNvSpPr>
              <a:spLocks noChangeShapeType="1"/>
            </p:cNvSpPr>
            <p:nvPr/>
          </p:nvSpPr>
          <p:spPr bwMode="auto">
            <a:xfrm>
              <a:off x="2160" y="1848"/>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6" name="Rectangle 11">
              <a:extLst>
                <a:ext uri="{FF2B5EF4-FFF2-40B4-BE49-F238E27FC236}">
                  <a16:creationId xmlns:a16="http://schemas.microsoft.com/office/drawing/2014/main" id="{F8EE29D1-AD06-4B84-AF3F-869D02FE7F1F}"/>
                </a:ext>
              </a:extLst>
            </p:cNvPr>
            <p:cNvSpPr>
              <a:spLocks noChangeArrowheads="1"/>
            </p:cNvSpPr>
            <p:nvPr/>
          </p:nvSpPr>
          <p:spPr bwMode="auto">
            <a:xfrm>
              <a:off x="2496" y="1704"/>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7" name="Line 12">
              <a:extLst>
                <a:ext uri="{FF2B5EF4-FFF2-40B4-BE49-F238E27FC236}">
                  <a16:creationId xmlns:a16="http://schemas.microsoft.com/office/drawing/2014/main" id="{3861D62B-3EE4-4DB2-9E0C-B358581478B6}"/>
                </a:ext>
              </a:extLst>
            </p:cNvPr>
            <p:cNvSpPr>
              <a:spLocks noChangeShapeType="1"/>
            </p:cNvSpPr>
            <p:nvPr/>
          </p:nvSpPr>
          <p:spPr bwMode="auto">
            <a:xfrm>
              <a:off x="2784" y="1704"/>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8" name="Line 13">
              <a:extLst>
                <a:ext uri="{FF2B5EF4-FFF2-40B4-BE49-F238E27FC236}">
                  <a16:creationId xmlns:a16="http://schemas.microsoft.com/office/drawing/2014/main" id="{72829929-14BF-4B9E-A3EA-E6583BF2E85C}"/>
                </a:ext>
              </a:extLst>
            </p:cNvPr>
            <p:cNvSpPr>
              <a:spLocks noChangeShapeType="1"/>
            </p:cNvSpPr>
            <p:nvPr/>
          </p:nvSpPr>
          <p:spPr bwMode="auto">
            <a:xfrm>
              <a:off x="2880" y="1848"/>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09" name="Rectangle 14">
              <a:extLst>
                <a:ext uri="{FF2B5EF4-FFF2-40B4-BE49-F238E27FC236}">
                  <a16:creationId xmlns:a16="http://schemas.microsoft.com/office/drawing/2014/main" id="{06948A5B-7212-4B06-A4E3-D73B229A695C}"/>
                </a:ext>
              </a:extLst>
            </p:cNvPr>
            <p:cNvSpPr>
              <a:spLocks noChangeArrowheads="1"/>
            </p:cNvSpPr>
            <p:nvPr/>
          </p:nvSpPr>
          <p:spPr bwMode="auto">
            <a:xfrm>
              <a:off x="3216" y="1704"/>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0" name="Line 15">
              <a:extLst>
                <a:ext uri="{FF2B5EF4-FFF2-40B4-BE49-F238E27FC236}">
                  <a16:creationId xmlns:a16="http://schemas.microsoft.com/office/drawing/2014/main" id="{26CA1EB5-B690-48DF-AC5C-0741704888EB}"/>
                </a:ext>
              </a:extLst>
            </p:cNvPr>
            <p:cNvSpPr>
              <a:spLocks noChangeShapeType="1"/>
            </p:cNvSpPr>
            <p:nvPr/>
          </p:nvSpPr>
          <p:spPr bwMode="auto">
            <a:xfrm>
              <a:off x="3504" y="1704"/>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1" name="Line 16">
              <a:extLst>
                <a:ext uri="{FF2B5EF4-FFF2-40B4-BE49-F238E27FC236}">
                  <a16:creationId xmlns:a16="http://schemas.microsoft.com/office/drawing/2014/main" id="{990FE462-727D-48FF-8F2C-940C26AC7B74}"/>
                </a:ext>
              </a:extLst>
            </p:cNvPr>
            <p:cNvSpPr>
              <a:spLocks noChangeShapeType="1"/>
            </p:cNvSpPr>
            <p:nvPr/>
          </p:nvSpPr>
          <p:spPr bwMode="auto">
            <a:xfrm>
              <a:off x="720" y="1848"/>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2" name="Rectangle 17">
              <a:extLst>
                <a:ext uri="{FF2B5EF4-FFF2-40B4-BE49-F238E27FC236}">
                  <a16:creationId xmlns:a16="http://schemas.microsoft.com/office/drawing/2014/main" id="{D9C69CFB-3CED-4825-9DCA-805F4522D0F1}"/>
                </a:ext>
              </a:extLst>
            </p:cNvPr>
            <p:cNvSpPr>
              <a:spLocks noChangeArrowheads="1"/>
            </p:cNvSpPr>
            <p:nvPr/>
          </p:nvSpPr>
          <p:spPr bwMode="auto">
            <a:xfrm>
              <a:off x="5040" y="2232"/>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3" name="Line 18">
              <a:extLst>
                <a:ext uri="{FF2B5EF4-FFF2-40B4-BE49-F238E27FC236}">
                  <a16:creationId xmlns:a16="http://schemas.microsoft.com/office/drawing/2014/main" id="{52A08DCC-1964-47AC-846D-AD9456C916CD}"/>
                </a:ext>
              </a:extLst>
            </p:cNvPr>
            <p:cNvSpPr>
              <a:spLocks noChangeShapeType="1"/>
            </p:cNvSpPr>
            <p:nvPr/>
          </p:nvSpPr>
          <p:spPr bwMode="auto">
            <a:xfrm>
              <a:off x="5328" y="2232"/>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4" name="Rectangle 19">
              <a:extLst>
                <a:ext uri="{FF2B5EF4-FFF2-40B4-BE49-F238E27FC236}">
                  <a16:creationId xmlns:a16="http://schemas.microsoft.com/office/drawing/2014/main" id="{0AAFB493-618B-49AA-AF20-BC9580632D53}"/>
                </a:ext>
              </a:extLst>
            </p:cNvPr>
            <p:cNvSpPr>
              <a:spLocks noChangeArrowheads="1"/>
            </p:cNvSpPr>
            <p:nvPr/>
          </p:nvSpPr>
          <p:spPr bwMode="auto">
            <a:xfrm>
              <a:off x="4320" y="2232"/>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5" name="Line 20">
              <a:extLst>
                <a:ext uri="{FF2B5EF4-FFF2-40B4-BE49-F238E27FC236}">
                  <a16:creationId xmlns:a16="http://schemas.microsoft.com/office/drawing/2014/main" id="{FCDC89B5-3420-4E36-86A8-4FBF7919AD48}"/>
                </a:ext>
              </a:extLst>
            </p:cNvPr>
            <p:cNvSpPr>
              <a:spLocks noChangeShapeType="1"/>
            </p:cNvSpPr>
            <p:nvPr/>
          </p:nvSpPr>
          <p:spPr bwMode="auto">
            <a:xfrm>
              <a:off x="4608" y="2232"/>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6" name="Rectangle 21">
              <a:extLst>
                <a:ext uri="{FF2B5EF4-FFF2-40B4-BE49-F238E27FC236}">
                  <a16:creationId xmlns:a16="http://schemas.microsoft.com/office/drawing/2014/main" id="{BCACECA6-3415-49DE-9C5C-AACD84CD0EBA}"/>
                </a:ext>
              </a:extLst>
            </p:cNvPr>
            <p:cNvSpPr>
              <a:spLocks noChangeArrowheads="1"/>
            </p:cNvSpPr>
            <p:nvPr/>
          </p:nvSpPr>
          <p:spPr bwMode="auto">
            <a:xfrm>
              <a:off x="3600" y="2232"/>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7" name="Line 22">
              <a:extLst>
                <a:ext uri="{FF2B5EF4-FFF2-40B4-BE49-F238E27FC236}">
                  <a16:creationId xmlns:a16="http://schemas.microsoft.com/office/drawing/2014/main" id="{902895C1-5B7E-48D2-AFEC-4592E6AD0E85}"/>
                </a:ext>
              </a:extLst>
            </p:cNvPr>
            <p:cNvSpPr>
              <a:spLocks noChangeShapeType="1"/>
            </p:cNvSpPr>
            <p:nvPr/>
          </p:nvSpPr>
          <p:spPr bwMode="auto">
            <a:xfrm>
              <a:off x="3888" y="2232"/>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8" name="Line 23">
              <a:extLst>
                <a:ext uri="{FF2B5EF4-FFF2-40B4-BE49-F238E27FC236}">
                  <a16:creationId xmlns:a16="http://schemas.microsoft.com/office/drawing/2014/main" id="{29D17B7B-3219-4A28-A285-8875637ECB5A}"/>
                </a:ext>
              </a:extLst>
            </p:cNvPr>
            <p:cNvSpPr>
              <a:spLocks noChangeShapeType="1"/>
            </p:cNvSpPr>
            <p:nvPr/>
          </p:nvSpPr>
          <p:spPr bwMode="auto">
            <a:xfrm>
              <a:off x="3360" y="2376"/>
              <a:ext cx="240"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19" name="Line 24">
              <a:extLst>
                <a:ext uri="{FF2B5EF4-FFF2-40B4-BE49-F238E27FC236}">
                  <a16:creationId xmlns:a16="http://schemas.microsoft.com/office/drawing/2014/main" id="{BB7503F4-3541-4002-9C94-18F23E0C0812}"/>
                </a:ext>
              </a:extLst>
            </p:cNvPr>
            <p:cNvSpPr>
              <a:spLocks noChangeShapeType="1"/>
            </p:cNvSpPr>
            <p:nvPr/>
          </p:nvSpPr>
          <p:spPr bwMode="auto">
            <a:xfrm flipV="1">
              <a:off x="3360" y="1848"/>
              <a:ext cx="0" cy="52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0" name="Line 25">
              <a:extLst>
                <a:ext uri="{FF2B5EF4-FFF2-40B4-BE49-F238E27FC236}">
                  <a16:creationId xmlns:a16="http://schemas.microsoft.com/office/drawing/2014/main" id="{62EEF7E5-D4AE-4A11-9BEF-57F877978AE8}"/>
                </a:ext>
              </a:extLst>
            </p:cNvPr>
            <p:cNvSpPr>
              <a:spLocks noChangeShapeType="1"/>
            </p:cNvSpPr>
            <p:nvPr/>
          </p:nvSpPr>
          <p:spPr bwMode="auto">
            <a:xfrm>
              <a:off x="3984" y="2376"/>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1" name="Line 26">
              <a:extLst>
                <a:ext uri="{FF2B5EF4-FFF2-40B4-BE49-F238E27FC236}">
                  <a16:creationId xmlns:a16="http://schemas.microsoft.com/office/drawing/2014/main" id="{007F0268-DB05-4BC4-9E06-DAFFF891E0ED}"/>
                </a:ext>
              </a:extLst>
            </p:cNvPr>
            <p:cNvSpPr>
              <a:spLocks noChangeShapeType="1"/>
            </p:cNvSpPr>
            <p:nvPr/>
          </p:nvSpPr>
          <p:spPr bwMode="auto">
            <a:xfrm>
              <a:off x="4704" y="2376"/>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2" name="Rectangle 27">
              <a:extLst>
                <a:ext uri="{FF2B5EF4-FFF2-40B4-BE49-F238E27FC236}">
                  <a16:creationId xmlns:a16="http://schemas.microsoft.com/office/drawing/2014/main" id="{D11494FA-658F-43FD-9728-A40406F250C0}"/>
                </a:ext>
              </a:extLst>
            </p:cNvPr>
            <p:cNvSpPr>
              <a:spLocks noChangeArrowheads="1"/>
            </p:cNvSpPr>
            <p:nvPr/>
          </p:nvSpPr>
          <p:spPr bwMode="auto">
            <a:xfrm>
              <a:off x="1344" y="2760"/>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3" name="Line 28">
              <a:extLst>
                <a:ext uri="{FF2B5EF4-FFF2-40B4-BE49-F238E27FC236}">
                  <a16:creationId xmlns:a16="http://schemas.microsoft.com/office/drawing/2014/main" id="{209DDCA0-3ABB-4E58-AC4D-E882C58441C9}"/>
                </a:ext>
              </a:extLst>
            </p:cNvPr>
            <p:cNvSpPr>
              <a:spLocks noChangeShapeType="1"/>
            </p:cNvSpPr>
            <p:nvPr/>
          </p:nvSpPr>
          <p:spPr bwMode="auto">
            <a:xfrm>
              <a:off x="1632" y="2760"/>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4" name="Line 29">
              <a:extLst>
                <a:ext uri="{FF2B5EF4-FFF2-40B4-BE49-F238E27FC236}">
                  <a16:creationId xmlns:a16="http://schemas.microsoft.com/office/drawing/2014/main" id="{C9E26E1D-6787-4EBD-9702-BE13C108242E}"/>
                </a:ext>
              </a:extLst>
            </p:cNvPr>
            <p:cNvSpPr>
              <a:spLocks noChangeShapeType="1"/>
            </p:cNvSpPr>
            <p:nvPr/>
          </p:nvSpPr>
          <p:spPr bwMode="auto">
            <a:xfrm>
              <a:off x="1728" y="2904"/>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5" name="Rectangle 30">
              <a:extLst>
                <a:ext uri="{FF2B5EF4-FFF2-40B4-BE49-F238E27FC236}">
                  <a16:creationId xmlns:a16="http://schemas.microsoft.com/office/drawing/2014/main" id="{41551FF7-7F8C-4F3A-9728-5363B9AB4E4E}"/>
                </a:ext>
              </a:extLst>
            </p:cNvPr>
            <p:cNvSpPr>
              <a:spLocks noChangeArrowheads="1"/>
            </p:cNvSpPr>
            <p:nvPr/>
          </p:nvSpPr>
          <p:spPr bwMode="auto">
            <a:xfrm>
              <a:off x="2064" y="2760"/>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6" name="Line 31">
              <a:extLst>
                <a:ext uri="{FF2B5EF4-FFF2-40B4-BE49-F238E27FC236}">
                  <a16:creationId xmlns:a16="http://schemas.microsoft.com/office/drawing/2014/main" id="{BDDD3BB1-2923-4563-8072-31296933969A}"/>
                </a:ext>
              </a:extLst>
            </p:cNvPr>
            <p:cNvSpPr>
              <a:spLocks noChangeShapeType="1"/>
            </p:cNvSpPr>
            <p:nvPr/>
          </p:nvSpPr>
          <p:spPr bwMode="auto">
            <a:xfrm>
              <a:off x="2352" y="2760"/>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7" name="Line 32">
              <a:extLst>
                <a:ext uri="{FF2B5EF4-FFF2-40B4-BE49-F238E27FC236}">
                  <a16:creationId xmlns:a16="http://schemas.microsoft.com/office/drawing/2014/main" id="{1DE8F08C-DC22-450E-8BFE-0D022FC2E4FF}"/>
                </a:ext>
              </a:extLst>
            </p:cNvPr>
            <p:cNvSpPr>
              <a:spLocks noChangeShapeType="1"/>
            </p:cNvSpPr>
            <p:nvPr/>
          </p:nvSpPr>
          <p:spPr bwMode="auto">
            <a:xfrm>
              <a:off x="2448" y="2904"/>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8" name="Rectangle 33">
              <a:extLst>
                <a:ext uri="{FF2B5EF4-FFF2-40B4-BE49-F238E27FC236}">
                  <a16:creationId xmlns:a16="http://schemas.microsoft.com/office/drawing/2014/main" id="{ED7B2E74-1AF9-4267-89F3-27C2AD4929F5}"/>
                </a:ext>
              </a:extLst>
            </p:cNvPr>
            <p:cNvSpPr>
              <a:spLocks noChangeArrowheads="1"/>
            </p:cNvSpPr>
            <p:nvPr/>
          </p:nvSpPr>
          <p:spPr bwMode="auto">
            <a:xfrm>
              <a:off x="2784" y="2760"/>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29" name="Line 34">
              <a:extLst>
                <a:ext uri="{FF2B5EF4-FFF2-40B4-BE49-F238E27FC236}">
                  <a16:creationId xmlns:a16="http://schemas.microsoft.com/office/drawing/2014/main" id="{DC1D962D-6479-4357-A6BF-5D43AD8E2B4E}"/>
                </a:ext>
              </a:extLst>
            </p:cNvPr>
            <p:cNvSpPr>
              <a:spLocks noChangeShapeType="1"/>
            </p:cNvSpPr>
            <p:nvPr/>
          </p:nvSpPr>
          <p:spPr bwMode="auto">
            <a:xfrm>
              <a:off x="3072" y="2760"/>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0" name="Line 35">
              <a:extLst>
                <a:ext uri="{FF2B5EF4-FFF2-40B4-BE49-F238E27FC236}">
                  <a16:creationId xmlns:a16="http://schemas.microsoft.com/office/drawing/2014/main" id="{39AC3CB5-63F7-4A81-8A8F-13C69DDE4595}"/>
                </a:ext>
              </a:extLst>
            </p:cNvPr>
            <p:cNvSpPr>
              <a:spLocks noChangeShapeType="1"/>
            </p:cNvSpPr>
            <p:nvPr/>
          </p:nvSpPr>
          <p:spPr bwMode="auto">
            <a:xfrm>
              <a:off x="3168" y="2904"/>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1" name="Rectangle 36">
              <a:extLst>
                <a:ext uri="{FF2B5EF4-FFF2-40B4-BE49-F238E27FC236}">
                  <a16:creationId xmlns:a16="http://schemas.microsoft.com/office/drawing/2014/main" id="{0EE3FFFB-9B39-4C33-B220-3A61FCD20E56}"/>
                </a:ext>
              </a:extLst>
            </p:cNvPr>
            <p:cNvSpPr>
              <a:spLocks noChangeArrowheads="1"/>
            </p:cNvSpPr>
            <p:nvPr/>
          </p:nvSpPr>
          <p:spPr bwMode="auto">
            <a:xfrm>
              <a:off x="3504" y="2760"/>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2" name="Line 37">
              <a:extLst>
                <a:ext uri="{FF2B5EF4-FFF2-40B4-BE49-F238E27FC236}">
                  <a16:creationId xmlns:a16="http://schemas.microsoft.com/office/drawing/2014/main" id="{BABA175F-9735-4FCB-B81D-B703DB178A86}"/>
                </a:ext>
              </a:extLst>
            </p:cNvPr>
            <p:cNvSpPr>
              <a:spLocks noChangeShapeType="1"/>
            </p:cNvSpPr>
            <p:nvPr/>
          </p:nvSpPr>
          <p:spPr bwMode="auto">
            <a:xfrm>
              <a:off x="3792" y="2760"/>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3" name="Line 38">
              <a:extLst>
                <a:ext uri="{FF2B5EF4-FFF2-40B4-BE49-F238E27FC236}">
                  <a16:creationId xmlns:a16="http://schemas.microsoft.com/office/drawing/2014/main" id="{F7F40329-CFF1-4DB7-A248-B53D8C707D3B}"/>
                </a:ext>
              </a:extLst>
            </p:cNvPr>
            <p:cNvSpPr>
              <a:spLocks noChangeShapeType="1"/>
            </p:cNvSpPr>
            <p:nvPr/>
          </p:nvSpPr>
          <p:spPr bwMode="auto">
            <a:xfrm>
              <a:off x="3888" y="2904"/>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4" name="Rectangle 39">
              <a:extLst>
                <a:ext uri="{FF2B5EF4-FFF2-40B4-BE49-F238E27FC236}">
                  <a16:creationId xmlns:a16="http://schemas.microsoft.com/office/drawing/2014/main" id="{6CE0622D-B56F-458A-AC4F-F4FB1E6984F4}"/>
                </a:ext>
              </a:extLst>
            </p:cNvPr>
            <p:cNvSpPr>
              <a:spLocks noChangeArrowheads="1"/>
            </p:cNvSpPr>
            <p:nvPr/>
          </p:nvSpPr>
          <p:spPr bwMode="auto">
            <a:xfrm>
              <a:off x="4224" y="2760"/>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5" name="Line 40">
              <a:extLst>
                <a:ext uri="{FF2B5EF4-FFF2-40B4-BE49-F238E27FC236}">
                  <a16:creationId xmlns:a16="http://schemas.microsoft.com/office/drawing/2014/main" id="{023A8060-96DA-4B46-A9EB-E988BDAB3A34}"/>
                </a:ext>
              </a:extLst>
            </p:cNvPr>
            <p:cNvSpPr>
              <a:spLocks noChangeShapeType="1"/>
            </p:cNvSpPr>
            <p:nvPr/>
          </p:nvSpPr>
          <p:spPr bwMode="auto">
            <a:xfrm>
              <a:off x="4512" y="2760"/>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6" name="Rectangle 41">
              <a:extLst>
                <a:ext uri="{FF2B5EF4-FFF2-40B4-BE49-F238E27FC236}">
                  <a16:creationId xmlns:a16="http://schemas.microsoft.com/office/drawing/2014/main" id="{972FB752-7842-4CDB-9F20-627F9BBB3D6D}"/>
                </a:ext>
              </a:extLst>
            </p:cNvPr>
            <p:cNvSpPr>
              <a:spLocks noChangeArrowheads="1"/>
            </p:cNvSpPr>
            <p:nvPr/>
          </p:nvSpPr>
          <p:spPr bwMode="auto">
            <a:xfrm>
              <a:off x="3504" y="3288"/>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7" name="Line 42">
              <a:extLst>
                <a:ext uri="{FF2B5EF4-FFF2-40B4-BE49-F238E27FC236}">
                  <a16:creationId xmlns:a16="http://schemas.microsoft.com/office/drawing/2014/main" id="{3D1E61C1-929F-40EE-B1B9-F4A893D3D570}"/>
                </a:ext>
              </a:extLst>
            </p:cNvPr>
            <p:cNvSpPr>
              <a:spLocks noChangeShapeType="1"/>
            </p:cNvSpPr>
            <p:nvPr/>
          </p:nvSpPr>
          <p:spPr bwMode="auto">
            <a:xfrm>
              <a:off x="3792" y="3288"/>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8" name="Line 43">
              <a:extLst>
                <a:ext uri="{FF2B5EF4-FFF2-40B4-BE49-F238E27FC236}">
                  <a16:creationId xmlns:a16="http://schemas.microsoft.com/office/drawing/2014/main" id="{B44B5F23-2677-4EBF-B14C-A3E06ABBA2F7}"/>
                </a:ext>
              </a:extLst>
            </p:cNvPr>
            <p:cNvSpPr>
              <a:spLocks noChangeShapeType="1"/>
            </p:cNvSpPr>
            <p:nvPr/>
          </p:nvSpPr>
          <p:spPr bwMode="auto">
            <a:xfrm>
              <a:off x="3888" y="3432"/>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39" name="Rectangle 44">
              <a:extLst>
                <a:ext uri="{FF2B5EF4-FFF2-40B4-BE49-F238E27FC236}">
                  <a16:creationId xmlns:a16="http://schemas.microsoft.com/office/drawing/2014/main" id="{D908638B-CEEA-4997-8DBB-A3AD097CE53A}"/>
                </a:ext>
              </a:extLst>
            </p:cNvPr>
            <p:cNvSpPr>
              <a:spLocks noChangeArrowheads="1"/>
            </p:cNvSpPr>
            <p:nvPr/>
          </p:nvSpPr>
          <p:spPr bwMode="auto">
            <a:xfrm>
              <a:off x="4224" y="3288"/>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0" name="Line 45">
              <a:extLst>
                <a:ext uri="{FF2B5EF4-FFF2-40B4-BE49-F238E27FC236}">
                  <a16:creationId xmlns:a16="http://schemas.microsoft.com/office/drawing/2014/main" id="{2E9F1CAF-F9CC-4FFA-8FFF-2416E347ED53}"/>
                </a:ext>
              </a:extLst>
            </p:cNvPr>
            <p:cNvSpPr>
              <a:spLocks noChangeShapeType="1"/>
            </p:cNvSpPr>
            <p:nvPr/>
          </p:nvSpPr>
          <p:spPr bwMode="auto">
            <a:xfrm>
              <a:off x="4512" y="3288"/>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1" name="Line 46">
              <a:extLst>
                <a:ext uri="{FF2B5EF4-FFF2-40B4-BE49-F238E27FC236}">
                  <a16:creationId xmlns:a16="http://schemas.microsoft.com/office/drawing/2014/main" id="{C7576113-77CC-417F-8D6F-A16D517A207C}"/>
                </a:ext>
              </a:extLst>
            </p:cNvPr>
            <p:cNvSpPr>
              <a:spLocks noChangeShapeType="1"/>
            </p:cNvSpPr>
            <p:nvPr/>
          </p:nvSpPr>
          <p:spPr bwMode="auto">
            <a:xfrm>
              <a:off x="4608" y="3432"/>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2" name="Rectangle 47">
              <a:extLst>
                <a:ext uri="{FF2B5EF4-FFF2-40B4-BE49-F238E27FC236}">
                  <a16:creationId xmlns:a16="http://schemas.microsoft.com/office/drawing/2014/main" id="{D50133F3-CCB0-4E38-AD5E-346CF0DD51CC}"/>
                </a:ext>
              </a:extLst>
            </p:cNvPr>
            <p:cNvSpPr>
              <a:spLocks noChangeArrowheads="1"/>
            </p:cNvSpPr>
            <p:nvPr/>
          </p:nvSpPr>
          <p:spPr bwMode="auto">
            <a:xfrm>
              <a:off x="4944" y="3288"/>
              <a:ext cx="480" cy="288"/>
            </a:xfrm>
            <a:prstGeom prst="rect">
              <a:avLst/>
            </a:prstGeom>
            <a:solidFill>
              <a:srgbClr val="FFFF99"/>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3" name="Line 48">
              <a:extLst>
                <a:ext uri="{FF2B5EF4-FFF2-40B4-BE49-F238E27FC236}">
                  <a16:creationId xmlns:a16="http://schemas.microsoft.com/office/drawing/2014/main" id="{FE5454DE-F270-4BDB-AA55-DBBEC066BA4F}"/>
                </a:ext>
              </a:extLst>
            </p:cNvPr>
            <p:cNvSpPr>
              <a:spLocks noChangeShapeType="1"/>
            </p:cNvSpPr>
            <p:nvPr/>
          </p:nvSpPr>
          <p:spPr bwMode="auto">
            <a:xfrm>
              <a:off x="5232" y="3288"/>
              <a:ext cx="0" cy="288"/>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44" name="Text Box 49">
              <a:extLst>
                <a:ext uri="{FF2B5EF4-FFF2-40B4-BE49-F238E27FC236}">
                  <a16:creationId xmlns:a16="http://schemas.microsoft.com/office/drawing/2014/main" id="{82296D00-735C-4CDC-8209-F16CD4AB4D3C}"/>
                </a:ext>
              </a:extLst>
            </p:cNvPr>
            <p:cNvSpPr txBox="1">
              <a:spLocks noChangeArrowheads="1"/>
            </p:cNvSpPr>
            <p:nvPr/>
          </p:nvSpPr>
          <p:spPr bwMode="auto">
            <a:xfrm>
              <a:off x="1100" y="1649"/>
              <a:ext cx="2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a</a:t>
              </a:r>
            </a:p>
          </p:txBody>
        </p:sp>
        <p:sp>
          <p:nvSpPr>
            <p:cNvPr id="145" name="Text Box 50">
              <a:extLst>
                <a:ext uri="{FF2B5EF4-FFF2-40B4-BE49-F238E27FC236}">
                  <a16:creationId xmlns:a16="http://schemas.microsoft.com/office/drawing/2014/main" id="{F47AB3D0-6428-4114-9425-6E4849651B08}"/>
                </a:ext>
              </a:extLst>
            </p:cNvPr>
            <p:cNvSpPr txBox="1">
              <a:spLocks noChangeArrowheads="1"/>
            </p:cNvSpPr>
            <p:nvPr/>
          </p:nvSpPr>
          <p:spPr bwMode="auto">
            <a:xfrm>
              <a:off x="2548" y="1666"/>
              <a:ext cx="24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h</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46" name="Text Box 51">
              <a:extLst>
                <a:ext uri="{FF2B5EF4-FFF2-40B4-BE49-F238E27FC236}">
                  <a16:creationId xmlns:a16="http://schemas.microsoft.com/office/drawing/2014/main" id="{DFD047FE-0CAF-4070-A560-B16CF343E361}"/>
                </a:ext>
              </a:extLst>
            </p:cNvPr>
            <p:cNvSpPr txBox="1">
              <a:spLocks noChangeArrowheads="1"/>
            </p:cNvSpPr>
            <p:nvPr/>
          </p:nvSpPr>
          <p:spPr bwMode="auto">
            <a:xfrm>
              <a:off x="1388" y="2730"/>
              <a:ext cx="2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b</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47" name="Text Box 52">
              <a:extLst>
                <a:ext uri="{FF2B5EF4-FFF2-40B4-BE49-F238E27FC236}">
                  <a16:creationId xmlns:a16="http://schemas.microsoft.com/office/drawing/2014/main" id="{88426C74-01F2-424B-A323-9ED4649C5FD4}"/>
                </a:ext>
              </a:extLst>
            </p:cNvPr>
            <p:cNvSpPr txBox="1">
              <a:spLocks noChangeArrowheads="1"/>
            </p:cNvSpPr>
            <p:nvPr/>
          </p:nvSpPr>
          <p:spPr bwMode="auto">
            <a:xfrm>
              <a:off x="2092" y="2714"/>
              <a:ext cx="223"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c</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48" name="Text Box 53">
              <a:extLst>
                <a:ext uri="{FF2B5EF4-FFF2-40B4-BE49-F238E27FC236}">
                  <a16:creationId xmlns:a16="http://schemas.microsoft.com/office/drawing/2014/main" id="{51BF0C4D-D082-4D92-A318-0C7F59732A23}"/>
                </a:ext>
              </a:extLst>
            </p:cNvPr>
            <p:cNvSpPr txBox="1">
              <a:spLocks noChangeArrowheads="1"/>
            </p:cNvSpPr>
            <p:nvPr/>
          </p:nvSpPr>
          <p:spPr bwMode="auto">
            <a:xfrm>
              <a:off x="4276" y="2690"/>
              <a:ext cx="2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g</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49" name="Text Box 54">
              <a:extLst>
                <a:ext uri="{FF2B5EF4-FFF2-40B4-BE49-F238E27FC236}">
                  <a16:creationId xmlns:a16="http://schemas.microsoft.com/office/drawing/2014/main" id="{B3365C1F-6F90-4E36-88FC-C17BE90E7793}"/>
                </a:ext>
              </a:extLst>
            </p:cNvPr>
            <p:cNvSpPr txBox="1">
              <a:spLocks noChangeArrowheads="1"/>
            </p:cNvSpPr>
            <p:nvPr/>
          </p:nvSpPr>
          <p:spPr bwMode="auto">
            <a:xfrm>
              <a:off x="4372" y="2183"/>
              <a:ext cx="20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s</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50" name="Text Box 55">
              <a:extLst>
                <a:ext uri="{FF2B5EF4-FFF2-40B4-BE49-F238E27FC236}">
                  <a16:creationId xmlns:a16="http://schemas.microsoft.com/office/drawing/2014/main" id="{ACD0210D-04CC-48D4-A376-8FF268349BB2}"/>
                </a:ext>
              </a:extLst>
            </p:cNvPr>
            <p:cNvSpPr txBox="1">
              <a:spLocks noChangeArrowheads="1"/>
            </p:cNvSpPr>
            <p:nvPr/>
          </p:nvSpPr>
          <p:spPr bwMode="auto">
            <a:xfrm>
              <a:off x="3648" y="2183"/>
              <a:ext cx="20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r</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51" name="Text Box 56">
              <a:extLst>
                <a:ext uri="{FF2B5EF4-FFF2-40B4-BE49-F238E27FC236}">
                  <a16:creationId xmlns:a16="http://schemas.microsoft.com/office/drawing/2014/main" id="{637C6A5E-8A6D-481C-9E34-98CEE4DFD4F8}"/>
                </a:ext>
              </a:extLst>
            </p:cNvPr>
            <p:cNvSpPr txBox="1">
              <a:spLocks noChangeArrowheads="1"/>
            </p:cNvSpPr>
            <p:nvPr/>
          </p:nvSpPr>
          <p:spPr bwMode="auto">
            <a:xfrm>
              <a:off x="5088" y="2191"/>
              <a:ext cx="183"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t</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52" name="Text Box 57">
              <a:extLst>
                <a:ext uri="{FF2B5EF4-FFF2-40B4-BE49-F238E27FC236}">
                  <a16:creationId xmlns:a16="http://schemas.microsoft.com/office/drawing/2014/main" id="{A3270ACF-4420-46E7-9034-640E4E03D14C}"/>
                </a:ext>
              </a:extLst>
            </p:cNvPr>
            <p:cNvSpPr txBox="1">
              <a:spLocks noChangeArrowheads="1"/>
            </p:cNvSpPr>
            <p:nvPr/>
          </p:nvSpPr>
          <p:spPr bwMode="auto">
            <a:xfrm>
              <a:off x="5004" y="3231"/>
              <a:ext cx="19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f</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53" name="Text Box 58">
              <a:extLst>
                <a:ext uri="{FF2B5EF4-FFF2-40B4-BE49-F238E27FC236}">
                  <a16:creationId xmlns:a16="http://schemas.microsoft.com/office/drawing/2014/main" id="{A8ED382F-7A10-46E7-9B71-8DD75101CDB5}"/>
                </a:ext>
              </a:extLst>
            </p:cNvPr>
            <p:cNvSpPr txBox="1">
              <a:spLocks noChangeArrowheads="1"/>
            </p:cNvSpPr>
            <p:nvPr/>
          </p:nvSpPr>
          <p:spPr bwMode="auto">
            <a:xfrm>
              <a:off x="4268" y="3239"/>
              <a:ext cx="223"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e</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54" name="Text Box 59">
              <a:extLst>
                <a:ext uri="{FF2B5EF4-FFF2-40B4-BE49-F238E27FC236}">
                  <a16:creationId xmlns:a16="http://schemas.microsoft.com/office/drawing/2014/main" id="{EA9A370C-00C6-4955-9E67-8B9EB3E254FF}"/>
                </a:ext>
              </a:extLst>
            </p:cNvPr>
            <p:cNvSpPr txBox="1">
              <a:spLocks noChangeArrowheads="1"/>
            </p:cNvSpPr>
            <p:nvPr/>
          </p:nvSpPr>
          <p:spPr bwMode="auto">
            <a:xfrm>
              <a:off x="3528" y="3247"/>
              <a:ext cx="2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d</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55" name="Text Box 60">
              <a:extLst>
                <a:ext uri="{FF2B5EF4-FFF2-40B4-BE49-F238E27FC236}">
                  <a16:creationId xmlns:a16="http://schemas.microsoft.com/office/drawing/2014/main" id="{2B3E9239-3217-4514-AB2C-3F1E356CF658}"/>
                </a:ext>
              </a:extLst>
            </p:cNvPr>
            <p:cNvSpPr txBox="1">
              <a:spLocks noChangeArrowheads="1"/>
            </p:cNvSpPr>
            <p:nvPr/>
          </p:nvSpPr>
          <p:spPr bwMode="auto">
            <a:xfrm>
              <a:off x="3512" y="268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CC0000"/>
                  </a:solidFill>
                  <a:effectLst/>
                  <a:uLnTx/>
                  <a:uFillTx/>
                  <a:ea typeface="宋体" panose="02010600030101010101" pitchFamily="2" charset="-122"/>
                  <a:sym typeface="Symbol" panose="05050102010706020507" pitchFamily="18" charset="2"/>
                </a:rPr>
                <a:t></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56" name="Text Box 61">
              <a:extLst>
                <a:ext uri="{FF2B5EF4-FFF2-40B4-BE49-F238E27FC236}">
                  <a16:creationId xmlns:a16="http://schemas.microsoft.com/office/drawing/2014/main" id="{8BC438C5-A835-43D1-9222-E4D7D71B640A}"/>
                </a:ext>
              </a:extLst>
            </p:cNvPr>
            <p:cNvSpPr txBox="1">
              <a:spLocks noChangeArrowheads="1"/>
            </p:cNvSpPr>
            <p:nvPr/>
          </p:nvSpPr>
          <p:spPr bwMode="auto">
            <a:xfrm>
              <a:off x="5281" y="2163"/>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333399"/>
                  </a:solidFill>
                  <a:effectLst/>
                  <a:uLnTx/>
                  <a:uFillTx/>
                  <a:ea typeface="宋体" panose="02010600030101010101" pitchFamily="2" charset="-122"/>
                  <a:sym typeface="Symbol" panose="05050102010706020507" pitchFamily="18" charset="2"/>
                </a:rPr>
                <a:t></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57" name="Text Box 62">
              <a:extLst>
                <a:ext uri="{FF2B5EF4-FFF2-40B4-BE49-F238E27FC236}">
                  <a16:creationId xmlns:a16="http://schemas.microsoft.com/office/drawing/2014/main" id="{FE717C42-D006-4625-9C33-7DB109DA581A}"/>
                </a:ext>
              </a:extLst>
            </p:cNvPr>
            <p:cNvSpPr txBox="1">
              <a:spLocks noChangeArrowheads="1"/>
            </p:cNvSpPr>
            <p:nvPr/>
          </p:nvSpPr>
          <p:spPr bwMode="auto">
            <a:xfrm>
              <a:off x="5193" y="3211"/>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333399"/>
                  </a:solidFill>
                  <a:effectLst/>
                  <a:uLnTx/>
                  <a:uFillTx/>
                  <a:ea typeface="宋体" panose="02010600030101010101" pitchFamily="2" charset="-122"/>
                  <a:sym typeface="Symbol" panose="05050102010706020507" pitchFamily="18" charset="2"/>
                </a:rPr>
                <a:t></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58" name="Text Box 63">
              <a:extLst>
                <a:ext uri="{FF2B5EF4-FFF2-40B4-BE49-F238E27FC236}">
                  <a16:creationId xmlns:a16="http://schemas.microsoft.com/office/drawing/2014/main" id="{B894A9B0-94EF-4071-B5A1-4F936E389DAE}"/>
                </a:ext>
              </a:extLst>
            </p:cNvPr>
            <p:cNvSpPr txBox="1">
              <a:spLocks noChangeArrowheads="1"/>
            </p:cNvSpPr>
            <p:nvPr/>
          </p:nvSpPr>
          <p:spPr bwMode="auto">
            <a:xfrm>
              <a:off x="4473" y="2696"/>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333399"/>
                  </a:solidFill>
                  <a:effectLst/>
                  <a:uLnTx/>
                  <a:uFillTx/>
                  <a:ea typeface="宋体" panose="02010600030101010101" pitchFamily="2" charset="-122"/>
                  <a:sym typeface="Symbol" panose="05050102010706020507" pitchFamily="18" charset="2"/>
                </a:rPr>
                <a:t></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59" name="Text Box 64">
              <a:extLst>
                <a:ext uri="{FF2B5EF4-FFF2-40B4-BE49-F238E27FC236}">
                  <a16:creationId xmlns:a16="http://schemas.microsoft.com/office/drawing/2014/main" id="{EC8242C7-E597-4341-9B9D-992428D275C1}"/>
                </a:ext>
              </a:extLst>
            </p:cNvPr>
            <p:cNvSpPr txBox="1">
              <a:spLocks noChangeArrowheads="1"/>
            </p:cNvSpPr>
            <p:nvPr/>
          </p:nvSpPr>
          <p:spPr bwMode="auto">
            <a:xfrm>
              <a:off x="3465" y="162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dirty="0">
                  <a:ln>
                    <a:noFill/>
                  </a:ln>
                  <a:solidFill>
                    <a:srgbClr val="333399"/>
                  </a:solidFill>
                  <a:effectLst/>
                  <a:uLnTx/>
                  <a:uFillTx/>
                  <a:ea typeface="宋体" panose="02010600030101010101" pitchFamily="2" charset="-122"/>
                  <a:sym typeface="Symbol" panose="05050102010706020507" pitchFamily="18" charset="2"/>
                </a:rPr>
                <a:t></a:t>
              </a:r>
              <a:endParaRPr kumimoji="1" lang="en-US" altLang="zh-CN" sz="1800" b="0" i="0" u="none" strike="noStrike" kern="0" cap="none" spc="0" normalizeH="0" baseline="0" noProof="0" dirty="0">
                <a:ln>
                  <a:noFill/>
                </a:ln>
                <a:solidFill>
                  <a:srgbClr val="000099"/>
                </a:solidFill>
                <a:effectLst/>
                <a:uLnTx/>
                <a:uFillTx/>
                <a:ea typeface="宋体" panose="02010600030101010101" pitchFamily="2" charset="-122"/>
              </a:endParaRPr>
            </a:p>
          </p:txBody>
        </p:sp>
        <p:sp>
          <p:nvSpPr>
            <p:cNvPr id="160" name="Line 65">
              <a:extLst>
                <a:ext uri="{FF2B5EF4-FFF2-40B4-BE49-F238E27FC236}">
                  <a16:creationId xmlns:a16="http://schemas.microsoft.com/office/drawing/2014/main" id="{D6B101AC-B616-4670-8C6F-ED2C8927FB8F}"/>
                </a:ext>
              </a:extLst>
            </p:cNvPr>
            <p:cNvSpPr>
              <a:spLocks noChangeShapeType="1"/>
            </p:cNvSpPr>
            <p:nvPr/>
          </p:nvSpPr>
          <p:spPr bwMode="auto">
            <a:xfrm>
              <a:off x="2928" y="3432"/>
              <a:ext cx="57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1" name="Line 66">
              <a:extLst>
                <a:ext uri="{FF2B5EF4-FFF2-40B4-BE49-F238E27FC236}">
                  <a16:creationId xmlns:a16="http://schemas.microsoft.com/office/drawing/2014/main" id="{15948F54-0F9F-4096-8F53-1864AD835AFC}"/>
                </a:ext>
              </a:extLst>
            </p:cNvPr>
            <p:cNvSpPr>
              <a:spLocks noChangeShapeType="1"/>
            </p:cNvSpPr>
            <p:nvPr/>
          </p:nvSpPr>
          <p:spPr bwMode="auto">
            <a:xfrm>
              <a:off x="2928" y="2904"/>
              <a:ext cx="0" cy="52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2" name="Line 67">
              <a:extLst>
                <a:ext uri="{FF2B5EF4-FFF2-40B4-BE49-F238E27FC236}">
                  <a16:creationId xmlns:a16="http://schemas.microsoft.com/office/drawing/2014/main" id="{2DA60772-5A17-4349-89F0-87D779EF5FBA}"/>
                </a:ext>
              </a:extLst>
            </p:cNvPr>
            <p:cNvSpPr>
              <a:spLocks noChangeShapeType="1"/>
            </p:cNvSpPr>
            <p:nvPr/>
          </p:nvSpPr>
          <p:spPr bwMode="auto">
            <a:xfrm>
              <a:off x="1056" y="2904"/>
              <a:ext cx="288"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3" name="Line 68">
              <a:extLst>
                <a:ext uri="{FF2B5EF4-FFF2-40B4-BE49-F238E27FC236}">
                  <a16:creationId xmlns:a16="http://schemas.microsoft.com/office/drawing/2014/main" id="{76F3129A-DCC2-4A4A-9BCA-F14E216881A8}"/>
                </a:ext>
              </a:extLst>
            </p:cNvPr>
            <p:cNvSpPr>
              <a:spLocks noChangeShapeType="1"/>
            </p:cNvSpPr>
            <p:nvPr/>
          </p:nvSpPr>
          <p:spPr bwMode="auto">
            <a:xfrm flipH="1">
              <a:off x="1056" y="2328"/>
              <a:ext cx="864"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4" name="Line 69">
              <a:extLst>
                <a:ext uri="{FF2B5EF4-FFF2-40B4-BE49-F238E27FC236}">
                  <a16:creationId xmlns:a16="http://schemas.microsoft.com/office/drawing/2014/main" id="{0BDA28FB-4823-4506-9CFE-9FF1C153F828}"/>
                </a:ext>
              </a:extLst>
            </p:cNvPr>
            <p:cNvSpPr>
              <a:spLocks noChangeShapeType="1"/>
            </p:cNvSpPr>
            <p:nvPr/>
          </p:nvSpPr>
          <p:spPr bwMode="auto">
            <a:xfrm>
              <a:off x="1920" y="1848"/>
              <a:ext cx="0" cy="48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5" name="Line 70">
              <a:extLst>
                <a:ext uri="{FF2B5EF4-FFF2-40B4-BE49-F238E27FC236}">
                  <a16:creationId xmlns:a16="http://schemas.microsoft.com/office/drawing/2014/main" id="{74B99C82-C831-462F-91DB-FCABFFA03CA6}"/>
                </a:ext>
              </a:extLst>
            </p:cNvPr>
            <p:cNvSpPr>
              <a:spLocks noChangeShapeType="1"/>
            </p:cNvSpPr>
            <p:nvPr/>
          </p:nvSpPr>
          <p:spPr bwMode="auto">
            <a:xfrm>
              <a:off x="1056" y="2328"/>
              <a:ext cx="0" cy="576"/>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66" name="Text Box 71">
              <a:extLst>
                <a:ext uri="{FF2B5EF4-FFF2-40B4-BE49-F238E27FC236}">
                  <a16:creationId xmlns:a16="http://schemas.microsoft.com/office/drawing/2014/main" id="{B2097912-8397-40A7-BB34-2ED4C84580C4}"/>
                </a:ext>
              </a:extLst>
            </p:cNvPr>
            <p:cNvSpPr txBox="1">
              <a:spLocks noChangeArrowheads="1"/>
            </p:cNvSpPr>
            <p:nvPr/>
          </p:nvSpPr>
          <p:spPr bwMode="auto">
            <a:xfrm>
              <a:off x="240" y="1665"/>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9900"/>
                  </a:solidFill>
                  <a:effectLst/>
                  <a:uLnTx/>
                  <a:uFillTx/>
                  <a:ea typeface="宋体" panose="02010600030101010101" pitchFamily="2" charset="-122"/>
                </a:rPr>
                <a:t>list</a:t>
              </a:r>
              <a:r>
                <a:rPr kumimoji="1" lang="en-US" altLang="zh-CN" sz="2800" b="0" i="0" u="none" strike="noStrike" kern="0" cap="none" spc="0" normalizeH="0" baseline="0" noProof="0">
                  <a:ln>
                    <a:noFill/>
                  </a:ln>
                  <a:solidFill>
                    <a:srgbClr val="009900"/>
                  </a:solidFill>
                  <a:effectLst/>
                  <a:uLnTx/>
                  <a:uFillTx/>
                  <a:ea typeface="宋体" panose="02010600030101010101" pitchFamily="2" charset="-122"/>
                </a:rPr>
                <a:t>2</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grpSp>
        <p:nvGrpSpPr>
          <p:cNvPr id="167" name="Group 99">
            <a:extLst>
              <a:ext uri="{FF2B5EF4-FFF2-40B4-BE49-F238E27FC236}">
                <a16:creationId xmlns:a16="http://schemas.microsoft.com/office/drawing/2014/main" id="{1A8BA76D-7440-4BBF-9E18-B723C87EDE18}"/>
              </a:ext>
            </a:extLst>
          </p:cNvPr>
          <p:cNvGrpSpPr>
            <a:grpSpLocks/>
          </p:cNvGrpSpPr>
          <p:nvPr/>
        </p:nvGrpSpPr>
        <p:grpSpPr bwMode="auto">
          <a:xfrm>
            <a:off x="391114" y="997450"/>
            <a:ext cx="7796213" cy="623887"/>
            <a:chOff x="240" y="723"/>
            <a:chExt cx="4911" cy="393"/>
          </a:xfrm>
        </p:grpSpPr>
        <p:grpSp>
          <p:nvGrpSpPr>
            <p:cNvPr id="168" name="Group 98">
              <a:extLst>
                <a:ext uri="{FF2B5EF4-FFF2-40B4-BE49-F238E27FC236}">
                  <a16:creationId xmlns:a16="http://schemas.microsoft.com/office/drawing/2014/main" id="{A8CEF220-C785-43A7-BE53-39D98D54A54B}"/>
                </a:ext>
              </a:extLst>
            </p:cNvPr>
            <p:cNvGrpSpPr>
              <a:grpSpLocks/>
            </p:cNvGrpSpPr>
            <p:nvPr/>
          </p:nvGrpSpPr>
          <p:grpSpPr bwMode="auto">
            <a:xfrm>
              <a:off x="240" y="741"/>
              <a:ext cx="4896" cy="375"/>
              <a:chOff x="240" y="741"/>
              <a:chExt cx="4896" cy="375"/>
            </a:xfrm>
          </p:grpSpPr>
          <p:sp>
            <p:nvSpPr>
              <p:cNvPr id="170" name="Rectangle 72">
                <a:extLst>
                  <a:ext uri="{FF2B5EF4-FFF2-40B4-BE49-F238E27FC236}">
                    <a16:creationId xmlns:a16="http://schemas.microsoft.com/office/drawing/2014/main" id="{AABA1D60-C259-4E0B-BC00-4F8313A64D9A}"/>
                  </a:ext>
                </a:extLst>
              </p:cNvPr>
              <p:cNvSpPr>
                <a:spLocks noChangeArrowheads="1"/>
              </p:cNvSpPr>
              <p:nvPr/>
            </p:nvSpPr>
            <p:spPr bwMode="auto">
              <a:xfrm>
                <a:off x="1056" y="809"/>
                <a:ext cx="624" cy="271"/>
              </a:xfrm>
              <a:prstGeom prst="rect">
                <a:avLst/>
              </a:prstGeom>
              <a:solidFill>
                <a:srgbClr val="CCFFCC"/>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1" name="Line 74">
                <a:extLst>
                  <a:ext uri="{FF2B5EF4-FFF2-40B4-BE49-F238E27FC236}">
                    <a16:creationId xmlns:a16="http://schemas.microsoft.com/office/drawing/2014/main" id="{671BC1BF-2575-4BDA-997D-B855F0B01481}"/>
                  </a:ext>
                </a:extLst>
              </p:cNvPr>
              <p:cNvSpPr>
                <a:spLocks noChangeShapeType="1"/>
              </p:cNvSpPr>
              <p:nvPr/>
            </p:nvSpPr>
            <p:spPr bwMode="auto">
              <a:xfrm>
                <a:off x="720" y="937"/>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2" name="Text Box 75">
                <a:extLst>
                  <a:ext uri="{FF2B5EF4-FFF2-40B4-BE49-F238E27FC236}">
                    <a16:creationId xmlns:a16="http://schemas.microsoft.com/office/drawing/2014/main" id="{6D310D70-F13E-4CB3-86C2-0A30CC031DCB}"/>
                  </a:ext>
                </a:extLst>
              </p:cNvPr>
              <p:cNvSpPr txBox="1">
                <a:spLocks noChangeArrowheads="1"/>
              </p:cNvSpPr>
              <p:nvPr/>
            </p:nvSpPr>
            <p:spPr bwMode="auto">
              <a:xfrm>
                <a:off x="1148" y="744"/>
                <a:ext cx="2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a</a:t>
                </a:r>
              </a:p>
            </p:txBody>
          </p:sp>
          <p:sp>
            <p:nvSpPr>
              <p:cNvPr id="173" name="Text Box 76">
                <a:extLst>
                  <a:ext uri="{FF2B5EF4-FFF2-40B4-BE49-F238E27FC236}">
                    <a16:creationId xmlns:a16="http://schemas.microsoft.com/office/drawing/2014/main" id="{906BFD94-6ACA-4952-84D3-770D7F9FDA5D}"/>
                  </a:ext>
                </a:extLst>
              </p:cNvPr>
              <p:cNvSpPr txBox="1">
                <a:spLocks noChangeArrowheads="1"/>
              </p:cNvSpPr>
              <p:nvPr/>
            </p:nvSpPr>
            <p:spPr bwMode="auto">
              <a:xfrm>
                <a:off x="240" y="754"/>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1" u="none" strike="noStrike" kern="0" cap="none" spc="0" normalizeH="0" baseline="0" noProof="0">
                    <a:ln>
                      <a:noFill/>
                    </a:ln>
                    <a:solidFill>
                      <a:srgbClr val="009900"/>
                    </a:solidFill>
                    <a:effectLst/>
                    <a:uLnTx/>
                    <a:uFillTx/>
                    <a:ea typeface="宋体" panose="02010600030101010101" pitchFamily="2" charset="-122"/>
                  </a:rPr>
                  <a:t>list</a:t>
                </a:r>
                <a:r>
                  <a:rPr kumimoji="1" lang="en-US" altLang="zh-CN" sz="2800" b="0" i="0" u="none" strike="noStrike" kern="0" cap="none" spc="0" normalizeH="0" baseline="0" noProof="0">
                    <a:ln>
                      <a:noFill/>
                    </a:ln>
                    <a:solidFill>
                      <a:srgbClr val="009900"/>
                    </a:solidFill>
                    <a:effectLst/>
                    <a:uLnTx/>
                    <a:uFillTx/>
                    <a:ea typeface="宋体" panose="02010600030101010101" pitchFamily="2" charset="-122"/>
                  </a:rPr>
                  <a:t>1</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174" name="Rectangle 77">
                <a:extLst>
                  <a:ext uri="{FF2B5EF4-FFF2-40B4-BE49-F238E27FC236}">
                    <a16:creationId xmlns:a16="http://schemas.microsoft.com/office/drawing/2014/main" id="{1D0F3F11-51D0-4F5B-A9CF-BC3755028D93}"/>
                  </a:ext>
                </a:extLst>
              </p:cNvPr>
              <p:cNvSpPr>
                <a:spLocks noChangeArrowheads="1"/>
              </p:cNvSpPr>
              <p:nvPr/>
            </p:nvSpPr>
            <p:spPr bwMode="auto">
              <a:xfrm>
                <a:off x="1929" y="808"/>
                <a:ext cx="624" cy="272"/>
              </a:xfrm>
              <a:prstGeom prst="rect">
                <a:avLst/>
              </a:prstGeom>
              <a:solidFill>
                <a:srgbClr val="CCFFCC"/>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5" name="Line 79">
                <a:extLst>
                  <a:ext uri="{FF2B5EF4-FFF2-40B4-BE49-F238E27FC236}">
                    <a16:creationId xmlns:a16="http://schemas.microsoft.com/office/drawing/2014/main" id="{8A52BCD4-7E03-4489-BA5D-1FECE9822A14}"/>
                  </a:ext>
                </a:extLst>
              </p:cNvPr>
              <p:cNvSpPr>
                <a:spLocks noChangeShapeType="1"/>
              </p:cNvSpPr>
              <p:nvPr/>
            </p:nvSpPr>
            <p:spPr bwMode="auto">
              <a:xfrm>
                <a:off x="1584" y="937"/>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6" name="Rectangle 80">
                <a:extLst>
                  <a:ext uri="{FF2B5EF4-FFF2-40B4-BE49-F238E27FC236}">
                    <a16:creationId xmlns:a16="http://schemas.microsoft.com/office/drawing/2014/main" id="{5891F8C4-E60C-4C67-8719-BD7ED0EB335C}"/>
                  </a:ext>
                </a:extLst>
              </p:cNvPr>
              <p:cNvSpPr>
                <a:spLocks noChangeArrowheads="1"/>
              </p:cNvSpPr>
              <p:nvPr/>
            </p:nvSpPr>
            <p:spPr bwMode="auto">
              <a:xfrm>
                <a:off x="2784" y="809"/>
                <a:ext cx="624" cy="271"/>
              </a:xfrm>
              <a:prstGeom prst="rect">
                <a:avLst/>
              </a:prstGeom>
              <a:solidFill>
                <a:srgbClr val="CCFFCC"/>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7" name="Line 82">
                <a:extLst>
                  <a:ext uri="{FF2B5EF4-FFF2-40B4-BE49-F238E27FC236}">
                    <a16:creationId xmlns:a16="http://schemas.microsoft.com/office/drawing/2014/main" id="{1ABFFD9D-9018-43B4-929F-2A8FFEB00DF5}"/>
                  </a:ext>
                </a:extLst>
              </p:cNvPr>
              <p:cNvSpPr>
                <a:spLocks noChangeShapeType="1"/>
              </p:cNvSpPr>
              <p:nvPr/>
            </p:nvSpPr>
            <p:spPr bwMode="auto">
              <a:xfrm>
                <a:off x="2448" y="937"/>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8" name="Rectangle 83">
                <a:extLst>
                  <a:ext uri="{FF2B5EF4-FFF2-40B4-BE49-F238E27FC236}">
                    <a16:creationId xmlns:a16="http://schemas.microsoft.com/office/drawing/2014/main" id="{64F2CD48-D19A-44A5-9646-9FB02604F94D}"/>
                  </a:ext>
                </a:extLst>
              </p:cNvPr>
              <p:cNvSpPr>
                <a:spLocks noChangeArrowheads="1"/>
              </p:cNvSpPr>
              <p:nvPr/>
            </p:nvSpPr>
            <p:spPr bwMode="auto">
              <a:xfrm>
                <a:off x="3648" y="809"/>
                <a:ext cx="624" cy="271"/>
              </a:xfrm>
              <a:prstGeom prst="rect">
                <a:avLst/>
              </a:prstGeom>
              <a:solidFill>
                <a:srgbClr val="CCFFCC"/>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79" name="Line 85">
                <a:extLst>
                  <a:ext uri="{FF2B5EF4-FFF2-40B4-BE49-F238E27FC236}">
                    <a16:creationId xmlns:a16="http://schemas.microsoft.com/office/drawing/2014/main" id="{8348398E-B76D-4822-928A-9668EF8218A2}"/>
                  </a:ext>
                </a:extLst>
              </p:cNvPr>
              <p:cNvSpPr>
                <a:spLocks noChangeShapeType="1"/>
              </p:cNvSpPr>
              <p:nvPr/>
            </p:nvSpPr>
            <p:spPr bwMode="auto">
              <a:xfrm>
                <a:off x="3312" y="937"/>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0" name="Rectangle 86">
                <a:extLst>
                  <a:ext uri="{FF2B5EF4-FFF2-40B4-BE49-F238E27FC236}">
                    <a16:creationId xmlns:a16="http://schemas.microsoft.com/office/drawing/2014/main" id="{9553BDCA-7A06-406F-A610-86F1247F14F1}"/>
                  </a:ext>
                </a:extLst>
              </p:cNvPr>
              <p:cNvSpPr>
                <a:spLocks noChangeArrowheads="1"/>
              </p:cNvSpPr>
              <p:nvPr/>
            </p:nvSpPr>
            <p:spPr bwMode="auto">
              <a:xfrm>
                <a:off x="4512" y="808"/>
                <a:ext cx="624" cy="272"/>
              </a:xfrm>
              <a:prstGeom prst="rect">
                <a:avLst/>
              </a:prstGeom>
              <a:solidFill>
                <a:srgbClr val="CCFFCC"/>
              </a:solidFill>
              <a:ln w="9525">
                <a:solidFill>
                  <a:srgbClr val="000099"/>
                </a:solidFill>
                <a:miter lim="800000"/>
                <a:headEnd/>
                <a:tailEnd/>
              </a:ln>
              <a:effectLst>
                <a:outerShdw dist="35921" dir="2700000" algn="ctr" rotWithShape="0">
                  <a:srgbClr val="0000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1" name="Line 87">
                <a:extLst>
                  <a:ext uri="{FF2B5EF4-FFF2-40B4-BE49-F238E27FC236}">
                    <a16:creationId xmlns:a16="http://schemas.microsoft.com/office/drawing/2014/main" id="{2FEE7F74-6DD3-476A-9036-C24E879A83DB}"/>
                  </a:ext>
                </a:extLst>
              </p:cNvPr>
              <p:cNvSpPr>
                <a:spLocks noChangeShapeType="1"/>
              </p:cNvSpPr>
              <p:nvPr/>
            </p:nvSpPr>
            <p:spPr bwMode="auto">
              <a:xfrm>
                <a:off x="4896" y="808"/>
                <a:ext cx="0" cy="28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2" name="Line 88">
                <a:extLst>
                  <a:ext uri="{FF2B5EF4-FFF2-40B4-BE49-F238E27FC236}">
                    <a16:creationId xmlns:a16="http://schemas.microsoft.com/office/drawing/2014/main" id="{AEBF89B3-7669-447B-8A23-9E0376725CB5}"/>
                  </a:ext>
                </a:extLst>
              </p:cNvPr>
              <p:cNvSpPr>
                <a:spLocks noChangeShapeType="1"/>
              </p:cNvSpPr>
              <p:nvPr/>
            </p:nvSpPr>
            <p:spPr bwMode="auto">
              <a:xfrm>
                <a:off x="4176" y="937"/>
                <a:ext cx="336" cy="0"/>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3" name="Text Box 90">
                <a:extLst>
                  <a:ext uri="{FF2B5EF4-FFF2-40B4-BE49-F238E27FC236}">
                    <a16:creationId xmlns:a16="http://schemas.microsoft.com/office/drawing/2014/main" id="{728F1586-A537-4FCC-A5CE-59C8E4268387}"/>
                  </a:ext>
                </a:extLst>
              </p:cNvPr>
              <p:cNvSpPr txBox="1">
                <a:spLocks noChangeArrowheads="1"/>
              </p:cNvSpPr>
              <p:nvPr/>
            </p:nvSpPr>
            <p:spPr bwMode="auto">
              <a:xfrm>
                <a:off x="2008" y="770"/>
                <a:ext cx="2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b</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84" name="Text Box 91">
                <a:extLst>
                  <a:ext uri="{FF2B5EF4-FFF2-40B4-BE49-F238E27FC236}">
                    <a16:creationId xmlns:a16="http://schemas.microsoft.com/office/drawing/2014/main" id="{2E9EE799-2B08-4B60-8827-705139A40E8A}"/>
                  </a:ext>
                </a:extLst>
              </p:cNvPr>
              <p:cNvSpPr txBox="1">
                <a:spLocks noChangeArrowheads="1"/>
              </p:cNvSpPr>
              <p:nvPr/>
            </p:nvSpPr>
            <p:spPr bwMode="auto">
              <a:xfrm>
                <a:off x="3724" y="762"/>
                <a:ext cx="236"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d</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85" name="Text Box 92">
                <a:extLst>
                  <a:ext uri="{FF2B5EF4-FFF2-40B4-BE49-F238E27FC236}">
                    <a16:creationId xmlns:a16="http://schemas.microsoft.com/office/drawing/2014/main" id="{73A4CB2D-BAB6-455B-B0B1-D6290E500C4D}"/>
                  </a:ext>
                </a:extLst>
              </p:cNvPr>
              <p:cNvSpPr txBox="1">
                <a:spLocks noChangeArrowheads="1"/>
              </p:cNvSpPr>
              <p:nvPr/>
            </p:nvSpPr>
            <p:spPr bwMode="auto">
              <a:xfrm>
                <a:off x="4580" y="746"/>
                <a:ext cx="223"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e</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86" name="Text Box 93">
                <a:extLst>
                  <a:ext uri="{FF2B5EF4-FFF2-40B4-BE49-F238E27FC236}">
                    <a16:creationId xmlns:a16="http://schemas.microsoft.com/office/drawing/2014/main" id="{0016613E-BDD8-47CE-8EA8-7F6699F089C2}"/>
                  </a:ext>
                </a:extLst>
              </p:cNvPr>
              <p:cNvSpPr txBox="1">
                <a:spLocks noChangeArrowheads="1"/>
              </p:cNvSpPr>
              <p:nvPr/>
            </p:nvSpPr>
            <p:spPr bwMode="auto">
              <a:xfrm>
                <a:off x="2860" y="741"/>
                <a:ext cx="223"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000" b="0" i="1" u="none" strike="noStrike" kern="0" cap="none" spc="0" normalizeH="0" baseline="0" noProof="0">
                    <a:ln>
                      <a:noFill/>
                    </a:ln>
                    <a:solidFill>
                      <a:srgbClr val="CC0000"/>
                    </a:solidFill>
                    <a:effectLst/>
                    <a:uLnTx/>
                    <a:uFillTx/>
                    <a:ea typeface="宋体" panose="02010600030101010101" pitchFamily="2" charset="-122"/>
                  </a:rPr>
                  <a:t>c</a:t>
                </a:r>
                <a:endParaRPr kumimoji="1" lang="en-US" altLang="zh-CN" sz="3000" b="0" i="1" u="none" strike="noStrike" kern="0" cap="none" spc="0" normalizeH="0" baseline="0" noProof="0">
                  <a:ln>
                    <a:noFill/>
                  </a:ln>
                  <a:solidFill>
                    <a:srgbClr val="000099"/>
                  </a:solidFill>
                  <a:effectLst/>
                  <a:uLnTx/>
                  <a:uFillTx/>
                  <a:ea typeface="宋体" panose="02010600030101010101" pitchFamily="2" charset="-122"/>
                </a:endParaRPr>
              </a:p>
            </p:txBody>
          </p:sp>
          <p:sp>
            <p:nvSpPr>
              <p:cNvPr id="187" name="Line 94">
                <a:extLst>
                  <a:ext uri="{FF2B5EF4-FFF2-40B4-BE49-F238E27FC236}">
                    <a16:creationId xmlns:a16="http://schemas.microsoft.com/office/drawing/2014/main" id="{8C4F3553-9579-4B00-BA5A-A95A7BDD542C}"/>
                  </a:ext>
                </a:extLst>
              </p:cNvPr>
              <p:cNvSpPr>
                <a:spLocks noChangeShapeType="1"/>
              </p:cNvSpPr>
              <p:nvPr/>
            </p:nvSpPr>
            <p:spPr bwMode="auto">
              <a:xfrm>
                <a:off x="1428" y="805"/>
                <a:ext cx="0" cy="28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8" name="Line 95">
                <a:extLst>
                  <a:ext uri="{FF2B5EF4-FFF2-40B4-BE49-F238E27FC236}">
                    <a16:creationId xmlns:a16="http://schemas.microsoft.com/office/drawing/2014/main" id="{063F16AA-BBE5-43B2-851F-2151AEB4F06D}"/>
                  </a:ext>
                </a:extLst>
              </p:cNvPr>
              <p:cNvSpPr>
                <a:spLocks noChangeShapeType="1"/>
              </p:cNvSpPr>
              <p:nvPr/>
            </p:nvSpPr>
            <p:spPr bwMode="auto">
              <a:xfrm>
                <a:off x="2296" y="804"/>
                <a:ext cx="0" cy="28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89" name="Line 96">
                <a:extLst>
                  <a:ext uri="{FF2B5EF4-FFF2-40B4-BE49-F238E27FC236}">
                    <a16:creationId xmlns:a16="http://schemas.microsoft.com/office/drawing/2014/main" id="{922C4C69-D41E-45D4-B30F-FA954AA35855}"/>
                  </a:ext>
                </a:extLst>
              </p:cNvPr>
              <p:cNvSpPr>
                <a:spLocks noChangeShapeType="1"/>
              </p:cNvSpPr>
              <p:nvPr/>
            </p:nvSpPr>
            <p:spPr bwMode="auto">
              <a:xfrm>
                <a:off x="3154" y="805"/>
                <a:ext cx="0" cy="28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sp>
            <p:nvSpPr>
              <p:cNvPr id="190" name="Line 97">
                <a:extLst>
                  <a:ext uri="{FF2B5EF4-FFF2-40B4-BE49-F238E27FC236}">
                    <a16:creationId xmlns:a16="http://schemas.microsoft.com/office/drawing/2014/main" id="{3EF70DD9-0BE2-4D42-89A7-4BE4C1008A97}"/>
                  </a:ext>
                </a:extLst>
              </p:cNvPr>
              <p:cNvSpPr>
                <a:spLocks noChangeShapeType="1"/>
              </p:cNvSpPr>
              <p:nvPr/>
            </p:nvSpPr>
            <p:spPr bwMode="auto">
              <a:xfrm>
                <a:off x="4033" y="804"/>
                <a:ext cx="0" cy="28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99"/>
                  </a:solidFill>
                  <a:effectLst/>
                  <a:uLnTx/>
                  <a:uFillTx/>
                  <a:latin typeface="Courier New" panose="02070309020205020404" pitchFamily="49" charset="0"/>
                  <a:ea typeface="宋体" panose="02010600030101010101" pitchFamily="2" charset="-122"/>
                </a:endParaRPr>
              </a:p>
            </p:txBody>
          </p:sp>
        </p:grpSp>
        <p:sp>
          <p:nvSpPr>
            <p:cNvPr id="169" name="Text Box 89">
              <a:extLst>
                <a:ext uri="{FF2B5EF4-FFF2-40B4-BE49-F238E27FC236}">
                  <a16:creationId xmlns:a16="http://schemas.microsoft.com/office/drawing/2014/main" id="{6B4AD974-A909-43A4-8730-AD0F688B82C3}"/>
                </a:ext>
              </a:extLst>
            </p:cNvPr>
            <p:cNvSpPr txBox="1">
              <a:spLocks noChangeArrowheads="1"/>
            </p:cNvSpPr>
            <p:nvPr/>
          </p:nvSpPr>
          <p:spPr bwMode="auto">
            <a:xfrm>
              <a:off x="4880" y="723"/>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333399"/>
                  </a:solidFill>
                  <a:effectLst/>
                  <a:uLnTx/>
                  <a:uFillTx/>
                  <a:ea typeface="宋体" panose="02010600030101010101" pitchFamily="2" charset="-122"/>
                  <a:sym typeface="Symbol" panose="05050102010706020507" pitchFamily="18" charset="2"/>
                </a:rPr>
                <a:t></a:t>
              </a:r>
              <a:endParaRPr kumimoji="1" lang="en-US" altLang="zh-CN" sz="1800" b="0" i="0" u="none" strike="noStrike" kern="0" cap="none" spc="0" normalizeH="0" baseline="0" noProof="0">
                <a:ln>
                  <a:noFill/>
                </a:ln>
                <a:solidFill>
                  <a:srgbClr val="000099"/>
                </a:solidFill>
                <a:effectLst/>
                <a:uLnTx/>
                <a:uFillTx/>
                <a:ea typeface="宋体" panose="02010600030101010101" pitchFamily="2" charset="-122"/>
              </a:endParaRPr>
            </a:p>
          </p:txBody>
        </p:sp>
      </p:grpSp>
    </p:spTree>
    <p:extLst>
      <p:ext uri="{BB962C8B-B14F-4D97-AF65-F5344CB8AC3E}">
        <p14:creationId xmlns:p14="http://schemas.microsoft.com/office/powerpoint/2010/main" val="18308521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E60FB-BF51-4405-AA57-2BEC2F95DE81}"/>
              </a:ext>
            </a:extLst>
          </p:cNvPr>
          <p:cNvSpPr>
            <a:spLocks noGrp="1"/>
          </p:cNvSpPr>
          <p:nvPr>
            <p:ph type="title"/>
          </p:nvPr>
        </p:nvSpPr>
        <p:spPr/>
        <p:txBody>
          <a:bodyPr/>
          <a:lstStyle/>
          <a:p>
            <a:r>
              <a:rPr lang="zh-CN" altLang="en-US" dirty="0"/>
              <a:t>广义表的存储结构</a:t>
            </a:r>
          </a:p>
        </p:txBody>
      </p:sp>
      <p:graphicFrame>
        <p:nvGraphicFramePr>
          <p:cNvPr id="34" name="表格 33">
            <a:extLst>
              <a:ext uri="{FF2B5EF4-FFF2-40B4-BE49-F238E27FC236}">
                <a16:creationId xmlns:a16="http://schemas.microsoft.com/office/drawing/2014/main" id="{04994098-5F2B-4281-A959-F097ADAE69B5}"/>
              </a:ext>
            </a:extLst>
          </p:cNvPr>
          <p:cNvGraphicFramePr>
            <a:graphicFrameLocks noGrp="1"/>
          </p:cNvGraphicFramePr>
          <p:nvPr>
            <p:custDataLst>
              <p:tags r:id="rId1"/>
            </p:custDataLst>
            <p:extLst>
              <p:ext uri="{D42A27DB-BD31-4B8C-83A1-F6EECF244321}">
                <p14:modId xmlns:p14="http://schemas.microsoft.com/office/powerpoint/2010/main" val="2602626942"/>
              </p:ext>
            </p:extLst>
          </p:nvPr>
        </p:nvGraphicFramePr>
        <p:xfrm>
          <a:off x="3927978" y="1937541"/>
          <a:ext cx="4892675" cy="508635"/>
        </p:xfrm>
        <a:graphic>
          <a:graphicData uri="http://schemas.openxmlformats.org/drawingml/2006/table">
            <a:tbl>
              <a:tblPr firstRow="1" bandRow="1"/>
              <a:tblGrid>
                <a:gridCol w="1292094">
                  <a:extLst>
                    <a:ext uri="{9D8B030D-6E8A-4147-A177-3AD203B41FA5}">
                      <a16:colId xmlns:a16="http://schemas.microsoft.com/office/drawing/2014/main" val="20000"/>
                    </a:ext>
                  </a:extLst>
                </a:gridCol>
                <a:gridCol w="2328676">
                  <a:extLst>
                    <a:ext uri="{9D8B030D-6E8A-4147-A177-3AD203B41FA5}">
                      <a16:colId xmlns:a16="http://schemas.microsoft.com/office/drawing/2014/main" val="20001"/>
                    </a:ext>
                  </a:extLst>
                </a:gridCol>
                <a:gridCol w="1271905">
                  <a:extLst>
                    <a:ext uri="{9D8B030D-6E8A-4147-A177-3AD203B41FA5}">
                      <a16:colId xmlns:a16="http://schemas.microsoft.com/office/drawing/2014/main" val="20002"/>
                    </a:ext>
                  </a:extLst>
                </a:gridCol>
              </a:tblGrid>
              <a:tr h="508635">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a:latin typeface="微软雅黑" panose="020B0503020204020204" charset="-122"/>
                          <a:ea typeface="微软雅黑" panose="020B0503020204020204" charset="-122"/>
                          <a:cs typeface="思源黑体 CN Bold" panose="020B0800000000000000" charset="-122"/>
                        </a:rPr>
                        <a:t>tag</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lumMod val="75000"/>
                      </a:srgbClr>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err="1">
                          <a:latin typeface="微软雅黑" panose="020B0503020204020204" charset="-122"/>
                          <a:ea typeface="微软雅黑" panose="020B0503020204020204" charset="-122"/>
                          <a:cs typeface="思源黑体 CN Bold" panose="020B0800000000000000" charset="-122"/>
                        </a:rPr>
                        <a:t>sublist</a:t>
                      </a:r>
                      <a:r>
                        <a:rPr lang="en-US" altLang="zh-CN" sz="2400" dirty="0">
                          <a:latin typeface="微软雅黑" panose="020B0503020204020204" charset="-122"/>
                          <a:ea typeface="微软雅黑" panose="020B0503020204020204" charset="-122"/>
                          <a:cs typeface="思源黑体 CN Bold" panose="020B0800000000000000" charset="-122"/>
                        </a:rPr>
                        <a:t>/data</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lumMod val="75000"/>
                      </a:srgbClr>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a:latin typeface="微软雅黑" panose="020B0503020204020204" charset="-122"/>
                          <a:ea typeface="微软雅黑" panose="020B0503020204020204" charset="-122"/>
                          <a:cs typeface="思源黑体 CN Bold" panose="020B0800000000000000" charset="-122"/>
                        </a:rPr>
                        <a:t>link</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lumMod val="75000"/>
                      </a:srgbClr>
                    </a:solidFill>
                  </a:tcPr>
                </a:tc>
                <a:extLst>
                  <a:ext uri="{0D108BD9-81ED-4DB2-BD59-A6C34878D82A}">
                    <a16:rowId xmlns:a16="http://schemas.microsoft.com/office/drawing/2014/main" val="10000"/>
                  </a:ext>
                </a:extLst>
              </a:tr>
            </a:tbl>
          </a:graphicData>
        </a:graphic>
      </p:graphicFrame>
      <p:sp>
        <p:nvSpPr>
          <p:cNvPr id="35" name="TextBox 55">
            <a:extLst>
              <a:ext uri="{FF2B5EF4-FFF2-40B4-BE49-F238E27FC236}">
                <a16:creationId xmlns:a16="http://schemas.microsoft.com/office/drawing/2014/main" id="{836D015A-E922-4F21-BA1A-5087F7C30C7E}"/>
              </a:ext>
            </a:extLst>
          </p:cNvPr>
          <p:cNvSpPr txBox="1"/>
          <p:nvPr/>
        </p:nvSpPr>
        <p:spPr>
          <a:xfrm>
            <a:off x="3919083" y="1336810"/>
            <a:ext cx="1714512" cy="461665"/>
          </a:xfrm>
          <a:prstGeom prst="rect">
            <a:avLst/>
          </a:prstGeom>
          <a:noFill/>
        </p:spPr>
        <p:txBody>
          <a:bodyPr wrap="square" rtlCol="0">
            <a:spAutoFit/>
          </a:bodyPr>
          <a:lstStyle/>
          <a:p>
            <a:pPr eaLnBrk="1" hangingPunct="1">
              <a:defRPr/>
            </a:pPr>
            <a:r>
              <a:rPr lang="zh-CN" altLang="en-US">
                <a:solidFill>
                  <a:prstClr val="black"/>
                </a:solidFill>
                <a:latin typeface="微软雅黑" panose="020B0503020204020204" charset="-122"/>
                <a:ea typeface="微软雅黑" panose="020B0503020204020204" charset="-122"/>
                <a:cs typeface="思源黑体 CN Bold" panose="020B0800000000000000" charset="-122"/>
              </a:rPr>
              <a:t>结点类型：</a:t>
            </a:r>
          </a:p>
        </p:txBody>
      </p:sp>
      <p:sp>
        <p:nvSpPr>
          <p:cNvPr id="36" name="TextBox 57">
            <a:extLst>
              <a:ext uri="{FF2B5EF4-FFF2-40B4-BE49-F238E27FC236}">
                <a16:creationId xmlns:a16="http://schemas.microsoft.com/office/drawing/2014/main" id="{304BDBA0-87AC-4FD7-9B16-48995FA16336}"/>
              </a:ext>
            </a:extLst>
          </p:cNvPr>
          <p:cNvSpPr txBox="1"/>
          <p:nvPr/>
        </p:nvSpPr>
        <p:spPr>
          <a:xfrm>
            <a:off x="3919082" y="2551256"/>
            <a:ext cx="4901571" cy="1883556"/>
          </a:xfrm>
          <a:prstGeom prst="rect">
            <a:avLst/>
          </a:prstGeom>
          <a:solidFill>
            <a:sysClr val="window" lastClr="FFFFFF"/>
          </a:solidFill>
          <a:ln w="25400" cap="flat" cmpd="sng" algn="ctr">
            <a:solidFill>
              <a:srgbClr val="C0504D"/>
            </a:solidFill>
            <a:prstDash val="solid"/>
          </a:ln>
          <a:effectLst/>
        </p:spPr>
        <p:txBody>
          <a:bodyPr wrap="square" tIns="144000" bIns="144000" rtlCol="0">
            <a:spAutoFit/>
          </a:bodyPr>
          <a:lstStyle/>
          <a:p>
            <a:pPr marL="457200" marR="0" lvl="0" indent="-457200" defTabSz="914400" eaLnBrk="1" fontAlgn="auto" latinLnBrk="0" hangingPunct="1">
              <a:lnSpc>
                <a:spcPct val="150000"/>
              </a:lnSpc>
              <a:spcBef>
                <a:spcPts val="0"/>
              </a:spcBef>
              <a:spcAft>
                <a:spcPts val="0"/>
              </a:spcAft>
              <a:buClrTx/>
              <a:buSzTx/>
              <a:buFontTx/>
              <a:buBlip>
                <a:blip r:embed="rId3"/>
              </a:buBlip>
              <a:tabLst/>
              <a:defRPr/>
            </a:pPr>
            <a:r>
              <a:rPr kumimoji="0" lang="en-US" b="0" i="0" u="none" strike="noStrike" kern="0" cap="none" spc="0" normalizeH="0" baseline="0" noProof="0" dirty="0">
                <a:ln>
                  <a:noFill/>
                </a:ln>
                <a:solidFill>
                  <a:prstClr val="black"/>
                </a:solidFill>
                <a:effectLst/>
                <a:uLnTx/>
                <a:uFillTx/>
                <a:latin typeface="+mn-ea"/>
                <a:ea typeface="+mn-ea"/>
                <a:cs typeface="楷体" panose="02010609060101010101" pitchFamily="49" charset="-122"/>
              </a:rPr>
              <a:t>tag=</a:t>
            </a:r>
            <a:r>
              <a:rPr kumimoji="0" lang="en-US" b="0" i="0" u="none" strike="noStrike" kern="0" cap="none" spc="0" normalizeH="0" baseline="0" noProof="0" dirty="0">
                <a:ln>
                  <a:noFill/>
                </a:ln>
                <a:solidFill>
                  <a:srgbClr val="FF0000"/>
                </a:solidFill>
                <a:effectLst/>
                <a:uLnTx/>
                <a:uFillTx/>
                <a:latin typeface="+mn-ea"/>
                <a:ea typeface="+mn-ea"/>
                <a:cs typeface="楷体" panose="02010609060101010101" pitchFamily="49" charset="-122"/>
              </a:rPr>
              <a:t>0</a:t>
            </a:r>
            <a:r>
              <a:rPr kumimoji="0" lang="zh-CN" altLang="en-US" b="0" i="0" u="none" strike="noStrike" kern="0" cap="none" spc="0" normalizeH="0" baseline="0" noProof="0" dirty="0">
                <a:ln>
                  <a:noFill/>
                </a:ln>
                <a:solidFill>
                  <a:prstClr val="black"/>
                </a:solidFill>
                <a:effectLst/>
                <a:uLnTx/>
                <a:uFillTx/>
                <a:latin typeface="+mn-ea"/>
                <a:ea typeface="+mn-ea"/>
                <a:cs typeface="楷体" panose="02010609060101010101" pitchFamily="49" charset="-122"/>
              </a:rPr>
              <a:t>，表示该结点为</a:t>
            </a:r>
            <a:r>
              <a:rPr kumimoji="0" lang="zh-CN" altLang="en-US" b="0" i="0" u="none" strike="noStrike" kern="0" cap="none" spc="0" normalizeH="0" baseline="0" noProof="0" dirty="0">
                <a:ln>
                  <a:noFill/>
                </a:ln>
                <a:solidFill>
                  <a:srgbClr val="0000FF"/>
                </a:solidFill>
                <a:effectLst/>
                <a:uLnTx/>
                <a:uFillTx/>
                <a:latin typeface="+mn-ea"/>
                <a:ea typeface="+mn-ea"/>
                <a:cs typeface="楷体" panose="02010609060101010101" pitchFamily="49" charset="-122"/>
              </a:rPr>
              <a:t>原子</a:t>
            </a:r>
            <a:r>
              <a:rPr kumimoji="0" lang="zh-CN" altLang="en-US" b="0" i="0" u="none" strike="noStrike" kern="0" cap="none" spc="0" normalizeH="0" baseline="0" noProof="0" dirty="0">
                <a:ln>
                  <a:noFill/>
                </a:ln>
                <a:solidFill>
                  <a:prstClr val="black"/>
                </a:solidFill>
                <a:effectLst/>
                <a:uLnTx/>
                <a:uFillTx/>
                <a:latin typeface="+mn-ea"/>
                <a:ea typeface="+mn-ea"/>
                <a:cs typeface="楷体" panose="02010609060101010101" pitchFamily="49" charset="-122"/>
              </a:rPr>
              <a:t>结点</a:t>
            </a:r>
            <a:endParaRPr kumimoji="0" lang="en-US" altLang="zh-CN" b="0" i="0" u="none" strike="noStrike" kern="0" cap="none" spc="0" normalizeH="0" baseline="0" noProof="0" dirty="0">
              <a:ln>
                <a:noFill/>
              </a:ln>
              <a:solidFill>
                <a:prstClr val="black"/>
              </a:solidFill>
              <a:effectLst/>
              <a:uLnTx/>
              <a:uFillTx/>
              <a:latin typeface="+mn-ea"/>
              <a:ea typeface="+mn-ea"/>
              <a:cs typeface="楷体" panose="02010609060101010101" pitchFamily="49" charset="-122"/>
            </a:endParaRPr>
          </a:p>
          <a:p>
            <a:pPr marL="457200" marR="0" lvl="0" indent="-457200" defTabSz="914400" eaLnBrk="1" fontAlgn="auto" latinLnBrk="0" hangingPunct="1">
              <a:lnSpc>
                <a:spcPct val="150000"/>
              </a:lnSpc>
              <a:spcBef>
                <a:spcPts val="0"/>
              </a:spcBef>
              <a:spcAft>
                <a:spcPts val="0"/>
              </a:spcAft>
              <a:buClrTx/>
              <a:buSzTx/>
              <a:buFontTx/>
              <a:buBlip>
                <a:blip r:embed="rId3"/>
              </a:buBlip>
              <a:tabLst/>
              <a:defRPr/>
            </a:pPr>
            <a:r>
              <a:rPr kumimoji="0" lang="en-US" b="0" i="0" u="none" strike="noStrike" kern="0" cap="none" spc="0" normalizeH="0" baseline="0" noProof="0" dirty="0">
                <a:ln>
                  <a:noFill/>
                </a:ln>
                <a:solidFill>
                  <a:prstClr val="black"/>
                </a:solidFill>
                <a:effectLst/>
                <a:uLnTx/>
                <a:uFillTx/>
                <a:latin typeface="+mn-ea"/>
                <a:ea typeface="+mn-ea"/>
                <a:cs typeface="楷体" panose="02010609060101010101" pitchFamily="49" charset="-122"/>
              </a:rPr>
              <a:t>tag=</a:t>
            </a:r>
            <a:r>
              <a:rPr kumimoji="0" lang="en-US" b="0" i="0" u="none" strike="noStrike" kern="0" cap="none" spc="0" normalizeH="0" baseline="0" noProof="0" dirty="0">
                <a:ln>
                  <a:noFill/>
                </a:ln>
                <a:solidFill>
                  <a:srgbClr val="FF0000"/>
                </a:solidFill>
                <a:effectLst/>
                <a:uLnTx/>
                <a:uFillTx/>
                <a:latin typeface="+mn-ea"/>
                <a:ea typeface="+mn-ea"/>
                <a:cs typeface="楷体" panose="02010609060101010101" pitchFamily="49" charset="-122"/>
              </a:rPr>
              <a:t>1</a:t>
            </a:r>
            <a:r>
              <a:rPr kumimoji="0" lang="zh-CN" altLang="en-US" b="0" i="0" u="none" strike="noStrike" kern="0" cap="none" spc="0" normalizeH="0" baseline="0" noProof="0" dirty="0">
                <a:ln>
                  <a:noFill/>
                </a:ln>
                <a:solidFill>
                  <a:prstClr val="black"/>
                </a:solidFill>
                <a:effectLst/>
                <a:uLnTx/>
                <a:uFillTx/>
                <a:latin typeface="+mn-ea"/>
                <a:ea typeface="+mn-ea"/>
                <a:cs typeface="楷体" panose="02010609060101010101" pitchFamily="49" charset="-122"/>
              </a:rPr>
              <a:t>，表示该结点为</a:t>
            </a:r>
            <a:r>
              <a:rPr kumimoji="0" lang="zh-CN" altLang="en-US" b="0" i="0" u="none" strike="noStrike" kern="0" cap="none" spc="0" normalizeH="0" baseline="0" noProof="0" dirty="0">
                <a:ln>
                  <a:noFill/>
                </a:ln>
                <a:solidFill>
                  <a:srgbClr val="0000FF"/>
                </a:solidFill>
                <a:effectLst/>
                <a:uLnTx/>
                <a:uFillTx/>
                <a:latin typeface="+mn-ea"/>
                <a:ea typeface="+mn-ea"/>
                <a:cs typeface="楷体" panose="02010609060101010101" pitchFamily="49" charset="-122"/>
              </a:rPr>
              <a:t>表</a:t>
            </a:r>
            <a:r>
              <a:rPr kumimoji="0" lang="en-US" b="0" i="0" u="none" strike="noStrike" kern="0" cap="none" spc="0" normalizeH="0" baseline="0" noProof="0" dirty="0">
                <a:ln>
                  <a:noFill/>
                </a:ln>
                <a:solidFill>
                  <a:srgbClr val="0000FF"/>
                </a:solidFill>
                <a:effectLst/>
                <a:uLnTx/>
                <a:uFillTx/>
                <a:latin typeface="+mn-ea"/>
                <a:ea typeface="+mn-ea"/>
                <a:cs typeface="楷体" panose="02010609060101010101" pitchFamily="49" charset="-122"/>
              </a:rPr>
              <a:t>/</a:t>
            </a:r>
            <a:r>
              <a:rPr kumimoji="0" lang="zh-CN" altLang="en-US" b="0" i="0" u="none" strike="noStrike" kern="0" cap="none" spc="0" normalizeH="0" baseline="0" noProof="0" dirty="0">
                <a:ln>
                  <a:noFill/>
                </a:ln>
                <a:solidFill>
                  <a:srgbClr val="0000FF"/>
                </a:solidFill>
                <a:effectLst/>
                <a:uLnTx/>
                <a:uFillTx/>
                <a:latin typeface="+mn-ea"/>
                <a:ea typeface="+mn-ea"/>
                <a:cs typeface="楷体" panose="02010609060101010101" pitchFamily="49" charset="-122"/>
              </a:rPr>
              <a:t>子表</a:t>
            </a:r>
            <a:r>
              <a:rPr kumimoji="0" lang="zh-CN" altLang="en-US" b="0" i="0" u="none" strike="noStrike" kern="0" cap="none" spc="0" normalizeH="0" baseline="0" noProof="0" dirty="0">
                <a:ln>
                  <a:noFill/>
                </a:ln>
                <a:solidFill>
                  <a:prstClr val="black"/>
                </a:solidFill>
                <a:effectLst/>
                <a:uLnTx/>
                <a:uFillTx/>
                <a:latin typeface="+mn-ea"/>
                <a:ea typeface="+mn-ea"/>
                <a:cs typeface="楷体" panose="02010609060101010101" pitchFamily="49" charset="-122"/>
              </a:rPr>
              <a:t>结点</a:t>
            </a:r>
          </a:p>
        </p:txBody>
      </p:sp>
      <p:sp>
        <p:nvSpPr>
          <p:cNvPr id="37" name="下箭头 24">
            <a:extLst>
              <a:ext uri="{FF2B5EF4-FFF2-40B4-BE49-F238E27FC236}">
                <a16:creationId xmlns:a16="http://schemas.microsoft.com/office/drawing/2014/main" id="{80E3CED1-0E50-494D-BC44-E27CF1F249EB}"/>
              </a:ext>
            </a:extLst>
          </p:cNvPr>
          <p:cNvSpPr/>
          <p:nvPr/>
        </p:nvSpPr>
        <p:spPr>
          <a:xfrm>
            <a:off x="1883908" y="3894331"/>
            <a:ext cx="428628" cy="461666"/>
          </a:xfrm>
          <a:prstGeom prst="downArrow">
            <a:avLst/>
          </a:prstGeom>
          <a:solidFill>
            <a:schemeClr val="accent1">
              <a:lumMod val="20000"/>
              <a:lumOff val="80000"/>
            </a:schemeClr>
          </a:solidFill>
          <a:ln w="9525" cap="flat" cmpd="sng" algn="ctr">
            <a:solidFill>
              <a:srgbClr val="F79646">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prstClr val="white"/>
              </a:solidFill>
              <a:effectLst/>
              <a:uLnTx/>
              <a:uFillTx/>
              <a:latin typeface="思源黑体 CN Bold" panose="020B0800000000000000" charset="-122"/>
              <a:ea typeface="思源黑体 CN Bold" panose="02010600030101010101" charset="-122"/>
              <a:cs typeface="思源黑体 CN Bold" panose="020B0800000000000000" charset="-122"/>
            </a:endParaRPr>
          </a:p>
        </p:txBody>
      </p:sp>
      <p:graphicFrame>
        <p:nvGraphicFramePr>
          <p:cNvPr id="38" name="表格 37">
            <a:extLst>
              <a:ext uri="{FF2B5EF4-FFF2-40B4-BE49-F238E27FC236}">
                <a16:creationId xmlns:a16="http://schemas.microsoft.com/office/drawing/2014/main" id="{418DDF6C-49EB-493B-9DB0-5744B253DBC2}"/>
              </a:ext>
            </a:extLst>
          </p:cNvPr>
          <p:cNvGraphicFramePr>
            <a:graphicFrameLocks noGrp="1"/>
          </p:cNvGraphicFramePr>
          <p:nvPr>
            <p:extLst>
              <p:ext uri="{D42A27DB-BD31-4B8C-83A1-F6EECF244321}">
                <p14:modId xmlns:p14="http://schemas.microsoft.com/office/powerpoint/2010/main" val="3052197837"/>
              </p:ext>
            </p:extLst>
          </p:nvPr>
        </p:nvGraphicFramePr>
        <p:xfrm>
          <a:off x="489425" y="4625788"/>
          <a:ext cx="1500195" cy="457200"/>
        </p:xfrm>
        <a:graphic>
          <a:graphicData uri="http://schemas.openxmlformats.org/drawingml/2006/table">
            <a:tbl>
              <a:tblPr firstRow="1" bandRow="1"/>
              <a:tblGrid>
                <a:gridCol w="444500">
                  <a:extLst>
                    <a:ext uri="{9D8B030D-6E8A-4147-A177-3AD203B41FA5}">
                      <a16:colId xmlns:a16="http://schemas.microsoft.com/office/drawing/2014/main" val="20000"/>
                    </a:ext>
                  </a:extLst>
                </a:gridCol>
                <a:gridCol w="389255">
                  <a:extLst>
                    <a:ext uri="{9D8B030D-6E8A-4147-A177-3AD203B41FA5}">
                      <a16:colId xmlns:a16="http://schemas.microsoft.com/office/drawing/2014/main" val="20001"/>
                    </a:ext>
                  </a:extLst>
                </a:gridCol>
                <a:gridCol w="666440">
                  <a:extLst>
                    <a:ext uri="{9D8B030D-6E8A-4147-A177-3AD203B41FA5}">
                      <a16:colId xmlns:a16="http://schemas.microsoft.com/office/drawing/2014/main" val="20002"/>
                    </a:ext>
                  </a:extLst>
                </a:gridCol>
              </a:tblGrid>
              <a:tr h="428628">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a:latin typeface="微软雅黑" panose="020B0503020204020204" charset="-122"/>
                          <a:ea typeface="微软雅黑" panose="020B0503020204020204" charset="-122"/>
                          <a:cs typeface="思源黑体 CN Bold" panose="020B0800000000000000" charset="-122"/>
                        </a:rPr>
                        <a:t>1</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endParaRPr lang="zh-CN" altLang="en-US" sz="2400" dirty="0">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zh-CN" altLang="en-US" sz="2400" kern="1200" dirty="0">
                          <a:latin typeface="微软雅黑" panose="020B0503020204020204" charset="-122"/>
                          <a:ea typeface="微软雅黑" panose="020B0503020204020204" charset="-122"/>
                          <a:cs typeface="思源黑体 CN Bold" panose="020B0800000000000000" charset="-122"/>
                        </a:rPr>
                        <a: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bl>
          </a:graphicData>
        </a:graphic>
      </p:graphicFrame>
      <p:graphicFrame>
        <p:nvGraphicFramePr>
          <p:cNvPr id="39" name="表格 38">
            <a:extLst>
              <a:ext uri="{FF2B5EF4-FFF2-40B4-BE49-F238E27FC236}">
                <a16:creationId xmlns:a16="http://schemas.microsoft.com/office/drawing/2014/main" id="{C9EB7FFD-61ED-4E09-89DE-C26AA49A7B2F}"/>
              </a:ext>
            </a:extLst>
          </p:cNvPr>
          <p:cNvGraphicFramePr>
            <a:graphicFrameLocks noGrp="1"/>
          </p:cNvGraphicFramePr>
          <p:nvPr>
            <p:extLst>
              <p:ext uri="{D42A27DB-BD31-4B8C-83A1-F6EECF244321}">
                <p14:modId xmlns:p14="http://schemas.microsoft.com/office/powerpoint/2010/main" val="607638401"/>
              </p:ext>
            </p:extLst>
          </p:nvPr>
        </p:nvGraphicFramePr>
        <p:xfrm>
          <a:off x="1418118" y="5339534"/>
          <a:ext cx="1247041" cy="457200"/>
        </p:xfrm>
        <a:graphic>
          <a:graphicData uri="http://schemas.openxmlformats.org/drawingml/2006/table">
            <a:tbl>
              <a:tblPr firstRow="1" bandRow="1"/>
              <a:tblGrid>
                <a:gridCol w="392430">
                  <a:extLst>
                    <a:ext uri="{9D8B030D-6E8A-4147-A177-3AD203B41FA5}">
                      <a16:colId xmlns:a16="http://schemas.microsoft.com/office/drawing/2014/main" val="20000"/>
                    </a:ext>
                  </a:extLst>
                </a:gridCol>
                <a:gridCol w="497421">
                  <a:extLst>
                    <a:ext uri="{9D8B030D-6E8A-4147-A177-3AD203B41FA5}">
                      <a16:colId xmlns:a16="http://schemas.microsoft.com/office/drawing/2014/main" val="20001"/>
                    </a:ext>
                  </a:extLst>
                </a:gridCol>
                <a:gridCol w="357190">
                  <a:extLst>
                    <a:ext uri="{9D8B030D-6E8A-4147-A177-3AD203B41FA5}">
                      <a16:colId xmlns:a16="http://schemas.microsoft.com/office/drawing/2014/main" val="20002"/>
                    </a:ext>
                  </a:extLst>
                </a:gridCol>
              </a:tblGrid>
              <a:tr h="428628">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a:latin typeface="微软雅黑" panose="020B0503020204020204" charset="-122"/>
                          <a:ea typeface="微软雅黑" panose="020B0503020204020204" charset="-122"/>
                          <a:cs typeface="思源黑体 CN Bold" panose="020B0800000000000000" charset="-122"/>
                        </a:rPr>
                        <a:t>0</a:t>
                      </a:r>
                      <a:endParaRPr lang="en-US" altLang="zh-CN" sz="2400" i="0" dirty="0">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i="1" dirty="0">
                          <a:latin typeface="微软雅黑" panose="020B0503020204020204" charset="-122"/>
                          <a:ea typeface="微软雅黑" panose="020B0503020204020204" charset="-122"/>
                          <a:cs typeface="思源黑体 CN Bold" panose="020B0800000000000000" charset="-122"/>
                        </a:rPr>
                        <a:t>a</a:t>
                      </a:r>
                      <a:endParaRPr lang="en-US" altLang="zh-CN" sz="2400" i="1" dirty="0">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endParaRPr lang="zh-CN" altLang="en-US" sz="2400" i="0" dirty="0">
                        <a:solidFill>
                          <a:srgbClr val="9900FF"/>
                        </a:solidFill>
                        <a:latin typeface="思源黑体 CN Bold" panose="020B0800000000000000"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extLst>
                  <a:ext uri="{0D108BD9-81ED-4DB2-BD59-A6C34878D82A}">
                    <a16:rowId xmlns:a16="http://schemas.microsoft.com/office/drawing/2014/main" val="10000"/>
                  </a:ext>
                </a:extLst>
              </a:tr>
            </a:tbl>
          </a:graphicData>
        </a:graphic>
      </p:graphicFrame>
      <p:graphicFrame>
        <p:nvGraphicFramePr>
          <p:cNvPr id="40" name="表格 39">
            <a:extLst>
              <a:ext uri="{FF2B5EF4-FFF2-40B4-BE49-F238E27FC236}">
                <a16:creationId xmlns:a16="http://schemas.microsoft.com/office/drawing/2014/main" id="{CC2C0C4D-C172-4D6F-8865-0A177B0B80FA}"/>
              </a:ext>
            </a:extLst>
          </p:cNvPr>
          <p:cNvGraphicFramePr>
            <a:graphicFrameLocks noGrp="1"/>
          </p:cNvGraphicFramePr>
          <p:nvPr>
            <p:extLst>
              <p:ext uri="{D42A27DB-BD31-4B8C-83A1-F6EECF244321}">
                <p14:modId xmlns:p14="http://schemas.microsoft.com/office/powerpoint/2010/main" val="3271450869"/>
              </p:ext>
            </p:extLst>
          </p:nvPr>
        </p:nvGraphicFramePr>
        <p:xfrm>
          <a:off x="2918317" y="5339534"/>
          <a:ext cx="1500197" cy="457200"/>
        </p:xfrm>
        <a:graphic>
          <a:graphicData uri="http://schemas.openxmlformats.org/drawingml/2006/table">
            <a:tbl>
              <a:tblPr firstRow="1" bandRow="1"/>
              <a:tblGrid>
                <a:gridCol w="444502">
                  <a:extLst>
                    <a:ext uri="{9D8B030D-6E8A-4147-A177-3AD203B41FA5}">
                      <a16:colId xmlns:a16="http://schemas.microsoft.com/office/drawing/2014/main" val="20000"/>
                    </a:ext>
                  </a:extLst>
                </a:gridCol>
                <a:gridCol w="510168">
                  <a:extLst>
                    <a:ext uri="{9D8B030D-6E8A-4147-A177-3AD203B41FA5}">
                      <a16:colId xmlns:a16="http://schemas.microsoft.com/office/drawing/2014/main" val="20001"/>
                    </a:ext>
                  </a:extLst>
                </a:gridCol>
                <a:gridCol w="545527">
                  <a:extLst>
                    <a:ext uri="{9D8B030D-6E8A-4147-A177-3AD203B41FA5}">
                      <a16:colId xmlns:a16="http://schemas.microsoft.com/office/drawing/2014/main" val="20002"/>
                    </a:ext>
                  </a:extLst>
                </a:gridCol>
              </a:tblGrid>
              <a:tr h="428628">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a:latin typeface="微软雅黑" panose="020B0503020204020204" charset="-122"/>
                          <a:ea typeface="微软雅黑" panose="020B0503020204020204" charset="-122"/>
                          <a:cs typeface="思源黑体 CN Bold" panose="020B0800000000000000" charset="-122"/>
                        </a:rPr>
                        <a:t>1</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endParaRPr lang="zh-CN" altLang="en-US" sz="2400" dirty="0">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zh-CN" altLang="en-US" sz="2400" kern="1200" dirty="0">
                          <a:latin typeface="微软雅黑" panose="020B0503020204020204" charset="-122"/>
                          <a:ea typeface="微软雅黑" panose="020B0503020204020204" charset="-122"/>
                          <a:cs typeface="思源黑体 CN Bold" panose="020B0800000000000000" charset="-122"/>
                        </a:rPr>
                        <a: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bl>
          </a:graphicData>
        </a:graphic>
      </p:graphicFrame>
      <p:graphicFrame>
        <p:nvGraphicFramePr>
          <p:cNvPr id="41" name="表格 40">
            <a:extLst>
              <a:ext uri="{FF2B5EF4-FFF2-40B4-BE49-F238E27FC236}">
                <a16:creationId xmlns:a16="http://schemas.microsoft.com/office/drawing/2014/main" id="{8026FC1A-D1BB-42AD-A3E9-DDE5781E6F9D}"/>
              </a:ext>
            </a:extLst>
          </p:cNvPr>
          <p:cNvGraphicFramePr>
            <a:graphicFrameLocks noGrp="1"/>
          </p:cNvGraphicFramePr>
          <p:nvPr>
            <p:extLst>
              <p:ext uri="{D42A27DB-BD31-4B8C-83A1-F6EECF244321}">
                <p14:modId xmlns:p14="http://schemas.microsoft.com/office/powerpoint/2010/main" val="4024205694"/>
              </p:ext>
            </p:extLst>
          </p:nvPr>
        </p:nvGraphicFramePr>
        <p:xfrm>
          <a:off x="5561209" y="6024708"/>
          <a:ext cx="1428759" cy="457200"/>
        </p:xfrm>
        <a:graphic>
          <a:graphicData uri="http://schemas.openxmlformats.org/drawingml/2006/table">
            <a:tbl>
              <a:tblPr firstRow="1" bandRow="1"/>
              <a:tblGrid>
                <a:gridCol w="423336">
                  <a:extLst>
                    <a:ext uri="{9D8B030D-6E8A-4147-A177-3AD203B41FA5}">
                      <a16:colId xmlns:a16="http://schemas.microsoft.com/office/drawing/2014/main" val="20000"/>
                    </a:ext>
                  </a:extLst>
                </a:gridCol>
                <a:gridCol w="648233">
                  <a:extLst>
                    <a:ext uri="{9D8B030D-6E8A-4147-A177-3AD203B41FA5}">
                      <a16:colId xmlns:a16="http://schemas.microsoft.com/office/drawing/2014/main" val="20001"/>
                    </a:ext>
                  </a:extLst>
                </a:gridCol>
                <a:gridCol w="357190">
                  <a:extLst>
                    <a:ext uri="{9D8B030D-6E8A-4147-A177-3AD203B41FA5}">
                      <a16:colId xmlns:a16="http://schemas.microsoft.com/office/drawing/2014/main" val="20002"/>
                    </a:ext>
                  </a:extLst>
                </a:gridCol>
              </a:tblGrid>
              <a:tr h="428628">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a:latin typeface="微软雅黑" panose="020B0503020204020204" charset="-122"/>
                          <a:ea typeface="微软雅黑" panose="020B0503020204020204" charset="-122"/>
                          <a:cs typeface="思源黑体 CN Bold" panose="020B0800000000000000" charset="-122"/>
                        </a:rPr>
                        <a:t>0</a:t>
                      </a:r>
                      <a:endParaRPr lang="en-US" altLang="zh-CN" sz="2400" i="0">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i="1">
                          <a:latin typeface="微软雅黑" panose="020B0503020204020204" charset="-122"/>
                          <a:ea typeface="微软雅黑" panose="020B0503020204020204" charset="-122"/>
                          <a:cs typeface="思源黑体 CN Bold" panose="020B0800000000000000" charset="-122"/>
                        </a:rPr>
                        <a:t>c</a:t>
                      </a:r>
                      <a:endParaRPr lang="en-US" altLang="zh-CN" sz="2400" i="1">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endParaRPr lang="zh-CN" altLang="en-US" sz="2400" i="0" dirty="0">
                        <a:solidFill>
                          <a:srgbClr val="9900FF"/>
                        </a:solidFill>
                        <a:latin typeface="思源黑体 CN Bold" panose="020B0800000000000000"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extLst>
                  <a:ext uri="{0D108BD9-81ED-4DB2-BD59-A6C34878D82A}">
                    <a16:rowId xmlns:a16="http://schemas.microsoft.com/office/drawing/2014/main" val="10000"/>
                  </a:ext>
                </a:extLst>
              </a:tr>
            </a:tbl>
          </a:graphicData>
        </a:graphic>
      </p:graphicFrame>
      <p:graphicFrame>
        <p:nvGraphicFramePr>
          <p:cNvPr id="42" name="表格 41">
            <a:extLst>
              <a:ext uri="{FF2B5EF4-FFF2-40B4-BE49-F238E27FC236}">
                <a16:creationId xmlns:a16="http://schemas.microsoft.com/office/drawing/2014/main" id="{3F0B80F6-FB61-4F26-AFD8-7B4FA887BF44}"/>
              </a:ext>
            </a:extLst>
          </p:cNvPr>
          <p:cNvGraphicFramePr>
            <a:graphicFrameLocks noGrp="1"/>
          </p:cNvGraphicFramePr>
          <p:nvPr>
            <p:extLst>
              <p:ext uri="{D42A27DB-BD31-4B8C-83A1-F6EECF244321}">
                <p14:modId xmlns:p14="http://schemas.microsoft.com/office/powerpoint/2010/main" val="4204418960"/>
              </p:ext>
            </p:extLst>
          </p:nvPr>
        </p:nvGraphicFramePr>
        <p:xfrm>
          <a:off x="7275720" y="6024708"/>
          <a:ext cx="1428758" cy="457200"/>
        </p:xfrm>
        <a:graphic>
          <a:graphicData uri="http://schemas.openxmlformats.org/drawingml/2006/table">
            <a:tbl>
              <a:tblPr firstRow="1" bandRow="1"/>
              <a:tblGrid>
                <a:gridCol w="423335">
                  <a:extLst>
                    <a:ext uri="{9D8B030D-6E8A-4147-A177-3AD203B41FA5}">
                      <a16:colId xmlns:a16="http://schemas.microsoft.com/office/drawing/2014/main" val="20000"/>
                    </a:ext>
                  </a:extLst>
                </a:gridCol>
                <a:gridCol w="433920">
                  <a:extLst>
                    <a:ext uri="{9D8B030D-6E8A-4147-A177-3AD203B41FA5}">
                      <a16:colId xmlns:a16="http://schemas.microsoft.com/office/drawing/2014/main" val="20001"/>
                    </a:ext>
                  </a:extLst>
                </a:gridCol>
                <a:gridCol w="571503">
                  <a:extLst>
                    <a:ext uri="{9D8B030D-6E8A-4147-A177-3AD203B41FA5}">
                      <a16:colId xmlns:a16="http://schemas.microsoft.com/office/drawing/2014/main" val="20002"/>
                    </a:ext>
                  </a:extLst>
                </a:gridCol>
              </a:tblGrid>
              <a:tr h="428628">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a:latin typeface="微软雅黑" panose="020B0503020204020204" charset="-122"/>
                          <a:ea typeface="微软雅黑" panose="020B0503020204020204" charset="-122"/>
                          <a:cs typeface="思源黑体 CN Bold" panose="020B0800000000000000" charset="-122"/>
                        </a:rPr>
                        <a:t>0</a:t>
                      </a:r>
                      <a:endParaRPr lang="en-US" altLang="zh-CN" sz="2400" i="0" dirty="0">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i="1">
                          <a:latin typeface="微软雅黑" panose="020B0503020204020204" charset="-122"/>
                          <a:ea typeface="微软雅黑" panose="020B0503020204020204" charset="-122"/>
                          <a:cs typeface="思源黑体 CN Bold" panose="020B0800000000000000" charset="-122"/>
                        </a:rPr>
                        <a:t>d</a:t>
                      </a:r>
                      <a:endParaRPr lang="en-US" altLang="zh-CN" sz="2400" i="1">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zh-CN" altLang="en-US" sz="2400" kern="1200" dirty="0">
                          <a:latin typeface="微软雅黑" panose="020B0503020204020204" charset="-122"/>
                          <a:ea typeface="微软雅黑" panose="020B0503020204020204" charset="-122"/>
                          <a:cs typeface="思源黑体 CN Bold" panose="020B0800000000000000" charset="-122"/>
                        </a:rPr>
                        <a:t>∧</a:t>
                      </a:r>
                      <a:endParaRPr lang="zh-CN" altLang="en-US" sz="2400" i="0" kern="1200" dirty="0">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extLst>
                  <a:ext uri="{0D108BD9-81ED-4DB2-BD59-A6C34878D82A}">
                    <a16:rowId xmlns:a16="http://schemas.microsoft.com/office/drawing/2014/main" val="10000"/>
                  </a:ext>
                </a:extLst>
              </a:tr>
            </a:tbl>
          </a:graphicData>
        </a:graphic>
      </p:graphicFrame>
      <p:graphicFrame>
        <p:nvGraphicFramePr>
          <p:cNvPr id="43" name="表格 42">
            <a:extLst>
              <a:ext uri="{FF2B5EF4-FFF2-40B4-BE49-F238E27FC236}">
                <a16:creationId xmlns:a16="http://schemas.microsoft.com/office/drawing/2014/main" id="{A4FAA29E-24A8-4759-889A-C494717EE8ED}"/>
              </a:ext>
            </a:extLst>
          </p:cNvPr>
          <p:cNvGraphicFramePr>
            <a:graphicFrameLocks noGrp="1"/>
          </p:cNvGraphicFramePr>
          <p:nvPr>
            <p:extLst>
              <p:ext uri="{D42A27DB-BD31-4B8C-83A1-F6EECF244321}">
                <p14:modId xmlns:p14="http://schemas.microsoft.com/office/powerpoint/2010/main" val="427504257"/>
              </p:ext>
            </p:extLst>
          </p:nvPr>
        </p:nvGraphicFramePr>
        <p:xfrm>
          <a:off x="3775259" y="6024708"/>
          <a:ext cx="1500197" cy="457200"/>
        </p:xfrm>
        <a:graphic>
          <a:graphicData uri="http://schemas.openxmlformats.org/drawingml/2006/table">
            <a:tbl>
              <a:tblPr firstRow="1" bandRow="1"/>
              <a:tblGrid>
                <a:gridCol w="444503">
                  <a:extLst>
                    <a:ext uri="{9D8B030D-6E8A-4147-A177-3AD203B41FA5}">
                      <a16:colId xmlns:a16="http://schemas.microsoft.com/office/drawing/2014/main" val="20000"/>
                    </a:ext>
                  </a:extLst>
                </a:gridCol>
                <a:gridCol w="627066">
                  <a:extLst>
                    <a:ext uri="{9D8B030D-6E8A-4147-A177-3AD203B41FA5}">
                      <a16:colId xmlns:a16="http://schemas.microsoft.com/office/drawing/2014/main" val="20001"/>
                    </a:ext>
                  </a:extLst>
                </a:gridCol>
                <a:gridCol w="428628">
                  <a:extLst>
                    <a:ext uri="{9D8B030D-6E8A-4147-A177-3AD203B41FA5}">
                      <a16:colId xmlns:a16="http://schemas.microsoft.com/office/drawing/2014/main" val="20002"/>
                    </a:ext>
                  </a:extLst>
                </a:gridCol>
              </a:tblGrid>
              <a:tr h="428628">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dirty="0">
                          <a:latin typeface="微软雅黑" panose="020B0503020204020204" charset="-122"/>
                          <a:ea typeface="微软雅黑" panose="020B0503020204020204" charset="-122"/>
                          <a:cs typeface="思源黑体 CN Bold" panose="020B0800000000000000" charset="-122"/>
                        </a:rPr>
                        <a:t>0</a:t>
                      </a:r>
                      <a:endParaRPr lang="en-US" altLang="zh-CN" sz="2400" i="0" dirty="0">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r>
                        <a:rPr lang="en-US" altLang="zh-CN" sz="2400" i="1" dirty="0">
                          <a:latin typeface="微软雅黑" panose="020B0503020204020204" charset="-122"/>
                          <a:ea typeface="微软雅黑" panose="020B0503020204020204" charset="-122"/>
                          <a:cs typeface="思源黑体 CN Bold" panose="020B0800000000000000" charset="-122"/>
                        </a:rPr>
                        <a:t>b</a:t>
                      </a:r>
                      <a:endParaRPr lang="en-US" altLang="zh-CN" sz="2400" i="1" dirty="0">
                        <a:solidFill>
                          <a:srgbClr val="9900FF"/>
                        </a:solidFill>
                        <a:latin typeface="微软雅黑" panose="020B0503020204020204"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思源黑体 CN Bold"/>
                        </a:defRPr>
                      </a:lvl1pPr>
                      <a:lvl2pPr marL="457200" algn="l" defTabSz="914400" rtl="0" eaLnBrk="1" latinLnBrk="0" hangingPunct="1">
                        <a:defRPr sz="1800" b="1" kern="1200">
                          <a:solidFill>
                            <a:schemeClr val="lt1"/>
                          </a:solidFill>
                          <a:latin typeface="思源黑体 CN Bold"/>
                        </a:defRPr>
                      </a:lvl2pPr>
                      <a:lvl3pPr marL="914400" algn="l" defTabSz="914400" rtl="0" eaLnBrk="1" latinLnBrk="0" hangingPunct="1">
                        <a:defRPr sz="1800" b="1" kern="1200">
                          <a:solidFill>
                            <a:schemeClr val="lt1"/>
                          </a:solidFill>
                          <a:latin typeface="思源黑体 CN Bold"/>
                        </a:defRPr>
                      </a:lvl3pPr>
                      <a:lvl4pPr marL="1371600" algn="l" defTabSz="914400" rtl="0" eaLnBrk="1" latinLnBrk="0" hangingPunct="1">
                        <a:defRPr sz="1800" b="1" kern="1200">
                          <a:solidFill>
                            <a:schemeClr val="lt1"/>
                          </a:solidFill>
                          <a:latin typeface="思源黑体 CN Bold"/>
                        </a:defRPr>
                      </a:lvl4pPr>
                      <a:lvl5pPr marL="1828800" algn="l" defTabSz="914400" rtl="0" eaLnBrk="1" latinLnBrk="0" hangingPunct="1">
                        <a:defRPr sz="1800" b="1" kern="1200">
                          <a:solidFill>
                            <a:schemeClr val="lt1"/>
                          </a:solidFill>
                          <a:latin typeface="思源黑体 CN Bold"/>
                        </a:defRPr>
                      </a:lvl5pPr>
                      <a:lvl6pPr marL="2286000" algn="l" defTabSz="914400" rtl="0" eaLnBrk="1" latinLnBrk="0" hangingPunct="1">
                        <a:defRPr sz="1800" b="1" kern="1200">
                          <a:solidFill>
                            <a:schemeClr val="lt1"/>
                          </a:solidFill>
                          <a:latin typeface="思源黑体 CN Bold"/>
                        </a:defRPr>
                      </a:lvl6pPr>
                      <a:lvl7pPr marL="2743200" algn="l" defTabSz="914400" rtl="0" eaLnBrk="1" latinLnBrk="0" hangingPunct="1">
                        <a:defRPr sz="1800" b="1" kern="1200">
                          <a:solidFill>
                            <a:schemeClr val="lt1"/>
                          </a:solidFill>
                          <a:latin typeface="思源黑体 CN Bold"/>
                        </a:defRPr>
                      </a:lvl7pPr>
                      <a:lvl8pPr marL="3200400" algn="l" defTabSz="914400" rtl="0" eaLnBrk="1" latinLnBrk="0" hangingPunct="1">
                        <a:defRPr sz="1800" b="1" kern="1200">
                          <a:solidFill>
                            <a:schemeClr val="lt1"/>
                          </a:solidFill>
                          <a:latin typeface="思源黑体 CN Bold"/>
                        </a:defRPr>
                      </a:lvl8pPr>
                      <a:lvl9pPr marL="3657600" algn="l" defTabSz="914400" rtl="0" eaLnBrk="1" latinLnBrk="0" hangingPunct="1">
                        <a:defRPr sz="1800" b="1" kern="1200">
                          <a:solidFill>
                            <a:schemeClr val="lt1"/>
                          </a:solidFill>
                          <a:latin typeface="思源黑体 CN Bold"/>
                        </a:defRPr>
                      </a:lvl9pPr>
                    </a:lstStyle>
                    <a:p>
                      <a:pPr algn="ctr"/>
                      <a:endParaRPr lang="zh-CN" altLang="en-US" sz="2400" i="0" dirty="0">
                        <a:solidFill>
                          <a:srgbClr val="9900FF"/>
                        </a:solidFill>
                        <a:latin typeface="思源黑体 CN Bold" panose="020B0800000000000000" charset="-122"/>
                        <a:ea typeface="微软雅黑" panose="020B0503020204020204" charset="-122"/>
                        <a:cs typeface="思源黑体 CN Bold" panose="020B0800000000000000" charset="-122"/>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extLst>
                  <a:ext uri="{0D108BD9-81ED-4DB2-BD59-A6C34878D82A}">
                    <a16:rowId xmlns:a16="http://schemas.microsoft.com/office/drawing/2014/main" val="10000"/>
                  </a:ext>
                </a:extLst>
              </a:tr>
            </a:tbl>
          </a:graphicData>
        </a:graphic>
      </p:graphicFrame>
      <p:cxnSp>
        <p:nvCxnSpPr>
          <p:cNvPr id="44" name="直接箭头连接符 43">
            <a:extLst>
              <a:ext uri="{FF2B5EF4-FFF2-40B4-BE49-F238E27FC236}">
                <a16:creationId xmlns:a16="http://schemas.microsoft.com/office/drawing/2014/main" id="{C7530DA8-A5E7-4DB6-A28D-EC92E66E4B8C}"/>
              </a:ext>
            </a:extLst>
          </p:cNvPr>
          <p:cNvCxnSpPr/>
          <p:nvPr/>
        </p:nvCxnSpPr>
        <p:spPr>
          <a:xfrm>
            <a:off x="5061142" y="6267594"/>
            <a:ext cx="500066" cy="1588"/>
          </a:xfrm>
          <a:prstGeom prst="straightConnector1">
            <a:avLst/>
          </a:prstGeom>
          <a:noFill/>
          <a:ln w="28575" cap="flat" cmpd="sng" algn="ctr">
            <a:solidFill>
              <a:srgbClr val="7030A0"/>
            </a:solidFill>
            <a:prstDash val="solid"/>
            <a:tailEnd type="arrow"/>
          </a:ln>
          <a:effectLst/>
        </p:spPr>
      </p:cxnSp>
      <p:cxnSp>
        <p:nvCxnSpPr>
          <p:cNvPr id="45" name="直接箭头连接符 44">
            <a:extLst>
              <a:ext uri="{FF2B5EF4-FFF2-40B4-BE49-F238E27FC236}">
                <a16:creationId xmlns:a16="http://schemas.microsoft.com/office/drawing/2014/main" id="{507B71A9-0191-4E49-AE25-0CB0339DE58C}"/>
              </a:ext>
            </a:extLst>
          </p:cNvPr>
          <p:cNvCxnSpPr/>
          <p:nvPr/>
        </p:nvCxnSpPr>
        <p:spPr>
          <a:xfrm>
            <a:off x="6775654" y="6267594"/>
            <a:ext cx="500066" cy="1588"/>
          </a:xfrm>
          <a:prstGeom prst="straightConnector1">
            <a:avLst/>
          </a:prstGeom>
          <a:noFill/>
          <a:ln w="28575" cap="flat" cmpd="sng" algn="ctr">
            <a:solidFill>
              <a:srgbClr val="7030A0"/>
            </a:solidFill>
            <a:prstDash val="solid"/>
            <a:tailEnd type="arrow"/>
          </a:ln>
          <a:effectLst/>
        </p:spPr>
      </p:cxnSp>
      <p:cxnSp>
        <p:nvCxnSpPr>
          <p:cNvPr id="46" name="直接箭头连接符 45">
            <a:extLst>
              <a:ext uri="{FF2B5EF4-FFF2-40B4-BE49-F238E27FC236}">
                <a16:creationId xmlns:a16="http://schemas.microsoft.com/office/drawing/2014/main" id="{35FC0D9E-0023-46A5-9418-ACC33E822924}"/>
              </a:ext>
            </a:extLst>
          </p:cNvPr>
          <p:cNvCxnSpPr/>
          <p:nvPr/>
        </p:nvCxnSpPr>
        <p:spPr>
          <a:xfrm>
            <a:off x="2418251" y="5585380"/>
            <a:ext cx="500066" cy="1588"/>
          </a:xfrm>
          <a:prstGeom prst="straightConnector1">
            <a:avLst/>
          </a:prstGeom>
          <a:noFill/>
          <a:ln w="28575" cap="flat" cmpd="sng" algn="ctr">
            <a:solidFill>
              <a:srgbClr val="7030A0"/>
            </a:solidFill>
            <a:prstDash val="solid"/>
            <a:tailEnd type="arrow"/>
          </a:ln>
          <a:effectLst/>
        </p:spPr>
      </p:cxnSp>
      <p:sp>
        <p:nvSpPr>
          <p:cNvPr id="47" name="任意多边形 35">
            <a:extLst>
              <a:ext uri="{FF2B5EF4-FFF2-40B4-BE49-F238E27FC236}">
                <a16:creationId xmlns:a16="http://schemas.microsoft.com/office/drawing/2014/main" id="{FD52ECF3-54F2-4802-A0EA-9D50063D7C25}"/>
              </a:ext>
            </a:extLst>
          </p:cNvPr>
          <p:cNvSpPr/>
          <p:nvPr/>
        </p:nvSpPr>
        <p:spPr>
          <a:xfrm>
            <a:off x="3520943" y="5588128"/>
            <a:ext cx="258445" cy="673735"/>
          </a:xfrm>
          <a:custGeom>
            <a:avLst/>
            <a:gdLst>
              <a:gd name="connsiteX0" fmla="*/ 65689 w 365234"/>
              <a:gd name="connsiteY0" fmla="*/ 0 h 819807"/>
              <a:gd name="connsiteX1" fmla="*/ 49924 w 365234"/>
              <a:gd name="connsiteY1" fmla="*/ 630621 h 819807"/>
              <a:gd name="connsiteX2" fmla="*/ 365234 w 365234"/>
              <a:gd name="connsiteY2" fmla="*/ 819807 h 819807"/>
            </a:gdLst>
            <a:ahLst/>
            <a:cxnLst>
              <a:cxn ang="0">
                <a:pos x="connsiteX0" y="connsiteY0"/>
              </a:cxn>
              <a:cxn ang="0">
                <a:pos x="connsiteX1" y="connsiteY1"/>
              </a:cxn>
              <a:cxn ang="0">
                <a:pos x="connsiteX2" y="connsiteY2"/>
              </a:cxn>
            </a:cxnLst>
            <a:rect l="l" t="t" r="r" b="b"/>
            <a:pathLst>
              <a:path w="365234" h="819807">
                <a:moveTo>
                  <a:pt x="65689" y="0"/>
                </a:moveTo>
                <a:cubicBezTo>
                  <a:pt x="32844" y="246993"/>
                  <a:pt x="0" y="493987"/>
                  <a:pt x="49924" y="630621"/>
                </a:cubicBezTo>
                <a:cubicBezTo>
                  <a:pt x="99848" y="767256"/>
                  <a:pt x="232541" y="793531"/>
                  <a:pt x="365234" y="819807"/>
                </a:cubicBezTo>
              </a:path>
            </a:pathLst>
          </a:custGeom>
          <a:noFill/>
          <a:ln w="28575" cap="flat" cmpd="sng" algn="ctr">
            <a:solidFill>
              <a:srgbClr val="FF0000"/>
            </a:solidFill>
            <a:prstDash val="solid"/>
            <a:tailEnd type="arrow"/>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prstClr val="black"/>
              </a:solidFill>
              <a:effectLst/>
              <a:uLnTx/>
              <a:uFillTx/>
              <a:latin typeface="思源黑体 CN Bold" panose="020B0800000000000000" charset="-122"/>
              <a:ea typeface="思源黑体 CN Bold" panose="02010600030101010101" charset="-122"/>
              <a:cs typeface="思源黑体 CN Bold" panose="020B0800000000000000" charset="-122"/>
            </a:endParaRPr>
          </a:p>
        </p:txBody>
      </p:sp>
      <p:sp>
        <p:nvSpPr>
          <p:cNvPr id="48" name="任意多边形 38">
            <a:extLst>
              <a:ext uri="{FF2B5EF4-FFF2-40B4-BE49-F238E27FC236}">
                <a16:creationId xmlns:a16="http://schemas.microsoft.com/office/drawing/2014/main" id="{C771363F-8EE7-4672-86E7-63EAC109E6F1}"/>
              </a:ext>
            </a:extLst>
          </p:cNvPr>
          <p:cNvSpPr/>
          <p:nvPr/>
        </p:nvSpPr>
        <p:spPr>
          <a:xfrm>
            <a:off x="1052698" y="4861053"/>
            <a:ext cx="365125" cy="727075"/>
          </a:xfrm>
          <a:custGeom>
            <a:avLst/>
            <a:gdLst>
              <a:gd name="connsiteX0" fmla="*/ 65689 w 365234"/>
              <a:gd name="connsiteY0" fmla="*/ 0 h 819807"/>
              <a:gd name="connsiteX1" fmla="*/ 49924 w 365234"/>
              <a:gd name="connsiteY1" fmla="*/ 630621 h 819807"/>
              <a:gd name="connsiteX2" fmla="*/ 365234 w 365234"/>
              <a:gd name="connsiteY2" fmla="*/ 819807 h 819807"/>
            </a:gdLst>
            <a:ahLst/>
            <a:cxnLst>
              <a:cxn ang="0">
                <a:pos x="connsiteX0" y="connsiteY0"/>
              </a:cxn>
              <a:cxn ang="0">
                <a:pos x="connsiteX1" y="connsiteY1"/>
              </a:cxn>
              <a:cxn ang="0">
                <a:pos x="connsiteX2" y="connsiteY2"/>
              </a:cxn>
            </a:cxnLst>
            <a:rect l="l" t="t" r="r" b="b"/>
            <a:pathLst>
              <a:path w="365234" h="819807">
                <a:moveTo>
                  <a:pt x="65689" y="0"/>
                </a:moveTo>
                <a:cubicBezTo>
                  <a:pt x="32844" y="246993"/>
                  <a:pt x="0" y="493987"/>
                  <a:pt x="49924" y="630621"/>
                </a:cubicBezTo>
                <a:cubicBezTo>
                  <a:pt x="99848" y="767256"/>
                  <a:pt x="232541" y="793531"/>
                  <a:pt x="365234" y="819807"/>
                </a:cubicBezTo>
              </a:path>
            </a:pathLst>
          </a:custGeom>
          <a:noFill/>
          <a:ln w="28575" cap="flat" cmpd="sng" algn="ctr">
            <a:solidFill>
              <a:srgbClr val="FF0000"/>
            </a:solidFill>
            <a:prstDash val="solid"/>
            <a:tailEnd type="arrow"/>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prstClr val="black"/>
              </a:solidFill>
              <a:effectLst/>
              <a:uLnTx/>
              <a:uFillTx/>
              <a:latin typeface="思源黑体 CN Bold" panose="020B0800000000000000" charset="-122"/>
              <a:ea typeface="思源黑体 CN Bold" panose="02010600030101010101" charset="-122"/>
              <a:cs typeface="思源黑体 CN Bold" panose="020B0800000000000000" charset="-122"/>
            </a:endParaRPr>
          </a:p>
        </p:txBody>
      </p:sp>
      <p:sp>
        <p:nvSpPr>
          <p:cNvPr id="49" name="TextBox 75">
            <a:extLst>
              <a:ext uri="{FF2B5EF4-FFF2-40B4-BE49-F238E27FC236}">
                <a16:creationId xmlns:a16="http://schemas.microsoft.com/office/drawing/2014/main" id="{B07951F8-265B-40AE-9D11-6AD142C043CE}"/>
              </a:ext>
            </a:extLst>
          </p:cNvPr>
          <p:cNvSpPr txBox="1"/>
          <p:nvPr/>
        </p:nvSpPr>
        <p:spPr>
          <a:xfrm>
            <a:off x="109033" y="3894332"/>
            <a:ext cx="428628" cy="461665"/>
          </a:xfrm>
          <a:prstGeom prst="rect">
            <a:avLst/>
          </a:prstGeom>
          <a:noFill/>
        </p:spPr>
        <p:txBody>
          <a:bodyPr wrap="square" rtlCol="0">
            <a:spAutoFit/>
          </a:bodyPr>
          <a:lstStyle/>
          <a:p>
            <a:pPr algn="ctr" eaLnBrk="1" hangingPunct="1">
              <a:defRPr/>
            </a:pPr>
            <a:r>
              <a:rPr lang="en-US" altLang="zh-CN" dirty="0">
                <a:solidFill>
                  <a:prstClr val="black"/>
                </a:solidFill>
                <a:latin typeface="微软雅黑" panose="020B0503020204020204" charset="-122"/>
                <a:ea typeface="微软雅黑" panose="020B0503020204020204" charset="-122"/>
                <a:cs typeface="思源黑体 CN Bold" panose="020B0800000000000000" charset="-122"/>
              </a:rPr>
              <a:t>C</a:t>
            </a:r>
          </a:p>
        </p:txBody>
      </p:sp>
      <p:cxnSp>
        <p:nvCxnSpPr>
          <p:cNvPr id="50" name="直接箭头连接符 49">
            <a:extLst>
              <a:ext uri="{FF2B5EF4-FFF2-40B4-BE49-F238E27FC236}">
                <a16:creationId xmlns:a16="http://schemas.microsoft.com/office/drawing/2014/main" id="{2C70E643-8A24-423C-A046-F7A1C7038E9F}"/>
              </a:ext>
            </a:extLst>
          </p:cNvPr>
          <p:cNvCxnSpPr>
            <a:cxnSpLocks/>
          </p:cNvCxnSpPr>
          <p:nvPr/>
        </p:nvCxnSpPr>
        <p:spPr>
          <a:xfrm>
            <a:off x="466223" y="4226366"/>
            <a:ext cx="142876" cy="399422"/>
          </a:xfrm>
          <a:prstGeom prst="straightConnector1">
            <a:avLst/>
          </a:prstGeom>
          <a:noFill/>
          <a:ln w="28575" cap="flat" cmpd="sng" algn="ctr">
            <a:solidFill>
              <a:srgbClr val="FF0000"/>
            </a:solidFill>
            <a:prstDash val="solid"/>
            <a:tailEnd type="arrow"/>
          </a:ln>
          <a:effectLst/>
        </p:spPr>
      </p:cxnSp>
      <p:grpSp>
        <p:nvGrpSpPr>
          <p:cNvPr id="51" name="组合 34">
            <a:extLst>
              <a:ext uri="{FF2B5EF4-FFF2-40B4-BE49-F238E27FC236}">
                <a16:creationId xmlns:a16="http://schemas.microsoft.com/office/drawing/2014/main" id="{57BE17D1-058E-406D-A12F-D414AA2835F9}"/>
              </a:ext>
            </a:extLst>
          </p:cNvPr>
          <p:cNvGrpSpPr/>
          <p:nvPr/>
        </p:nvGrpSpPr>
        <p:grpSpPr>
          <a:xfrm>
            <a:off x="240835" y="978103"/>
            <a:ext cx="3143272" cy="2703975"/>
            <a:chOff x="2357422" y="3753153"/>
            <a:chExt cx="3143272" cy="2390491"/>
          </a:xfrm>
        </p:grpSpPr>
        <p:sp>
          <p:nvSpPr>
            <p:cNvPr id="52" name="椭圆 51">
              <a:extLst>
                <a:ext uri="{FF2B5EF4-FFF2-40B4-BE49-F238E27FC236}">
                  <a16:creationId xmlns:a16="http://schemas.microsoft.com/office/drawing/2014/main" id="{B06A87CB-19BA-4072-9203-2DCBEACD0CDB}"/>
                </a:ext>
              </a:extLst>
            </p:cNvPr>
            <p:cNvSpPr/>
            <p:nvPr/>
          </p:nvSpPr>
          <p:spPr>
            <a:xfrm>
              <a:off x="3071802" y="3929066"/>
              <a:ext cx="500066" cy="428628"/>
            </a:xfrm>
            <a:prstGeom prst="ellipse">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思源黑体 CN Bold" panose="020B0800000000000000" charset="-122"/>
              </a:endParaRPr>
            </a:p>
          </p:txBody>
        </p:sp>
        <p:sp>
          <p:nvSpPr>
            <p:cNvPr id="53" name="TextBox 7">
              <a:extLst>
                <a:ext uri="{FF2B5EF4-FFF2-40B4-BE49-F238E27FC236}">
                  <a16:creationId xmlns:a16="http://schemas.microsoft.com/office/drawing/2014/main" id="{CE1C5703-DD3B-4B4F-BD82-7788AFB1DE65}"/>
                </a:ext>
              </a:extLst>
            </p:cNvPr>
            <p:cNvSpPr txBox="1"/>
            <p:nvPr/>
          </p:nvSpPr>
          <p:spPr>
            <a:xfrm>
              <a:off x="2714612" y="3753153"/>
              <a:ext cx="42862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cs typeface="思源黑体 CN Bold" panose="020B0800000000000000" charset="-122"/>
                </a:rPr>
                <a:t>C</a:t>
              </a:r>
            </a:p>
          </p:txBody>
        </p:sp>
        <p:sp>
          <p:nvSpPr>
            <p:cNvPr id="54" name="矩形 53">
              <a:extLst>
                <a:ext uri="{FF2B5EF4-FFF2-40B4-BE49-F238E27FC236}">
                  <a16:creationId xmlns:a16="http://schemas.microsoft.com/office/drawing/2014/main" id="{6249204A-F24B-443A-89AC-3CCFC4ABA4FB}"/>
                </a:ext>
              </a:extLst>
            </p:cNvPr>
            <p:cNvSpPr/>
            <p:nvPr/>
          </p:nvSpPr>
          <p:spPr>
            <a:xfrm>
              <a:off x="2357422" y="4786322"/>
              <a:ext cx="571504" cy="500066"/>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0" i="1" u="none" strike="noStrike" kern="0" cap="none" spc="0" normalizeH="0" baseline="0" noProof="0" dirty="0">
                  <a:ln>
                    <a:noFill/>
                  </a:ln>
                  <a:solidFill>
                    <a:prstClr val="black"/>
                  </a:solidFill>
                  <a:effectLst/>
                  <a:uLnTx/>
                  <a:uFillTx/>
                  <a:latin typeface="微软雅黑" panose="020B0503020204020204" charset="-122"/>
                  <a:ea typeface="思源黑体 CN Bold" panose="02010600030101010101" charset="-122"/>
                  <a:cs typeface="思源黑体 CN Bold" panose="020B0800000000000000" charset="-122"/>
                </a:rPr>
                <a:t>a</a:t>
              </a:r>
            </a:p>
          </p:txBody>
        </p:sp>
        <p:sp>
          <p:nvSpPr>
            <p:cNvPr id="55" name="椭圆 54">
              <a:extLst>
                <a:ext uri="{FF2B5EF4-FFF2-40B4-BE49-F238E27FC236}">
                  <a16:creationId xmlns:a16="http://schemas.microsoft.com/office/drawing/2014/main" id="{180D3EF8-54B2-44E8-A9A1-91A5D30E60DF}"/>
                </a:ext>
              </a:extLst>
            </p:cNvPr>
            <p:cNvSpPr/>
            <p:nvPr/>
          </p:nvSpPr>
          <p:spPr>
            <a:xfrm>
              <a:off x="3960590" y="4786322"/>
              <a:ext cx="500066" cy="428628"/>
            </a:xfrm>
            <a:prstGeom prst="ellipse">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思源黑体 CN Bold" panose="020B0800000000000000" charset="-122"/>
              </a:endParaRPr>
            </a:p>
          </p:txBody>
        </p:sp>
        <p:sp>
          <p:nvSpPr>
            <p:cNvPr id="57" name="矩形 56">
              <a:extLst>
                <a:ext uri="{FF2B5EF4-FFF2-40B4-BE49-F238E27FC236}">
                  <a16:creationId xmlns:a16="http://schemas.microsoft.com/office/drawing/2014/main" id="{E2460CFE-44E8-4DC7-9BDD-D204D723240E}"/>
                </a:ext>
              </a:extLst>
            </p:cNvPr>
            <p:cNvSpPr/>
            <p:nvPr/>
          </p:nvSpPr>
          <p:spPr>
            <a:xfrm>
              <a:off x="2928926" y="5643578"/>
              <a:ext cx="571504" cy="500066"/>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0" i="1" u="none" strike="noStrike" kern="0" cap="none" spc="0" normalizeH="0" baseline="0" noProof="0" dirty="0">
                  <a:ln>
                    <a:noFill/>
                  </a:ln>
                  <a:solidFill>
                    <a:prstClr val="black"/>
                  </a:solidFill>
                  <a:effectLst/>
                  <a:uLnTx/>
                  <a:uFillTx/>
                  <a:latin typeface="微软雅黑" panose="020B0503020204020204" charset="-122"/>
                  <a:ea typeface="思源黑体 CN Bold" panose="02010600030101010101" charset="-122"/>
                  <a:cs typeface="思源黑体 CN Bold" panose="020B0800000000000000" charset="-122"/>
                </a:rPr>
                <a:t>b</a:t>
              </a:r>
            </a:p>
          </p:txBody>
        </p:sp>
        <p:sp>
          <p:nvSpPr>
            <p:cNvPr id="58" name="矩形 57">
              <a:extLst>
                <a:ext uri="{FF2B5EF4-FFF2-40B4-BE49-F238E27FC236}">
                  <a16:creationId xmlns:a16="http://schemas.microsoft.com/office/drawing/2014/main" id="{38BAF03D-B388-4669-A180-736D93AE3814}"/>
                </a:ext>
              </a:extLst>
            </p:cNvPr>
            <p:cNvSpPr/>
            <p:nvPr/>
          </p:nvSpPr>
          <p:spPr>
            <a:xfrm>
              <a:off x="3929058" y="5643578"/>
              <a:ext cx="571504" cy="500066"/>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0" i="1" u="none" strike="noStrike" kern="0" cap="none" spc="0" normalizeH="0" baseline="0" noProof="0" dirty="0">
                  <a:ln>
                    <a:noFill/>
                  </a:ln>
                  <a:solidFill>
                    <a:prstClr val="black"/>
                  </a:solidFill>
                  <a:effectLst/>
                  <a:uLnTx/>
                  <a:uFillTx/>
                  <a:latin typeface="微软雅黑" panose="020B0503020204020204" charset="-122"/>
                  <a:ea typeface="思源黑体 CN Bold" panose="02010600030101010101" charset="-122"/>
                  <a:cs typeface="思源黑体 CN Bold" panose="020B0800000000000000" charset="-122"/>
                </a:rPr>
                <a:t>c</a:t>
              </a:r>
            </a:p>
          </p:txBody>
        </p:sp>
        <p:sp>
          <p:nvSpPr>
            <p:cNvPr id="59" name="矩形 58">
              <a:extLst>
                <a:ext uri="{FF2B5EF4-FFF2-40B4-BE49-F238E27FC236}">
                  <a16:creationId xmlns:a16="http://schemas.microsoft.com/office/drawing/2014/main" id="{2E000BB8-6FDB-4213-ACA2-B04BF155B212}"/>
                </a:ext>
              </a:extLst>
            </p:cNvPr>
            <p:cNvSpPr/>
            <p:nvPr/>
          </p:nvSpPr>
          <p:spPr>
            <a:xfrm>
              <a:off x="4929190" y="5643578"/>
              <a:ext cx="571504" cy="500066"/>
            </a:xfrm>
            <a:prstGeom prst="rect">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0" i="1" u="none" strike="noStrike" kern="0" cap="none" spc="0" normalizeH="0" baseline="0" noProof="0" dirty="0">
                  <a:ln>
                    <a:noFill/>
                  </a:ln>
                  <a:solidFill>
                    <a:prstClr val="black"/>
                  </a:solidFill>
                  <a:effectLst/>
                  <a:uLnTx/>
                  <a:uFillTx/>
                  <a:latin typeface="微软雅黑" panose="020B0503020204020204" charset="-122"/>
                  <a:ea typeface="思源黑体 CN Bold" panose="02010600030101010101" charset="-122"/>
                  <a:cs typeface="思源黑体 CN Bold" panose="020B0800000000000000" charset="-122"/>
                </a:rPr>
                <a:t>d</a:t>
              </a:r>
            </a:p>
          </p:txBody>
        </p:sp>
        <p:cxnSp>
          <p:nvCxnSpPr>
            <p:cNvPr id="60" name="直接连接符 59">
              <a:extLst>
                <a:ext uri="{FF2B5EF4-FFF2-40B4-BE49-F238E27FC236}">
                  <a16:creationId xmlns:a16="http://schemas.microsoft.com/office/drawing/2014/main" id="{8541BC80-8CD5-4D52-95E9-5330178DFFD5}"/>
                </a:ext>
              </a:extLst>
            </p:cNvPr>
            <p:cNvCxnSpPr>
              <a:stCxn id="55" idx="3"/>
              <a:endCxn id="57" idx="0"/>
            </p:cNvCxnSpPr>
            <p:nvPr/>
          </p:nvCxnSpPr>
          <p:spPr>
            <a:xfrm rot="5400000">
              <a:off x="3378552" y="4988306"/>
              <a:ext cx="491399" cy="819145"/>
            </a:xfrm>
            <a:prstGeom prst="line">
              <a:avLst/>
            </a:prstGeom>
            <a:noFill/>
            <a:ln w="28575" cap="flat" cmpd="sng" algn="ctr">
              <a:solidFill>
                <a:srgbClr val="F79646">
                  <a:lumMod val="60000"/>
                  <a:lumOff val="40000"/>
                </a:srgbClr>
              </a:solidFill>
              <a:prstDash val="solid"/>
              <a:tailEnd type="none"/>
            </a:ln>
            <a:effectLst/>
          </p:spPr>
        </p:cxnSp>
        <p:cxnSp>
          <p:nvCxnSpPr>
            <p:cNvPr id="61" name="直接连接符 60">
              <a:extLst>
                <a:ext uri="{FF2B5EF4-FFF2-40B4-BE49-F238E27FC236}">
                  <a16:creationId xmlns:a16="http://schemas.microsoft.com/office/drawing/2014/main" id="{E58AFD6B-A4DB-4006-AF71-4DC33306EEB9}"/>
                </a:ext>
              </a:extLst>
            </p:cNvPr>
            <p:cNvCxnSpPr>
              <a:stCxn id="55" idx="4"/>
              <a:endCxn id="58" idx="0"/>
            </p:cNvCxnSpPr>
            <p:nvPr/>
          </p:nvCxnSpPr>
          <p:spPr>
            <a:xfrm rot="16200000" flipH="1">
              <a:off x="3998402" y="5427170"/>
              <a:ext cx="428628" cy="4187"/>
            </a:xfrm>
            <a:prstGeom prst="line">
              <a:avLst/>
            </a:prstGeom>
            <a:noFill/>
            <a:ln w="28575" cap="flat" cmpd="sng" algn="ctr">
              <a:solidFill>
                <a:srgbClr val="F79646">
                  <a:lumMod val="60000"/>
                  <a:lumOff val="40000"/>
                </a:srgbClr>
              </a:solidFill>
              <a:prstDash val="solid"/>
              <a:tailEnd type="none"/>
            </a:ln>
            <a:effectLst/>
          </p:spPr>
        </p:cxnSp>
        <p:cxnSp>
          <p:nvCxnSpPr>
            <p:cNvPr id="62" name="直接连接符 61">
              <a:extLst>
                <a:ext uri="{FF2B5EF4-FFF2-40B4-BE49-F238E27FC236}">
                  <a16:creationId xmlns:a16="http://schemas.microsoft.com/office/drawing/2014/main" id="{3DEC6C28-C2C7-4999-9349-04860BA9EBBA}"/>
                </a:ext>
              </a:extLst>
            </p:cNvPr>
            <p:cNvCxnSpPr>
              <a:stCxn id="55" idx="5"/>
              <a:endCxn id="59" idx="0"/>
            </p:cNvCxnSpPr>
            <p:nvPr/>
          </p:nvCxnSpPr>
          <p:spPr>
            <a:xfrm rot="16200000" flipH="1">
              <a:off x="4555483" y="4984118"/>
              <a:ext cx="491399" cy="827519"/>
            </a:xfrm>
            <a:prstGeom prst="line">
              <a:avLst/>
            </a:prstGeom>
            <a:noFill/>
            <a:ln w="28575" cap="flat" cmpd="sng" algn="ctr">
              <a:solidFill>
                <a:srgbClr val="F79646">
                  <a:lumMod val="60000"/>
                  <a:lumOff val="40000"/>
                </a:srgbClr>
              </a:solidFill>
              <a:prstDash val="solid"/>
              <a:tailEnd type="none"/>
            </a:ln>
            <a:effectLst/>
          </p:spPr>
        </p:cxnSp>
        <p:cxnSp>
          <p:nvCxnSpPr>
            <p:cNvPr id="63" name="直接连接符 62">
              <a:extLst>
                <a:ext uri="{FF2B5EF4-FFF2-40B4-BE49-F238E27FC236}">
                  <a16:creationId xmlns:a16="http://schemas.microsoft.com/office/drawing/2014/main" id="{5AFAF0A1-7233-47B1-BC7F-FDE3C04DAD8E}"/>
                </a:ext>
              </a:extLst>
            </p:cNvPr>
            <p:cNvCxnSpPr>
              <a:stCxn id="52" idx="3"/>
              <a:endCxn id="54" idx="0"/>
            </p:cNvCxnSpPr>
            <p:nvPr/>
          </p:nvCxnSpPr>
          <p:spPr>
            <a:xfrm rot="5400000">
              <a:off x="2648406" y="4289692"/>
              <a:ext cx="491399" cy="501861"/>
            </a:xfrm>
            <a:prstGeom prst="line">
              <a:avLst/>
            </a:prstGeom>
            <a:noFill/>
            <a:ln w="28575" cap="flat" cmpd="sng" algn="ctr">
              <a:solidFill>
                <a:srgbClr val="F79646">
                  <a:lumMod val="60000"/>
                  <a:lumOff val="40000"/>
                </a:srgbClr>
              </a:solidFill>
              <a:prstDash val="solid"/>
              <a:tailEnd type="none"/>
            </a:ln>
            <a:effectLst/>
          </p:spPr>
        </p:cxnSp>
        <p:cxnSp>
          <p:nvCxnSpPr>
            <p:cNvPr id="64" name="直接连接符 63">
              <a:extLst>
                <a:ext uri="{FF2B5EF4-FFF2-40B4-BE49-F238E27FC236}">
                  <a16:creationId xmlns:a16="http://schemas.microsoft.com/office/drawing/2014/main" id="{D44686F1-EF50-4CCC-BD68-101A948D25E6}"/>
                </a:ext>
              </a:extLst>
            </p:cNvPr>
            <p:cNvCxnSpPr>
              <a:stCxn id="52" idx="5"/>
              <a:endCxn id="55" idx="1"/>
            </p:cNvCxnSpPr>
            <p:nvPr/>
          </p:nvCxnSpPr>
          <p:spPr>
            <a:xfrm rot="16200000" flipH="1">
              <a:off x="3489144" y="4304414"/>
              <a:ext cx="554170" cy="535188"/>
            </a:xfrm>
            <a:prstGeom prst="line">
              <a:avLst/>
            </a:prstGeom>
            <a:noFill/>
            <a:ln w="28575" cap="flat" cmpd="sng" algn="ctr">
              <a:solidFill>
                <a:srgbClr val="F79646">
                  <a:lumMod val="60000"/>
                  <a:lumOff val="40000"/>
                </a:srgbClr>
              </a:solidFill>
              <a:prstDash val="solid"/>
              <a:tailEnd type="none"/>
            </a:ln>
            <a:effectLst/>
          </p:spPr>
        </p:cxnSp>
      </p:grpSp>
    </p:spTree>
    <p:extLst>
      <p:ext uri="{BB962C8B-B14F-4D97-AF65-F5344CB8AC3E}">
        <p14:creationId xmlns:p14="http://schemas.microsoft.com/office/powerpoint/2010/main" val="44265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bldLvl="0" animBg="1"/>
      <p:bldP spid="37" grpId="0" bldLvl="0" animBg="1"/>
      <p:bldP spid="47" grpId="0" bldLvl="0" animBg="1"/>
      <p:bldP spid="48" grpId="0" bldLvl="0" animBg="1"/>
      <p:bldP spid="4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818B8F-2487-4716-A48B-1EDD8FAE4D3C}"/>
              </a:ext>
            </a:extLst>
          </p:cNvPr>
          <p:cNvSpPr>
            <a:spLocks noGrp="1"/>
          </p:cNvSpPr>
          <p:nvPr>
            <p:ph type="title"/>
          </p:nvPr>
        </p:nvSpPr>
        <p:spPr/>
        <p:txBody>
          <a:bodyPr/>
          <a:lstStyle/>
          <a:p>
            <a:r>
              <a:rPr lang="zh-CN" altLang="en-US" dirty="0"/>
              <a:t>广义表的存储结构定义</a:t>
            </a:r>
          </a:p>
        </p:txBody>
      </p:sp>
      <p:sp>
        <p:nvSpPr>
          <p:cNvPr id="3" name="内容占位符 2">
            <a:extLst>
              <a:ext uri="{FF2B5EF4-FFF2-40B4-BE49-F238E27FC236}">
                <a16:creationId xmlns:a16="http://schemas.microsoft.com/office/drawing/2014/main" id="{1CB56EB2-DCA2-4A13-BB78-33188083D594}"/>
              </a:ext>
            </a:extLst>
          </p:cNvPr>
          <p:cNvSpPr>
            <a:spLocks noGrp="1"/>
          </p:cNvSpPr>
          <p:nvPr>
            <p:ph idx="1"/>
          </p:nvPr>
        </p:nvSpPr>
        <p:spPr>
          <a:xfrm>
            <a:off x="124911" y="1052736"/>
            <a:ext cx="8894178" cy="5366221"/>
          </a:xfrm>
          <a:solidFill>
            <a:schemeClr val="bg2">
              <a:lumMod val="20000"/>
              <a:lumOff val="80000"/>
            </a:schemeClr>
          </a:solidFill>
        </p:spPr>
        <p:txBody>
          <a:bodyPr/>
          <a:lstStyle/>
          <a:p>
            <a:pPr marL="0" indent="0">
              <a:buNone/>
            </a:pPr>
            <a:r>
              <a:rPr lang="en-US" altLang="zh-CN" dirty="0"/>
              <a:t>typedef struct </a:t>
            </a:r>
            <a:r>
              <a:rPr lang="en-US" altLang="zh-CN" dirty="0" err="1"/>
              <a:t>GLNode</a:t>
            </a:r>
            <a:r>
              <a:rPr lang="en-US" altLang="zh-CN" dirty="0"/>
              <a:t> {</a:t>
            </a:r>
          </a:p>
          <a:p>
            <a:pPr marL="0" indent="0">
              <a:buNone/>
            </a:pPr>
            <a:r>
              <a:rPr lang="en-US" altLang="zh-CN" dirty="0"/>
              <a:t>    int tag;	</a:t>
            </a:r>
            <a:r>
              <a:rPr lang="en-US" altLang="zh-CN" dirty="0">
                <a:solidFill>
                  <a:srgbClr val="00B050"/>
                </a:solidFill>
              </a:rPr>
              <a:t>// </a:t>
            </a:r>
            <a:r>
              <a:rPr lang="zh-CN" altLang="en-US" dirty="0">
                <a:solidFill>
                  <a:srgbClr val="00B050"/>
                </a:solidFill>
              </a:rPr>
              <a:t>结点类型标识，</a:t>
            </a:r>
            <a:r>
              <a:rPr lang="en-US" altLang="zh-CN" dirty="0">
                <a:solidFill>
                  <a:srgbClr val="00B050"/>
                </a:solidFill>
              </a:rPr>
              <a:t>0: </a:t>
            </a:r>
            <a:r>
              <a:rPr lang="zh-CN" altLang="en-US" dirty="0">
                <a:solidFill>
                  <a:srgbClr val="00B050"/>
                </a:solidFill>
              </a:rPr>
              <a:t>原子结点；</a:t>
            </a:r>
            <a:r>
              <a:rPr lang="en-US" altLang="zh-CN" dirty="0">
                <a:solidFill>
                  <a:srgbClr val="00B050"/>
                </a:solidFill>
              </a:rPr>
              <a:t>1:</a:t>
            </a:r>
            <a:r>
              <a:rPr lang="zh-CN" altLang="en-US" dirty="0">
                <a:solidFill>
                  <a:srgbClr val="00B050"/>
                </a:solidFill>
              </a:rPr>
              <a:t> 子表结点</a:t>
            </a:r>
          </a:p>
          <a:p>
            <a:pPr marL="0" indent="0">
              <a:buNone/>
            </a:pPr>
            <a:r>
              <a:rPr lang="zh-CN" altLang="en-US" dirty="0"/>
              <a:t>    </a:t>
            </a:r>
            <a:r>
              <a:rPr lang="en-US" altLang="zh-CN" dirty="0"/>
              <a:t>union {</a:t>
            </a:r>
          </a:p>
          <a:p>
            <a:pPr marL="0" indent="0">
              <a:buNone/>
            </a:pPr>
            <a:r>
              <a:rPr lang="en-US" altLang="zh-CN" dirty="0"/>
              <a:t>        </a:t>
            </a:r>
            <a:r>
              <a:rPr lang="en-US" altLang="zh-CN" dirty="0" err="1"/>
              <a:t>ElemType</a:t>
            </a:r>
            <a:r>
              <a:rPr lang="en-US" altLang="zh-CN" dirty="0"/>
              <a:t> data;	         </a:t>
            </a:r>
            <a:r>
              <a:rPr lang="en-US" altLang="zh-CN" dirty="0">
                <a:solidFill>
                  <a:srgbClr val="00B050"/>
                </a:solidFill>
              </a:rPr>
              <a:t>// </a:t>
            </a:r>
            <a:r>
              <a:rPr lang="zh-CN" altLang="en-US" dirty="0">
                <a:solidFill>
                  <a:srgbClr val="00B050"/>
                </a:solidFill>
              </a:rPr>
              <a:t>存放原子值</a:t>
            </a:r>
          </a:p>
          <a:p>
            <a:pPr marL="0" indent="0">
              <a:buNone/>
            </a:pPr>
            <a:r>
              <a:rPr lang="zh-CN" altLang="en-US" dirty="0"/>
              <a:t>        </a:t>
            </a:r>
            <a:r>
              <a:rPr lang="en-US" altLang="zh-CN" dirty="0"/>
              <a:t>struct </a:t>
            </a:r>
            <a:r>
              <a:rPr lang="en-US" altLang="zh-CN" dirty="0" err="1"/>
              <a:t>GLNode</a:t>
            </a:r>
            <a:r>
              <a:rPr lang="en-US" altLang="zh-CN" dirty="0"/>
              <a:t> *</a:t>
            </a:r>
            <a:r>
              <a:rPr lang="en-US" altLang="zh-CN" dirty="0" err="1"/>
              <a:t>sublist</a:t>
            </a:r>
            <a:r>
              <a:rPr lang="en-US" altLang="zh-CN" dirty="0"/>
              <a:t>;    </a:t>
            </a:r>
            <a:r>
              <a:rPr lang="en-US" altLang="zh-CN" dirty="0">
                <a:solidFill>
                  <a:srgbClr val="00B050"/>
                </a:solidFill>
              </a:rPr>
              <a:t>// </a:t>
            </a:r>
            <a:r>
              <a:rPr lang="zh-CN" altLang="en-US" dirty="0">
                <a:solidFill>
                  <a:srgbClr val="00B050"/>
                </a:solidFill>
              </a:rPr>
              <a:t>指向子表的指针</a:t>
            </a:r>
          </a:p>
          <a:p>
            <a:pPr marL="0" indent="0">
              <a:buNone/>
            </a:pPr>
            <a:r>
              <a:rPr lang="zh-CN" altLang="en-US" dirty="0"/>
              <a:t>   </a:t>
            </a:r>
            <a:r>
              <a:rPr lang="en-US" altLang="zh-CN" dirty="0"/>
              <a:t>};</a:t>
            </a:r>
          </a:p>
          <a:p>
            <a:pPr marL="0" indent="0">
              <a:buNone/>
            </a:pPr>
            <a:r>
              <a:rPr lang="en-US" altLang="zh-CN" dirty="0"/>
              <a:t>   struct </a:t>
            </a:r>
            <a:r>
              <a:rPr lang="en-US" altLang="zh-CN" dirty="0" err="1"/>
              <a:t>GLNode</a:t>
            </a:r>
            <a:r>
              <a:rPr lang="en-US" altLang="zh-CN" dirty="0"/>
              <a:t> *link;	         </a:t>
            </a:r>
            <a:r>
              <a:rPr lang="en-US" altLang="zh-CN" dirty="0">
                <a:solidFill>
                  <a:srgbClr val="00B050"/>
                </a:solidFill>
              </a:rPr>
              <a:t>// </a:t>
            </a:r>
            <a:r>
              <a:rPr lang="zh-CN" altLang="en-US" dirty="0">
                <a:solidFill>
                  <a:srgbClr val="00B050"/>
                </a:solidFill>
              </a:rPr>
              <a:t>指向下一个元素结点</a:t>
            </a:r>
          </a:p>
          <a:p>
            <a:pPr marL="0" indent="0">
              <a:buNone/>
            </a:pPr>
            <a:r>
              <a:rPr lang="en-US" altLang="zh-CN" dirty="0"/>
              <a:t>} * </a:t>
            </a:r>
            <a:r>
              <a:rPr lang="en-US" altLang="zh-CN" dirty="0" err="1"/>
              <a:t>GList</a:t>
            </a:r>
            <a:r>
              <a:rPr lang="en-US" altLang="zh-CN" dirty="0"/>
              <a:t>;	</a:t>
            </a:r>
            <a:r>
              <a:rPr lang="en-US" altLang="zh-CN" dirty="0">
                <a:solidFill>
                  <a:srgbClr val="00B050"/>
                </a:solidFill>
              </a:rPr>
              <a:t>// </a:t>
            </a:r>
            <a:r>
              <a:rPr lang="zh-CN" altLang="en-US" dirty="0">
                <a:solidFill>
                  <a:srgbClr val="00B050"/>
                </a:solidFill>
              </a:rPr>
              <a:t>广义表类型</a:t>
            </a:r>
          </a:p>
        </p:txBody>
      </p:sp>
    </p:spTree>
    <p:extLst>
      <p:ext uri="{BB962C8B-B14F-4D97-AF65-F5344CB8AC3E}">
        <p14:creationId xmlns:p14="http://schemas.microsoft.com/office/powerpoint/2010/main" val="10670015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04644-61C4-486A-8FC3-6FF1BFD7266B}"/>
              </a:ext>
            </a:extLst>
          </p:cNvPr>
          <p:cNvSpPr>
            <a:spLocks noGrp="1"/>
          </p:cNvSpPr>
          <p:nvPr>
            <p:ph type="title"/>
          </p:nvPr>
        </p:nvSpPr>
        <p:spPr/>
        <p:txBody>
          <a:bodyPr/>
          <a:lstStyle/>
          <a:p>
            <a:r>
              <a:rPr lang="zh-CN" altLang="en-US" dirty="0"/>
              <a:t>示例：二元多项式的表示</a:t>
            </a:r>
          </a:p>
        </p:txBody>
      </p:sp>
      <p:graphicFrame>
        <p:nvGraphicFramePr>
          <p:cNvPr id="38" name="Object 46">
            <a:extLst>
              <a:ext uri="{FF2B5EF4-FFF2-40B4-BE49-F238E27FC236}">
                <a16:creationId xmlns:a16="http://schemas.microsoft.com/office/drawing/2014/main" id="{3653F74C-FC62-4218-A9B5-96FD34DF7FE3}"/>
              </a:ext>
            </a:extLst>
          </p:cNvPr>
          <p:cNvGraphicFramePr>
            <a:graphicFrameLocks noChangeAspect="1"/>
          </p:cNvGraphicFramePr>
          <p:nvPr>
            <p:custDataLst>
              <p:tags r:id="rId2"/>
            </p:custDataLst>
            <p:extLst>
              <p:ext uri="{D42A27DB-BD31-4B8C-83A1-F6EECF244321}">
                <p14:modId xmlns:p14="http://schemas.microsoft.com/office/powerpoint/2010/main" val="1310131822"/>
              </p:ext>
            </p:extLst>
          </p:nvPr>
        </p:nvGraphicFramePr>
        <p:xfrm>
          <a:off x="367925" y="898991"/>
          <a:ext cx="8408150" cy="704999"/>
        </p:xfrm>
        <a:graphic>
          <a:graphicData uri="http://schemas.openxmlformats.org/presentationml/2006/ole">
            <mc:AlternateContent xmlns:mc="http://schemas.openxmlformats.org/markup-compatibility/2006">
              <mc:Choice xmlns:v="urn:schemas-microsoft-com:vml" Requires="v">
                <p:oleObj spid="_x0000_s26714" r:id="rId34" imgW="2667000" imgH="228600" progId="Equation.3">
                  <p:embed/>
                </p:oleObj>
              </mc:Choice>
              <mc:Fallback>
                <p:oleObj r:id="rId34" imgW="2667000" imgH="228600" progId="Equation.3">
                  <p:embed/>
                  <p:pic>
                    <p:nvPicPr>
                      <p:cNvPr id="24581" name="Object 46"/>
                      <p:cNvPicPr/>
                      <p:nvPr/>
                    </p:nvPicPr>
                    <p:blipFill>
                      <a:blip r:embed="rId35"/>
                      <a:stretch>
                        <a:fillRect/>
                      </a:stretch>
                    </p:blipFill>
                    <p:spPr>
                      <a:xfrm>
                        <a:off x="367925" y="898991"/>
                        <a:ext cx="8408150" cy="704999"/>
                      </a:xfrm>
                      <a:prstGeom prst="rect">
                        <a:avLst/>
                      </a:prstGeom>
                      <a:noFill/>
                      <a:ln w="38100">
                        <a:noFill/>
                        <a:miter/>
                      </a:ln>
                    </p:spPr>
                  </p:pic>
                </p:oleObj>
              </mc:Fallback>
            </mc:AlternateContent>
          </a:graphicData>
        </a:graphic>
      </p:graphicFrame>
      <p:graphicFrame>
        <p:nvGraphicFramePr>
          <p:cNvPr id="39" name="Object 47">
            <a:extLst>
              <a:ext uri="{FF2B5EF4-FFF2-40B4-BE49-F238E27FC236}">
                <a16:creationId xmlns:a16="http://schemas.microsoft.com/office/drawing/2014/main" id="{41DF283B-08EA-4813-AB4D-10AD677344A0}"/>
              </a:ext>
            </a:extLst>
          </p:cNvPr>
          <p:cNvGraphicFramePr>
            <a:graphicFrameLocks noChangeAspect="1"/>
          </p:cNvGraphicFramePr>
          <p:nvPr>
            <p:custDataLst>
              <p:tags r:id="rId3"/>
            </p:custDataLst>
            <p:extLst>
              <p:ext uri="{D42A27DB-BD31-4B8C-83A1-F6EECF244321}">
                <p14:modId xmlns:p14="http://schemas.microsoft.com/office/powerpoint/2010/main" val="2044595367"/>
              </p:ext>
            </p:extLst>
          </p:nvPr>
        </p:nvGraphicFramePr>
        <p:xfrm>
          <a:off x="367925" y="2027516"/>
          <a:ext cx="7997264" cy="704996"/>
        </p:xfrm>
        <a:graphic>
          <a:graphicData uri="http://schemas.openxmlformats.org/presentationml/2006/ole">
            <mc:AlternateContent xmlns:mc="http://schemas.openxmlformats.org/markup-compatibility/2006">
              <mc:Choice xmlns:v="urn:schemas-microsoft-com:vml" Requires="v">
                <p:oleObj spid="_x0000_s26715" r:id="rId36" imgW="2590800" imgH="228600" progId="Equation.3">
                  <p:embed/>
                </p:oleObj>
              </mc:Choice>
              <mc:Fallback>
                <p:oleObj r:id="rId36" imgW="2590800" imgH="228600" progId="Equation.3">
                  <p:embed/>
                  <p:pic>
                    <p:nvPicPr>
                      <p:cNvPr id="4099" name="Object 47"/>
                      <p:cNvPicPr/>
                      <p:nvPr/>
                    </p:nvPicPr>
                    <p:blipFill>
                      <a:blip r:embed="rId37"/>
                      <a:stretch>
                        <a:fillRect/>
                      </a:stretch>
                    </p:blipFill>
                    <p:spPr>
                      <a:xfrm>
                        <a:off x="367925" y="2027516"/>
                        <a:ext cx="7997264" cy="704996"/>
                      </a:xfrm>
                      <a:prstGeom prst="rect">
                        <a:avLst/>
                      </a:prstGeom>
                      <a:noFill/>
                      <a:ln w="38100">
                        <a:noFill/>
                        <a:miter/>
                      </a:ln>
                    </p:spPr>
                  </p:pic>
                </p:oleObj>
              </mc:Fallback>
            </mc:AlternateContent>
          </a:graphicData>
        </a:graphic>
      </p:graphicFrame>
      <p:grpSp>
        <p:nvGrpSpPr>
          <p:cNvPr id="40" name="组合 43">
            <a:extLst>
              <a:ext uri="{FF2B5EF4-FFF2-40B4-BE49-F238E27FC236}">
                <a16:creationId xmlns:a16="http://schemas.microsoft.com/office/drawing/2014/main" id="{CB89510C-5245-4DBD-AB6A-95EEE896601D}"/>
              </a:ext>
            </a:extLst>
          </p:cNvPr>
          <p:cNvGrpSpPr/>
          <p:nvPr/>
        </p:nvGrpSpPr>
        <p:grpSpPr>
          <a:xfrm>
            <a:off x="911570" y="3018899"/>
            <a:ext cx="6684765" cy="2736304"/>
            <a:chOff x="1142976" y="3500438"/>
            <a:chExt cx="5172843" cy="1857388"/>
          </a:xfrm>
        </p:grpSpPr>
        <p:sp>
          <p:nvSpPr>
            <p:cNvPr id="41" name="Text Box 49">
              <a:extLst>
                <a:ext uri="{FF2B5EF4-FFF2-40B4-BE49-F238E27FC236}">
                  <a16:creationId xmlns:a16="http://schemas.microsoft.com/office/drawing/2014/main" id="{555E70D2-EF0E-429A-BC85-083B1845D6BF}"/>
                </a:ext>
              </a:extLst>
            </p:cNvPr>
            <p:cNvSpPr txBox="1"/>
            <p:nvPr>
              <p:custDataLst>
                <p:tags r:id="rId4"/>
              </p:custDataLst>
            </p:nvPr>
          </p:nvSpPr>
          <p:spPr>
            <a:xfrm>
              <a:off x="2022791" y="4344705"/>
              <a:ext cx="1173087" cy="337707"/>
            </a:xfrm>
            <a:prstGeom prst="rect">
              <a:avLst/>
            </a:prstGeom>
            <a:solidFill>
              <a:srgbClr val="FFFFFF"/>
            </a:solidFill>
            <a:ln w="9525" cap="flat" cmpd="sng">
              <a:solidFill>
                <a:srgbClr val="000000"/>
              </a:solidFill>
              <a:prstDash val="solid"/>
              <a:miter/>
              <a:headEnd type="none" w="med" len="med"/>
              <a:tailEnd type="none" w="med" len="med"/>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FontTx/>
                <a:buNone/>
              </a:pPr>
              <a:r>
                <a:rPr lang="en-US" altLang="zh-CN" sz="2800" b="0" dirty="0">
                  <a:solidFill>
                    <a:prstClr val="black"/>
                  </a:solidFill>
                  <a:latin typeface="Calibri" panose="020F0502020204030204" charset="0"/>
                  <a:ea typeface="宋体" panose="02010600030101010101" pitchFamily="2" charset="-122"/>
                </a:rPr>
                <a:t>       12      </a:t>
              </a:r>
              <a:endParaRPr lang="zh-CN" altLang="zh-CN" sz="2800" b="0" dirty="0">
                <a:solidFill>
                  <a:prstClr val="black"/>
                </a:solidFill>
                <a:latin typeface="Calibri"/>
                <a:ea typeface="宋体" panose="02010600030101010101" pitchFamily="2" charset="-122"/>
              </a:endParaRPr>
            </a:p>
          </p:txBody>
        </p:sp>
        <p:sp>
          <p:nvSpPr>
            <p:cNvPr id="42" name="Line 50">
              <a:extLst>
                <a:ext uri="{FF2B5EF4-FFF2-40B4-BE49-F238E27FC236}">
                  <a16:creationId xmlns:a16="http://schemas.microsoft.com/office/drawing/2014/main" id="{9DD4F818-CB07-4BC1-A899-6F5C2E446470}"/>
                </a:ext>
              </a:extLst>
            </p:cNvPr>
            <p:cNvSpPr/>
            <p:nvPr>
              <p:custDataLst>
                <p:tags r:id="rId5"/>
              </p:custDataLst>
            </p:nvPr>
          </p:nvSpPr>
          <p:spPr>
            <a:xfrm flipV="1">
              <a:off x="2441751" y="4344705"/>
              <a:ext cx="0" cy="337707"/>
            </a:xfrm>
            <a:prstGeom prst="line">
              <a:avLst/>
            </a:prstGeom>
            <a:ln w="9525" cap="flat" cmpd="sng">
              <a:solidFill>
                <a:srgbClr val="000000"/>
              </a:solidFill>
              <a:prstDash val="solid"/>
              <a:headEnd type="none" w="med" len="med"/>
              <a:tailEnd type="none" w="med" len="med"/>
            </a:ln>
          </p:spPr>
        </p:sp>
        <p:sp>
          <p:nvSpPr>
            <p:cNvPr id="43" name="Line 51">
              <a:extLst>
                <a:ext uri="{FF2B5EF4-FFF2-40B4-BE49-F238E27FC236}">
                  <a16:creationId xmlns:a16="http://schemas.microsoft.com/office/drawing/2014/main" id="{C8214787-B502-4DC6-8C6C-9D5202C6C351}"/>
                </a:ext>
              </a:extLst>
            </p:cNvPr>
            <p:cNvSpPr/>
            <p:nvPr>
              <p:custDataLst>
                <p:tags r:id="rId6"/>
              </p:custDataLst>
            </p:nvPr>
          </p:nvSpPr>
          <p:spPr>
            <a:xfrm flipV="1">
              <a:off x="2888641" y="4344705"/>
              <a:ext cx="0" cy="337707"/>
            </a:xfrm>
            <a:prstGeom prst="line">
              <a:avLst/>
            </a:prstGeom>
            <a:ln w="9525" cap="flat" cmpd="sng">
              <a:solidFill>
                <a:srgbClr val="000000"/>
              </a:solidFill>
              <a:prstDash val="solid"/>
              <a:headEnd type="none" w="med" len="med"/>
              <a:tailEnd type="none" w="med" len="med"/>
            </a:ln>
          </p:spPr>
        </p:sp>
        <p:sp>
          <p:nvSpPr>
            <p:cNvPr id="44" name="Line 52">
              <a:extLst>
                <a:ext uri="{FF2B5EF4-FFF2-40B4-BE49-F238E27FC236}">
                  <a16:creationId xmlns:a16="http://schemas.microsoft.com/office/drawing/2014/main" id="{798FFD65-D2D0-476F-BA1F-B083FF44F5B2}"/>
                </a:ext>
              </a:extLst>
            </p:cNvPr>
            <p:cNvSpPr/>
            <p:nvPr>
              <p:custDataLst>
                <p:tags r:id="rId7"/>
              </p:custDataLst>
            </p:nvPr>
          </p:nvSpPr>
          <p:spPr>
            <a:xfrm>
              <a:off x="3028295" y="4513559"/>
              <a:ext cx="502752" cy="0"/>
            </a:xfrm>
            <a:prstGeom prst="line">
              <a:avLst/>
            </a:prstGeom>
            <a:ln w="9525" cap="flat" cmpd="sng">
              <a:solidFill>
                <a:srgbClr val="000000"/>
              </a:solidFill>
              <a:prstDash val="solid"/>
              <a:headEnd type="none" w="med" len="med"/>
              <a:tailEnd type="arrow" w="sm" len="med"/>
            </a:ln>
          </p:spPr>
        </p:sp>
        <p:sp>
          <p:nvSpPr>
            <p:cNvPr id="45" name="Text Box 53">
              <a:extLst>
                <a:ext uri="{FF2B5EF4-FFF2-40B4-BE49-F238E27FC236}">
                  <a16:creationId xmlns:a16="http://schemas.microsoft.com/office/drawing/2014/main" id="{CC71E5A2-FB81-4CF8-B8BB-7BDEB7003022}"/>
                </a:ext>
              </a:extLst>
            </p:cNvPr>
            <p:cNvSpPr txBox="1"/>
            <p:nvPr>
              <p:custDataLst>
                <p:tags r:id="rId8"/>
              </p:custDataLst>
            </p:nvPr>
          </p:nvSpPr>
          <p:spPr>
            <a:xfrm>
              <a:off x="1142976" y="4344705"/>
              <a:ext cx="502752" cy="337707"/>
            </a:xfrm>
            <a:prstGeom prst="rect">
              <a:avLst/>
            </a:prstGeom>
            <a:solidFill>
              <a:srgbClr val="FFFFFF"/>
            </a:solidFill>
            <a:ln w="9525">
              <a:noFill/>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FontTx/>
                <a:buNone/>
              </a:pPr>
              <a:r>
                <a:rPr lang="en-US" altLang="zh-CN" sz="2800" b="0" dirty="0">
                  <a:solidFill>
                    <a:prstClr val="black"/>
                  </a:solidFill>
                  <a:latin typeface="Calibri"/>
                  <a:ea typeface="宋体" panose="02010600030101010101" pitchFamily="2" charset="-122"/>
                </a:rPr>
                <a:t>P</a:t>
              </a:r>
              <a:endParaRPr lang="zh-CN" altLang="zh-CN" sz="2800" b="0" dirty="0">
                <a:solidFill>
                  <a:prstClr val="black"/>
                </a:solidFill>
                <a:latin typeface="Calibri"/>
                <a:ea typeface="宋体" panose="02010600030101010101" pitchFamily="2" charset="-122"/>
              </a:endParaRPr>
            </a:p>
          </p:txBody>
        </p:sp>
        <p:sp>
          <p:nvSpPr>
            <p:cNvPr id="46" name="Line 54">
              <a:extLst>
                <a:ext uri="{FF2B5EF4-FFF2-40B4-BE49-F238E27FC236}">
                  <a16:creationId xmlns:a16="http://schemas.microsoft.com/office/drawing/2014/main" id="{4FCAB43C-BD0E-43F9-8D51-6A83C753772A}"/>
                </a:ext>
              </a:extLst>
            </p:cNvPr>
            <p:cNvSpPr/>
            <p:nvPr>
              <p:custDataLst>
                <p:tags r:id="rId9"/>
              </p:custDataLst>
            </p:nvPr>
          </p:nvSpPr>
          <p:spPr>
            <a:xfrm>
              <a:off x="1520040" y="4513559"/>
              <a:ext cx="502752" cy="0"/>
            </a:xfrm>
            <a:prstGeom prst="line">
              <a:avLst/>
            </a:prstGeom>
            <a:ln w="9525" cap="flat" cmpd="sng">
              <a:solidFill>
                <a:srgbClr val="000000"/>
              </a:solidFill>
              <a:prstDash val="solid"/>
              <a:headEnd type="none" w="med" len="med"/>
              <a:tailEnd type="arrow" w="sm" len="med"/>
            </a:ln>
          </p:spPr>
        </p:sp>
        <p:sp>
          <p:nvSpPr>
            <p:cNvPr id="47" name="Line 55">
              <a:extLst>
                <a:ext uri="{FF2B5EF4-FFF2-40B4-BE49-F238E27FC236}">
                  <a16:creationId xmlns:a16="http://schemas.microsoft.com/office/drawing/2014/main" id="{226DF453-B7FD-4B03-9A7E-4B29745FEE33}"/>
                </a:ext>
              </a:extLst>
            </p:cNvPr>
            <p:cNvSpPr/>
            <p:nvPr>
              <p:custDataLst>
                <p:tags r:id="rId10"/>
              </p:custDataLst>
            </p:nvPr>
          </p:nvSpPr>
          <p:spPr>
            <a:xfrm>
              <a:off x="2190375" y="4513559"/>
              <a:ext cx="0" cy="506560"/>
            </a:xfrm>
            <a:prstGeom prst="line">
              <a:avLst/>
            </a:prstGeom>
            <a:ln w="9525" cap="flat" cmpd="sng">
              <a:solidFill>
                <a:srgbClr val="000000"/>
              </a:solidFill>
              <a:prstDash val="solid"/>
              <a:headEnd type="none" w="med" len="med"/>
              <a:tailEnd type="arrow" w="sm" len="med"/>
            </a:ln>
          </p:spPr>
        </p:sp>
        <p:sp>
          <p:nvSpPr>
            <p:cNvPr id="48" name="Text Box 56">
              <a:extLst>
                <a:ext uri="{FF2B5EF4-FFF2-40B4-BE49-F238E27FC236}">
                  <a16:creationId xmlns:a16="http://schemas.microsoft.com/office/drawing/2014/main" id="{2430A425-3B71-47F4-92A7-4B02778C6BC8}"/>
                </a:ext>
              </a:extLst>
            </p:cNvPr>
            <p:cNvSpPr txBox="1"/>
            <p:nvPr>
              <p:custDataLst>
                <p:tags r:id="rId11"/>
              </p:custDataLst>
            </p:nvPr>
          </p:nvSpPr>
          <p:spPr>
            <a:xfrm>
              <a:off x="3531046" y="4344705"/>
              <a:ext cx="1173087" cy="337707"/>
            </a:xfrm>
            <a:prstGeom prst="rect">
              <a:avLst/>
            </a:prstGeom>
            <a:solidFill>
              <a:srgbClr val="FFFFFF"/>
            </a:solidFill>
            <a:ln w="9525" cap="flat" cmpd="sng">
              <a:solidFill>
                <a:srgbClr val="000000"/>
              </a:solidFill>
              <a:prstDash val="solid"/>
              <a:miter/>
              <a:headEnd type="none" w="med" len="med"/>
              <a:tailEnd type="none" w="med" len="med"/>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FontTx/>
                <a:buNone/>
              </a:pPr>
              <a:r>
                <a:rPr lang="en-US" altLang="zh-CN" sz="2800" b="0" dirty="0">
                  <a:solidFill>
                    <a:prstClr val="black"/>
                  </a:solidFill>
                  <a:latin typeface="Calibri" panose="020F0502020204030204" charset="0"/>
                  <a:ea typeface="宋体" panose="02010600030101010101" pitchFamily="2" charset="-122"/>
                </a:rPr>
                <a:t>        8      </a:t>
              </a:r>
              <a:endParaRPr lang="zh-CN" altLang="zh-CN" sz="2800" b="0" dirty="0">
                <a:solidFill>
                  <a:prstClr val="black"/>
                </a:solidFill>
                <a:latin typeface="Calibri"/>
                <a:ea typeface="宋体" panose="02010600030101010101" pitchFamily="2" charset="-122"/>
              </a:endParaRPr>
            </a:p>
          </p:txBody>
        </p:sp>
        <p:sp>
          <p:nvSpPr>
            <p:cNvPr id="49" name="Line 57">
              <a:extLst>
                <a:ext uri="{FF2B5EF4-FFF2-40B4-BE49-F238E27FC236}">
                  <a16:creationId xmlns:a16="http://schemas.microsoft.com/office/drawing/2014/main" id="{AE97B034-F756-44E0-9B4E-1F4CBE040AE4}"/>
                </a:ext>
              </a:extLst>
            </p:cNvPr>
            <p:cNvSpPr/>
            <p:nvPr>
              <p:custDataLst>
                <p:tags r:id="rId12"/>
              </p:custDataLst>
            </p:nvPr>
          </p:nvSpPr>
          <p:spPr>
            <a:xfrm flipV="1">
              <a:off x="3950006" y="4344705"/>
              <a:ext cx="0" cy="337707"/>
            </a:xfrm>
            <a:prstGeom prst="line">
              <a:avLst/>
            </a:prstGeom>
            <a:ln w="9525" cap="flat" cmpd="sng">
              <a:solidFill>
                <a:srgbClr val="000000"/>
              </a:solidFill>
              <a:prstDash val="solid"/>
              <a:headEnd type="none" w="med" len="med"/>
              <a:tailEnd type="none" w="med" len="med"/>
            </a:ln>
          </p:spPr>
        </p:sp>
        <p:sp>
          <p:nvSpPr>
            <p:cNvPr id="50" name="Line 58">
              <a:extLst>
                <a:ext uri="{FF2B5EF4-FFF2-40B4-BE49-F238E27FC236}">
                  <a16:creationId xmlns:a16="http://schemas.microsoft.com/office/drawing/2014/main" id="{AB7949AA-28FF-4B4C-9BC3-C79F0AC20BC2}"/>
                </a:ext>
              </a:extLst>
            </p:cNvPr>
            <p:cNvSpPr/>
            <p:nvPr>
              <p:custDataLst>
                <p:tags r:id="rId13"/>
              </p:custDataLst>
            </p:nvPr>
          </p:nvSpPr>
          <p:spPr>
            <a:xfrm flipV="1">
              <a:off x="4396896" y="4344705"/>
              <a:ext cx="0" cy="337707"/>
            </a:xfrm>
            <a:prstGeom prst="line">
              <a:avLst/>
            </a:prstGeom>
            <a:ln w="9525" cap="flat" cmpd="sng">
              <a:solidFill>
                <a:srgbClr val="000000"/>
              </a:solidFill>
              <a:prstDash val="solid"/>
              <a:headEnd type="none" w="med" len="med"/>
              <a:tailEnd type="none" w="med" len="med"/>
            </a:ln>
          </p:spPr>
        </p:sp>
        <p:sp>
          <p:nvSpPr>
            <p:cNvPr id="51" name="Line 59">
              <a:extLst>
                <a:ext uri="{FF2B5EF4-FFF2-40B4-BE49-F238E27FC236}">
                  <a16:creationId xmlns:a16="http://schemas.microsoft.com/office/drawing/2014/main" id="{FEF1000C-95A7-4853-BFC8-604FE3668D80}"/>
                </a:ext>
              </a:extLst>
            </p:cNvPr>
            <p:cNvSpPr/>
            <p:nvPr>
              <p:custDataLst>
                <p:tags r:id="rId14"/>
              </p:custDataLst>
            </p:nvPr>
          </p:nvSpPr>
          <p:spPr>
            <a:xfrm>
              <a:off x="4536550" y="4513559"/>
              <a:ext cx="502752" cy="0"/>
            </a:xfrm>
            <a:prstGeom prst="line">
              <a:avLst/>
            </a:prstGeom>
            <a:ln w="9525" cap="flat" cmpd="sng">
              <a:solidFill>
                <a:srgbClr val="000000"/>
              </a:solidFill>
              <a:prstDash val="solid"/>
              <a:headEnd type="none" w="med" len="med"/>
              <a:tailEnd type="arrow" w="sm" len="med"/>
            </a:ln>
          </p:spPr>
        </p:sp>
        <p:sp>
          <p:nvSpPr>
            <p:cNvPr id="52" name="Text Box 60">
              <a:extLst>
                <a:ext uri="{FF2B5EF4-FFF2-40B4-BE49-F238E27FC236}">
                  <a16:creationId xmlns:a16="http://schemas.microsoft.com/office/drawing/2014/main" id="{4B24DE6A-2361-4E2E-9DDB-14949753F4A9}"/>
                </a:ext>
              </a:extLst>
            </p:cNvPr>
            <p:cNvSpPr txBox="1"/>
            <p:nvPr>
              <p:custDataLst>
                <p:tags r:id="rId15"/>
              </p:custDataLst>
            </p:nvPr>
          </p:nvSpPr>
          <p:spPr>
            <a:xfrm>
              <a:off x="5039301" y="4344705"/>
              <a:ext cx="1276517" cy="337707"/>
            </a:xfrm>
            <a:prstGeom prst="rect">
              <a:avLst/>
            </a:prstGeom>
            <a:solidFill>
              <a:srgbClr val="FFFFFF"/>
            </a:solidFill>
            <a:ln w="9525" cap="flat" cmpd="sng">
              <a:solidFill>
                <a:srgbClr val="000000"/>
              </a:solidFill>
              <a:prstDash val="solid"/>
              <a:miter/>
              <a:headEnd type="none" w="med" len="med"/>
              <a:tailEnd type="none" w="med" len="med"/>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FontTx/>
                <a:buNone/>
              </a:pPr>
              <a:r>
                <a:rPr lang="en-US" altLang="zh-CN" sz="2800" b="0" dirty="0">
                  <a:solidFill>
                    <a:prstClr val="black"/>
                  </a:solidFill>
                  <a:latin typeface="Calibri" panose="020F0502020204030204" charset="0"/>
                  <a:ea typeface="宋体" panose="02010600030101010101" pitchFamily="2" charset="-122"/>
                </a:rPr>
                <a:t> 3     2    ∧</a:t>
              </a:r>
            </a:p>
          </p:txBody>
        </p:sp>
        <p:sp>
          <p:nvSpPr>
            <p:cNvPr id="53" name="Line 61">
              <a:extLst>
                <a:ext uri="{FF2B5EF4-FFF2-40B4-BE49-F238E27FC236}">
                  <a16:creationId xmlns:a16="http://schemas.microsoft.com/office/drawing/2014/main" id="{9B5DC8FB-3DF1-4C55-A864-E65B81EE489B}"/>
                </a:ext>
              </a:extLst>
            </p:cNvPr>
            <p:cNvSpPr/>
            <p:nvPr>
              <p:custDataLst>
                <p:tags r:id="rId16"/>
              </p:custDataLst>
            </p:nvPr>
          </p:nvSpPr>
          <p:spPr>
            <a:xfrm flipV="1">
              <a:off x="5458261" y="4344705"/>
              <a:ext cx="0" cy="337707"/>
            </a:xfrm>
            <a:prstGeom prst="line">
              <a:avLst/>
            </a:prstGeom>
            <a:ln w="9525" cap="flat" cmpd="sng">
              <a:solidFill>
                <a:srgbClr val="000000"/>
              </a:solidFill>
              <a:prstDash val="solid"/>
              <a:headEnd type="none" w="med" len="med"/>
              <a:tailEnd type="none" w="med" len="med"/>
            </a:ln>
          </p:spPr>
        </p:sp>
        <p:sp>
          <p:nvSpPr>
            <p:cNvPr id="54" name="Line 62">
              <a:extLst>
                <a:ext uri="{FF2B5EF4-FFF2-40B4-BE49-F238E27FC236}">
                  <a16:creationId xmlns:a16="http://schemas.microsoft.com/office/drawing/2014/main" id="{621891BA-49AE-43AC-97DC-D26B4E9A14DD}"/>
                </a:ext>
              </a:extLst>
            </p:cNvPr>
            <p:cNvSpPr/>
            <p:nvPr>
              <p:custDataLst>
                <p:tags r:id="rId17"/>
              </p:custDataLst>
            </p:nvPr>
          </p:nvSpPr>
          <p:spPr>
            <a:xfrm flipV="1">
              <a:off x="5905151" y="4344705"/>
              <a:ext cx="0" cy="337707"/>
            </a:xfrm>
            <a:prstGeom prst="line">
              <a:avLst/>
            </a:prstGeom>
            <a:ln w="9525" cap="flat" cmpd="sng">
              <a:solidFill>
                <a:srgbClr val="000000"/>
              </a:solidFill>
              <a:prstDash val="solid"/>
              <a:headEnd type="none" w="med" len="med"/>
              <a:tailEnd type="none" w="med" len="med"/>
            </a:ln>
          </p:spPr>
        </p:sp>
        <p:sp>
          <p:nvSpPr>
            <p:cNvPr id="55" name="Text Box 63">
              <a:extLst>
                <a:ext uri="{FF2B5EF4-FFF2-40B4-BE49-F238E27FC236}">
                  <a16:creationId xmlns:a16="http://schemas.microsoft.com/office/drawing/2014/main" id="{56CE22C8-F0BB-4326-BF78-8B8F63F156AE}"/>
                </a:ext>
              </a:extLst>
            </p:cNvPr>
            <p:cNvSpPr txBox="1"/>
            <p:nvPr>
              <p:custDataLst>
                <p:tags r:id="rId18"/>
              </p:custDataLst>
            </p:nvPr>
          </p:nvSpPr>
          <p:spPr>
            <a:xfrm>
              <a:off x="2022791" y="5020119"/>
              <a:ext cx="1173087" cy="337707"/>
            </a:xfrm>
            <a:prstGeom prst="rect">
              <a:avLst/>
            </a:prstGeom>
            <a:solidFill>
              <a:srgbClr val="FFFFFF"/>
            </a:solidFill>
            <a:ln w="9525" cap="flat" cmpd="sng">
              <a:solidFill>
                <a:srgbClr val="000000"/>
              </a:solidFill>
              <a:prstDash val="solid"/>
              <a:miter/>
              <a:headEnd type="none" w="med" len="med"/>
              <a:tailEnd type="none" w="med" len="med"/>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FontTx/>
                <a:buNone/>
              </a:pPr>
              <a:r>
                <a:rPr lang="en-US" altLang="zh-CN" sz="2800" b="0" dirty="0">
                  <a:solidFill>
                    <a:prstClr val="black"/>
                  </a:solidFill>
                  <a:latin typeface="Calibri" panose="020F0502020204030204" charset="0"/>
                  <a:ea typeface="宋体" panose="02010600030101010101" pitchFamily="2" charset="-122"/>
                </a:rPr>
                <a:t> 9     2      </a:t>
              </a:r>
              <a:endParaRPr lang="zh-CN" altLang="zh-CN" sz="2800" b="0" dirty="0">
                <a:solidFill>
                  <a:prstClr val="black"/>
                </a:solidFill>
                <a:latin typeface="Calibri"/>
                <a:ea typeface="宋体" panose="02010600030101010101" pitchFamily="2" charset="-122"/>
              </a:endParaRPr>
            </a:p>
          </p:txBody>
        </p:sp>
        <p:sp>
          <p:nvSpPr>
            <p:cNvPr id="56" name="Line 64">
              <a:extLst>
                <a:ext uri="{FF2B5EF4-FFF2-40B4-BE49-F238E27FC236}">
                  <a16:creationId xmlns:a16="http://schemas.microsoft.com/office/drawing/2014/main" id="{33DA49E0-2C0B-4F97-866E-FE0199DB4BB4}"/>
                </a:ext>
              </a:extLst>
            </p:cNvPr>
            <p:cNvSpPr/>
            <p:nvPr>
              <p:custDataLst>
                <p:tags r:id="rId19"/>
              </p:custDataLst>
            </p:nvPr>
          </p:nvSpPr>
          <p:spPr>
            <a:xfrm flipV="1">
              <a:off x="2428860" y="5020119"/>
              <a:ext cx="0" cy="337707"/>
            </a:xfrm>
            <a:prstGeom prst="line">
              <a:avLst/>
            </a:prstGeom>
            <a:ln w="9525" cap="flat" cmpd="sng">
              <a:solidFill>
                <a:srgbClr val="000000"/>
              </a:solidFill>
              <a:prstDash val="solid"/>
              <a:headEnd type="none" w="med" len="med"/>
              <a:tailEnd type="none" w="med" len="med"/>
            </a:ln>
          </p:spPr>
        </p:sp>
        <p:sp>
          <p:nvSpPr>
            <p:cNvPr id="57" name="Line 65">
              <a:extLst>
                <a:ext uri="{FF2B5EF4-FFF2-40B4-BE49-F238E27FC236}">
                  <a16:creationId xmlns:a16="http://schemas.microsoft.com/office/drawing/2014/main" id="{5EB03C3A-1540-4A34-A66E-A1D00C78AD24}"/>
                </a:ext>
              </a:extLst>
            </p:cNvPr>
            <p:cNvSpPr/>
            <p:nvPr>
              <p:custDataLst>
                <p:tags r:id="rId20"/>
              </p:custDataLst>
            </p:nvPr>
          </p:nvSpPr>
          <p:spPr>
            <a:xfrm flipV="1">
              <a:off x="2888641" y="5020119"/>
              <a:ext cx="0" cy="337707"/>
            </a:xfrm>
            <a:prstGeom prst="line">
              <a:avLst/>
            </a:prstGeom>
            <a:ln w="9525" cap="flat" cmpd="sng">
              <a:solidFill>
                <a:srgbClr val="000000"/>
              </a:solidFill>
              <a:prstDash val="solid"/>
              <a:headEnd type="none" w="med" len="med"/>
              <a:tailEnd type="none" w="med" len="med"/>
            </a:ln>
          </p:spPr>
        </p:sp>
        <p:sp>
          <p:nvSpPr>
            <p:cNvPr id="58" name="Line 66">
              <a:extLst>
                <a:ext uri="{FF2B5EF4-FFF2-40B4-BE49-F238E27FC236}">
                  <a16:creationId xmlns:a16="http://schemas.microsoft.com/office/drawing/2014/main" id="{66D874AC-A46D-4534-A93B-6C6DC7187AA2}"/>
                </a:ext>
              </a:extLst>
            </p:cNvPr>
            <p:cNvSpPr/>
            <p:nvPr>
              <p:custDataLst>
                <p:tags r:id="rId21"/>
              </p:custDataLst>
            </p:nvPr>
          </p:nvSpPr>
          <p:spPr>
            <a:xfrm>
              <a:off x="3028295" y="5188973"/>
              <a:ext cx="502752" cy="0"/>
            </a:xfrm>
            <a:prstGeom prst="line">
              <a:avLst/>
            </a:prstGeom>
            <a:ln w="9525" cap="flat" cmpd="sng">
              <a:solidFill>
                <a:srgbClr val="000000"/>
              </a:solidFill>
              <a:prstDash val="solid"/>
              <a:headEnd type="none" w="med" len="med"/>
              <a:tailEnd type="arrow" w="sm" len="med"/>
            </a:ln>
          </p:spPr>
        </p:sp>
        <p:sp>
          <p:nvSpPr>
            <p:cNvPr id="59" name="Text Box 67">
              <a:extLst>
                <a:ext uri="{FF2B5EF4-FFF2-40B4-BE49-F238E27FC236}">
                  <a16:creationId xmlns:a16="http://schemas.microsoft.com/office/drawing/2014/main" id="{27DE19D0-A5AD-4E3D-8262-DE5B8C98CC4D}"/>
                </a:ext>
              </a:extLst>
            </p:cNvPr>
            <p:cNvSpPr txBox="1"/>
            <p:nvPr>
              <p:custDataLst>
                <p:tags r:id="rId22"/>
              </p:custDataLst>
            </p:nvPr>
          </p:nvSpPr>
          <p:spPr>
            <a:xfrm>
              <a:off x="3531046" y="5020119"/>
              <a:ext cx="1280288" cy="337707"/>
            </a:xfrm>
            <a:prstGeom prst="rect">
              <a:avLst/>
            </a:prstGeom>
            <a:solidFill>
              <a:srgbClr val="FFFFFF"/>
            </a:solidFill>
            <a:ln w="9525" cap="flat" cmpd="sng">
              <a:solidFill>
                <a:srgbClr val="000000"/>
              </a:solidFill>
              <a:prstDash val="solid"/>
              <a:miter/>
              <a:headEnd type="none" w="med" len="med"/>
              <a:tailEnd type="none" w="med" len="med"/>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None/>
              </a:pPr>
              <a:r>
                <a:rPr lang="en-US" altLang="zh-CN" sz="2800" b="0" dirty="0">
                  <a:solidFill>
                    <a:prstClr val="black"/>
                  </a:solidFill>
                  <a:latin typeface="Calibri" panose="020F0502020204030204" charset="0"/>
                  <a:ea typeface="宋体" panose="02010600030101010101" pitchFamily="2" charset="-122"/>
                </a:rPr>
                <a:t> 4     0    </a:t>
              </a:r>
              <a:r>
                <a:rPr lang="zh-CN" altLang="en-US" sz="2800" kern="1200" dirty="0">
                  <a:latin typeface="微软雅黑" panose="020B0503020204020204" charset="-122"/>
                  <a:ea typeface="微软雅黑" panose="020B0503020204020204" charset="-122"/>
                  <a:cs typeface="思源黑体 CN Bold" panose="020B0800000000000000" charset="-122"/>
                </a:rPr>
                <a:t>∧</a:t>
              </a:r>
            </a:p>
          </p:txBody>
        </p:sp>
        <p:sp>
          <p:nvSpPr>
            <p:cNvPr id="60" name="Line 68">
              <a:extLst>
                <a:ext uri="{FF2B5EF4-FFF2-40B4-BE49-F238E27FC236}">
                  <a16:creationId xmlns:a16="http://schemas.microsoft.com/office/drawing/2014/main" id="{6D39A240-A047-4EA6-9A6A-7D1BD3662F60}"/>
                </a:ext>
              </a:extLst>
            </p:cNvPr>
            <p:cNvSpPr/>
            <p:nvPr>
              <p:custDataLst>
                <p:tags r:id="rId23"/>
              </p:custDataLst>
            </p:nvPr>
          </p:nvSpPr>
          <p:spPr>
            <a:xfrm flipV="1">
              <a:off x="3950006" y="5020119"/>
              <a:ext cx="0" cy="337707"/>
            </a:xfrm>
            <a:prstGeom prst="line">
              <a:avLst/>
            </a:prstGeom>
            <a:ln w="9525" cap="flat" cmpd="sng">
              <a:solidFill>
                <a:srgbClr val="000000"/>
              </a:solidFill>
              <a:prstDash val="solid"/>
              <a:headEnd type="none" w="med" len="med"/>
              <a:tailEnd type="none" w="med" len="med"/>
            </a:ln>
          </p:spPr>
        </p:sp>
        <p:sp>
          <p:nvSpPr>
            <p:cNvPr id="61" name="Line 69">
              <a:extLst>
                <a:ext uri="{FF2B5EF4-FFF2-40B4-BE49-F238E27FC236}">
                  <a16:creationId xmlns:a16="http://schemas.microsoft.com/office/drawing/2014/main" id="{E6F7B52A-6814-472A-9175-D02E70C5BF0F}"/>
                </a:ext>
              </a:extLst>
            </p:cNvPr>
            <p:cNvSpPr/>
            <p:nvPr>
              <p:custDataLst>
                <p:tags r:id="rId24"/>
              </p:custDataLst>
            </p:nvPr>
          </p:nvSpPr>
          <p:spPr>
            <a:xfrm flipV="1">
              <a:off x="4396896" y="5020119"/>
              <a:ext cx="0" cy="337707"/>
            </a:xfrm>
            <a:prstGeom prst="line">
              <a:avLst/>
            </a:prstGeom>
            <a:ln w="9525" cap="flat" cmpd="sng">
              <a:solidFill>
                <a:srgbClr val="000000"/>
              </a:solidFill>
              <a:prstDash val="solid"/>
              <a:headEnd type="none" w="med" len="med"/>
              <a:tailEnd type="none" w="med" len="med"/>
            </a:ln>
          </p:spPr>
        </p:sp>
        <p:sp>
          <p:nvSpPr>
            <p:cNvPr id="62" name="Line 70">
              <a:extLst>
                <a:ext uri="{FF2B5EF4-FFF2-40B4-BE49-F238E27FC236}">
                  <a16:creationId xmlns:a16="http://schemas.microsoft.com/office/drawing/2014/main" id="{15A50353-F8D0-48C3-AAA2-99B3A5423A4C}"/>
                </a:ext>
              </a:extLst>
            </p:cNvPr>
            <p:cNvSpPr/>
            <p:nvPr>
              <p:custDataLst>
                <p:tags r:id="rId25"/>
              </p:custDataLst>
            </p:nvPr>
          </p:nvSpPr>
          <p:spPr>
            <a:xfrm flipH="1" flipV="1">
              <a:off x="3698630" y="3838145"/>
              <a:ext cx="0" cy="675414"/>
            </a:xfrm>
            <a:prstGeom prst="line">
              <a:avLst/>
            </a:prstGeom>
            <a:ln w="9525" cap="flat" cmpd="sng">
              <a:solidFill>
                <a:srgbClr val="000000"/>
              </a:solidFill>
              <a:prstDash val="solid"/>
              <a:headEnd type="none" w="med" len="med"/>
              <a:tailEnd type="arrow" w="sm" len="med"/>
            </a:ln>
          </p:spPr>
        </p:sp>
        <p:sp>
          <p:nvSpPr>
            <p:cNvPr id="63" name="Text Box 71">
              <a:extLst>
                <a:ext uri="{FF2B5EF4-FFF2-40B4-BE49-F238E27FC236}">
                  <a16:creationId xmlns:a16="http://schemas.microsoft.com/office/drawing/2014/main" id="{6B4AF29C-8BF9-471B-9661-47F9FFC57FA9}"/>
                </a:ext>
              </a:extLst>
            </p:cNvPr>
            <p:cNvSpPr txBox="1"/>
            <p:nvPr>
              <p:custDataLst>
                <p:tags r:id="rId26"/>
              </p:custDataLst>
            </p:nvPr>
          </p:nvSpPr>
          <p:spPr>
            <a:xfrm>
              <a:off x="3531046" y="3500438"/>
              <a:ext cx="1173087" cy="337707"/>
            </a:xfrm>
            <a:prstGeom prst="rect">
              <a:avLst/>
            </a:prstGeom>
            <a:solidFill>
              <a:srgbClr val="FFFFFF"/>
            </a:solidFill>
            <a:ln w="9525" cap="flat" cmpd="sng">
              <a:solidFill>
                <a:srgbClr val="000000"/>
              </a:solidFill>
              <a:prstDash val="solid"/>
              <a:miter/>
              <a:headEnd type="none" w="med" len="med"/>
              <a:tailEnd type="none" w="med" len="med"/>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FontTx/>
                <a:buNone/>
              </a:pPr>
              <a:r>
                <a:rPr lang="en-US" altLang="zh-CN" sz="2800" b="0" dirty="0">
                  <a:solidFill>
                    <a:prstClr val="black"/>
                  </a:solidFill>
                  <a:latin typeface="Calibri" panose="020F0502020204030204" charset="0"/>
                  <a:ea typeface="宋体" panose="02010600030101010101" pitchFamily="2" charset="-122"/>
                </a:rPr>
                <a:t>15   3</a:t>
              </a:r>
              <a:endParaRPr lang="zh-CN" altLang="zh-CN" sz="2800" b="0" dirty="0">
                <a:solidFill>
                  <a:prstClr val="black"/>
                </a:solidFill>
                <a:latin typeface="Calibri"/>
                <a:ea typeface="宋体" panose="02010600030101010101" pitchFamily="2" charset="-122"/>
              </a:endParaRPr>
            </a:p>
          </p:txBody>
        </p:sp>
        <p:sp>
          <p:nvSpPr>
            <p:cNvPr id="64" name="Line 72">
              <a:extLst>
                <a:ext uri="{FF2B5EF4-FFF2-40B4-BE49-F238E27FC236}">
                  <a16:creationId xmlns:a16="http://schemas.microsoft.com/office/drawing/2014/main" id="{029E0E0B-CAD4-43C1-B7D2-4D98E9F26E63}"/>
                </a:ext>
              </a:extLst>
            </p:cNvPr>
            <p:cNvSpPr/>
            <p:nvPr>
              <p:custDataLst>
                <p:tags r:id="rId27"/>
              </p:custDataLst>
            </p:nvPr>
          </p:nvSpPr>
          <p:spPr>
            <a:xfrm flipV="1">
              <a:off x="3950006" y="3500438"/>
              <a:ext cx="0" cy="337707"/>
            </a:xfrm>
            <a:prstGeom prst="line">
              <a:avLst/>
            </a:prstGeom>
            <a:ln w="9525" cap="flat" cmpd="sng">
              <a:solidFill>
                <a:srgbClr val="000000"/>
              </a:solidFill>
              <a:prstDash val="solid"/>
              <a:headEnd type="none" w="med" len="med"/>
              <a:tailEnd type="none" w="med" len="med"/>
            </a:ln>
          </p:spPr>
        </p:sp>
        <p:sp>
          <p:nvSpPr>
            <p:cNvPr id="65" name="Line 73">
              <a:extLst>
                <a:ext uri="{FF2B5EF4-FFF2-40B4-BE49-F238E27FC236}">
                  <a16:creationId xmlns:a16="http://schemas.microsoft.com/office/drawing/2014/main" id="{2CC4C097-FC31-4251-877D-FEBA732EBAD3}"/>
                </a:ext>
              </a:extLst>
            </p:cNvPr>
            <p:cNvSpPr/>
            <p:nvPr>
              <p:custDataLst>
                <p:tags r:id="rId28"/>
              </p:custDataLst>
            </p:nvPr>
          </p:nvSpPr>
          <p:spPr>
            <a:xfrm flipV="1">
              <a:off x="4396896" y="3500438"/>
              <a:ext cx="0" cy="337707"/>
            </a:xfrm>
            <a:prstGeom prst="line">
              <a:avLst/>
            </a:prstGeom>
            <a:ln w="9525" cap="flat" cmpd="sng">
              <a:solidFill>
                <a:srgbClr val="000000"/>
              </a:solidFill>
              <a:prstDash val="solid"/>
              <a:headEnd type="none" w="med" len="med"/>
              <a:tailEnd type="none" w="med" len="med"/>
            </a:ln>
          </p:spPr>
        </p:sp>
        <p:sp>
          <p:nvSpPr>
            <p:cNvPr id="66" name="Line 74">
              <a:extLst>
                <a:ext uri="{FF2B5EF4-FFF2-40B4-BE49-F238E27FC236}">
                  <a16:creationId xmlns:a16="http://schemas.microsoft.com/office/drawing/2014/main" id="{D729F039-944C-4190-9C10-39B5439DA129}"/>
                </a:ext>
              </a:extLst>
            </p:cNvPr>
            <p:cNvSpPr/>
            <p:nvPr>
              <p:custDataLst>
                <p:tags r:id="rId29"/>
              </p:custDataLst>
            </p:nvPr>
          </p:nvSpPr>
          <p:spPr>
            <a:xfrm>
              <a:off x="4536550" y="3669291"/>
              <a:ext cx="502752" cy="0"/>
            </a:xfrm>
            <a:prstGeom prst="line">
              <a:avLst/>
            </a:prstGeom>
            <a:ln w="9525" cap="flat" cmpd="sng">
              <a:solidFill>
                <a:srgbClr val="000000"/>
              </a:solidFill>
              <a:prstDash val="solid"/>
              <a:headEnd type="none" w="med" len="med"/>
              <a:tailEnd type="arrow" w="sm" len="med"/>
            </a:ln>
          </p:spPr>
        </p:sp>
        <p:sp>
          <p:nvSpPr>
            <p:cNvPr id="67" name="Text Box 75">
              <a:extLst>
                <a:ext uri="{FF2B5EF4-FFF2-40B4-BE49-F238E27FC236}">
                  <a16:creationId xmlns:a16="http://schemas.microsoft.com/office/drawing/2014/main" id="{5D34FFF3-8361-4C65-8E68-799C2F0BDFEA}"/>
                </a:ext>
              </a:extLst>
            </p:cNvPr>
            <p:cNvSpPr txBox="1"/>
            <p:nvPr>
              <p:custDataLst>
                <p:tags r:id="rId30"/>
              </p:custDataLst>
            </p:nvPr>
          </p:nvSpPr>
          <p:spPr>
            <a:xfrm>
              <a:off x="5039301" y="3500438"/>
              <a:ext cx="1276518" cy="337707"/>
            </a:xfrm>
            <a:prstGeom prst="rect">
              <a:avLst/>
            </a:prstGeom>
            <a:solidFill>
              <a:srgbClr val="FFFFFF"/>
            </a:solidFill>
            <a:ln w="9525" cap="flat" cmpd="sng">
              <a:solidFill>
                <a:srgbClr val="000000"/>
              </a:solidFill>
              <a:prstDash val="solid"/>
              <a:miter/>
              <a:headEnd type="none" w="med" len="med"/>
              <a:tailEnd type="none" w="med" len="med"/>
            </a:ln>
          </p:spPr>
          <p:txBody>
            <a:bodyPr tIns="10800" bIns="1080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indent="0" algn="just" eaLnBrk="1" hangingPunct="1">
                <a:spcBef>
                  <a:spcPct val="0"/>
                </a:spcBef>
                <a:buClrTx/>
                <a:buSzTx/>
                <a:buFontTx/>
                <a:buNone/>
              </a:pPr>
              <a:r>
                <a:rPr lang="en-US" altLang="zh-CN" sz="2800" b="0" dirty="0">
                  <a:solidFill>
                    <a:prstClr val="black"/>
                  </a:solidFill>
                  <a:latin typeface="Calibri" panose="020F0502020204030204" charset="0"/>
                  <a:ea typeface="宋体" panose="02010600030101010101" pitchFamily="2" charset="-122"/>
                </a:rPr>
                <a:t>–1    1    ∧</a:t>
              </a:r>
            </a:p>
          </p:txBody>
        </p:sp>
        <p:sp>
          <p:nvSpPr>
            <p:cNvPr id="68" name="Line 76">
              <a:extLst>
                <a:ext uri="{FF2B5EF4-FFF2-40B4-BE49-F238E27FC236}">
                  <a16:creationId xmlns:a16="http://schemas.microsoft.com/office/drawing/2014/main" id="{DB1069E6-24D5-4467-9BD8-4C344A438D68}"/>
                </a:ext>
              </a:extLst>
            </p:cNvPr>
            <p:cNvSpPr/>
            <p:nvPr>
              <p:custDataLst>
                <p:tags r:id="rId31"/>
              </p:custDataLst>
            </p:nvPr>
          </p:nvSpPr>
          <p:spPr>
            <a:xfrm flipV="1">
              <a:off x="5458261" y="3500438"/>
              <a:ext cx="0" cy="337707"/>
            </a:xfrm>
            <a:prstGeom prst="line">
              <a:avLst/>
            </a:prstGeom>
            <a:ln w="9525" cap="flat" cmpd="sng">
              <a:solidFill>
                <a:srgbClr val="000000"/>
              </a:solidFill>
              <a:prstDash val="solid"/>
              <a:headEnd type="none" w="med" len="med"/>
              <a:tailEnd type="none" w="med" len="med"/>
            </a:ln>
          </p:spPr>
        </p:sp>
        <p:sp>
          <p:nvSpPr>
            <p:cNvPr id="69" name="Line 77">
              <a:extLst>
                <a:ext uri="{FF2B5EF4-FFF2-40B4-BE49-F238E27FC236}">
                  <a16:creationId xmlns:a16="http://schemas.microsoft.com/office/drawing/2014/main" id="{3D058C16-3CE9-4AEF-9AAB-227EB5DABF6A}"/>
                </a:ext>
              </a:extLst>
            </p:cNvPr>
            <p:cNvSpPr/>
            <p:nvPr>
              <p:custDataLst>
                <p:tags r:id="rId32"/>
              </p:custDataLst>
            </p:nvPr>
          </p:nvSpPr>
          <p:spPr>
            <a:xfrm flipV="1">
              <a:off x="5905151" y="3500438"/>
              <a:ext cx="0" cy="337707"/>
            </a:xfrm>
            <a:prstGeom prst="line">
              <a:avLst/>
            </a:prstGeom>
            <a:ln w="9525" cap="flat" cmpd="sng">
              <a:solidFill>
                <a:srgbClr val="000000"/>
              </a:solidFill>
              <a:prstDash val="solid"/>
              <a:headEnd type="none" w="med" len="med"/>
              <a:tailEnd type="none" w="med" len="med"/>
            </a:ln>
          </p:spPr>
        </p:sp>
      </p:grpSp>
      <p:sp>
        <p:nvSpPr>
          <p:cNvPr id="72" name="箭头: 下 71">
            <a:extLst>
              <a:ext uri="{FF2B5EF4-FFF2-40B4-BE49-F238E27FC236}">
                <a16:creationId xmlns:a16="http://schemas.microsoft.com/office/drawing/2014/main" id="{D47E4F8C-42D5-4B8B-85B6-16A982EB3557}"/>
              </a:ext>
            </a:extLst>
          </p:cNvPr>
          <p:cNvSpPr/>
          <p:nvPr/>
        </p:nvSpPr>
        <p:spPr bwMode="auto">
          <a:xfrm>
            <a:off x="4722115" y="1556792"/>
            <a:ext cx="360040" cy="470724"/>
          </a:xfrm>
          <a:prstGeom prst="downArrow">
            <a:avLst/>
          </a:prstGeom>
          <a:solidFill>
            <a:schemeClr val="accent2"/>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73" name="文本框 72">
            <a:extLst>
              <a:ext uri="{FF2B5EF4-FFF2-40B4-BE49-F238E27FC236}">
                <a16:creationId xmlns:a16="http://schemas.microsoft.com/office/drawing/2014/main" id="{83856CB9-7293-4B90-9EEF-F18282A5E111}"/>
              </a:ext>
            </a:extLst>
          </p:cNvPr>
          <p:cNvSpPr txBox="1"/>
          <p:nvPr/>
        </p:nvSpPr>
        <p:spPr>
          <a:xfrm>
            <a:off x="367925" y="6077435"/>
            <a:ext cx="8496943" cy="461665"/>
          </a:xfrm>
          <a:prstGeom prst="rect">
            <a:avLst/>
          </a:prstGeom>
          <a:noFill/>
        </p:spPr>
        <p:txBody>
          <a:bodyPr wrap="square" rtlCol="0">
            <a:spAutoFit/>
          </a:bodyPr>
          <a:lstStyle/>
          <a:p>
            <a:r>
              <a:rPr lang="zh-CN" altLang="en-US" b="0" dirty="0">
                <a:solidFill>
                  <a:srgbClr val="FF0000"/>
                </a:solidFill>
                <a:latin typeface="微软雅黑" panose="020B0503020204020204" pitchFamily="34" charset="-122"/>
                <a:ea typeface="微软雅黑" panose="020B0503020204020204" pitchFamily="34" charset="-122"/>
              </a:rPr>
              <a:t>多元多项式可用广义表表示，广义表的深度即为变元的个数。</a:t>
            </a:r>
          </a:p>
        </p:txBody>
      </p:sp>
    </p:spTree>
    <p:extLst>
      <p:ext uri="{BB962C8B-B14F-4D97-AF65-F5344CB8AC3E}">
        <p14:creationId xmlns:p14="http://schemas.microsoft.com/office/powerpoint/2010/main" val="356745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C31B32-355E-4A12-92C0-E2A795163482}"/>
              </a:ext>
            </a:extLst>
          </p:cNvPr>
          <p:cNvSpPr>
            <a:spLocks noGrp="1"/>
          </p:cNvSpPr>
          <p:nvPr>
            <p:ph type="title"/>
          </p:nvPr>
        </p:nvSpPr>
        <p:spPr/>
        <p:txBody>
          <a:bodyPr/>
          <a:lstStyle/>
          <a:p>
            <a:r>
              <a:rPr lang="zh-CN" altLang="en-US" dirty="0"/>
              <a:t>广义表的运算</a:t>
            </a:r>
          </a:p>
        </p:txBody>
      </p:sp>
      <p:sp>
        <p:nvSpPr>
          <p:cNvPr id="3" name="内容占位符 2">
            <a:extLst>
              <a:ext uri="{FF2B5EF4-FFF2-40B4-BE49-F238E27FC236}">
                <a16:creationId xmlns:a16="http://schemas.microsoft.com/office/drawing/2014/main" id="{3C482E12-D370-4F9F-8805-89C218749D38}"/>
              </a:ext>
            </a:extLst>
          </p:cNvPr>
          <p:cNvSpPr>
            <a:spLocks noGrp="1"/>
          </p:cNvSpPr>
          <p:nvPr>
            <p:ph idx="1"/>
          </p:nvPr>
        </p:nvSpPr>
        <p:spPr>
          <a:xfrm>
            <a:off x="249822" y="727075"/>
            <a:ext cx="8570650" cy="5861050"/>
          </a:xfrm>
        </p:spPr>
        <p:txBody>
          <a:bodyPr/>
          <a:lstStyle/>
          <a:p>
            <a:pPr marL="0" indent="0">
              <a:buNone/>
            </a:pPr>
            <a:r>
              <a:rPr lang="zh-CN" altLang="en-US" sz="3200" dirty="0"/>
              <a:t>广义表的定义是</a:t>
            </a:r>
            <a:r>
              <a:rPr lang="zh-CN" altLang="en-US" sz="3200" dirty="0">
                <a:solidFill>
                  <a:srgbClr val="FF0000"/>
                </a:solidFill>
              </a:rPr>
              <a:t>递归</a:t>
            </a:r>
            <a:r>
              <a:rPr lang="zh-CN" altLang="en-US" sz="3200" dirty="0"/>
              <a:t>的，可有两种分析方式，从而得到广义表的</a:t>
            </a:r>
            <a:r>
              <a:rPr lang="zh-CN" altLang="en-US" sz="3200" dirty="0">
                <a:solidFill>
                  <a:srgbClr val="0000FF"/>
                </a:solidFill>
              </a:rPr>
              <a:t>两种递归算法设计方法</a:t>
            </a:r>
            <a:r>
              <a:rPr lang="zh-CN" altLang="en-US" sz="3200" dirty="0"/>
              <a:t>：</a:t>
            </a:r>
            <a:endParaRPr lang="en-US" altLang="zh-CN" sz="3200" dirty="0"/>
          </a:p>
          <a:p>
            <a:pPr marL="914400" lvl="1" indent="-457200">
              <a:buFont typeface="+mj-lt"/>
              <a:buAutoNum type="arabicPeriod"/>
            </a:pPr>
            <a:r>
              <a:rPr lang="zh-CN" altLang="en-US" sz="2800" dirty="0"/>
              <a:t>把广义表看成是含有 </a:t>
            </a:r>
            <a:r>
              <a:rPr lang="en-US" altLang="zh-CN" sz="2800" b="1" dirty="0">
                <a:solidFill>
                  <a:srgbClr val="FF0000"/>
                </a:solidFill>
              </a:rPr>
              <a:t>n </a:t>
            </a:r>
            <a:r>
              <a:rPr lang="zh-CN" altLang="en-US" sz="2800" b="1" dirty="0">
                <a:solidFill>
                  <a:srgbClr val="FF0000"/>
                </a:solidFill>
              </a:rPr>
              <a:t>个并列子表</a:t>
            </a:r>
            <a:r>
              <a:rPr lang="zh-CN" altLang="en-US" sz="2800" dirty="0"/>
              <a:t>（原子也视作子表）的表。</a:t>
            </a:r>
            <a:endParaRPr lang="en-US" altLang="zh-CN" sz="2800" dirty="0"/>
          </a:p>
          <a:p>
            <a:pPr marL="914400" lvl="1" indent="-457200">
              <a:buFont typeface="+mj-lt"/>
              <a:buAutoNum type="arabicPeriod"/>
            </a:pPr>
            <a:r>
              <a:rPr lang="zh-CN" altLang="en-US" sz="2800" dirty="0"/>
              <a:t>把广义表分解成</a:t>
            </a:r>
            <a:r>
              <a:rPr lang="zh-CN" altLang="en-US" sz="2800" b="1" dirty="0">
                <a:solidFill>
                  <a:srgbClr val="FF0000"/>
                </a:solidFill>
              </a:rPr>
              <a:t>表头和表尾</a:t>
            </a:r>
            <a:r>
              <a:rPr lang="zh-CN" altLang="en-US" sz="2800" dirty="0"/>
              <a:t>两个部分。</a:t>
            </a:r>
            <a:endParaRPr lang="en-US" altLang="zh-CN" sz="2800" dirty="0"/>
          </a:p>
        </p:txBody>
      </p:sp>
    </p:spTree>
    <p:extLst>
      <p:ext uri="{BB962C8B-B14F-4D97-AF65-F5344CB8AC3E}">
        <p14:creationId xmlns:p14="http://schemas.microsoft.com/office/powerpoint/2010/main" val="296088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B5D2FE-9870-4B46-B26B-7E21559349EC}"/>
              </a:ext>
            </a:extLst>
          </p:cNvPr>
          <p:cNvSpPr>
            <a:spLocks noGrp="1"/>
          </p:cNvSpPr>
          <p:nvPr>
            <p:ph type="title"/>
          </p:nvPr>
        </p:nvSpPr>
        <p:spPr/>
        <p:txBody>
          <a:bodyPr/>
          <a:lstStyle/>
          <a:p>
            <a:r>
              <a:rPr lang="zh-CN" altLang="en-US" dirty="0"/>
              <a:t>递归算法设计</a:t>
            </a:r>
            <a:r>
              <a:rPr lang="en-US" altLang="zh-CN" dirty="0"/>
              <a:t>1</a:t>
            </a:r>
            <a:endParaRPr lang="zh-CN" altLang="en-US" dirty="0"/>
          </a:p>
        </p:txBody>
      </p:sp>
      <p:sp>
        <p:nvSpPr>
          <p:cNvPr id="3" name="内容占位符 2">
            <a:extLst>
              <a:ext uri="{FF2B5EF4-FFF2-40B4-BE49-F238E27FC236}">
                <a16:creationId xmlns:a16="http://schemas.microsoft.com/office/drawing/2014/main" id="{E5B45E34-F401-447F-A6A0-34ECD97512DA}"/>
              </a:ext>
            </a:extLst>
          </p:cNvPr>
          <p:cNvSpPr>
            <a:spLocks noGrp="1"/>
          </p:cNvSpPr>
          <p:nvPr>
            <p:ph idx="1"/>
          </p:nvPr>
        </p:nvSpPr>
        <p:spPr>
          <a:xfrm>
            <a:off x="323528" y="1991061"/>
            <a:ext cx="8642658" cy="685701"/>
          </a:xfrm>
        </p:spPr>
        <p:txBody>
          <a:bodyPr/>
          <a:lstStyle/>
          <a:p>
            <a:r>
              <a:rPr lang="zh-CN" altLang="en-US" dirty="0"/>
              <a:t>子表的处理和整个广义表的处理是相似的。</a:t>
            </a:r>
          </a:p>
        </p:txBody>
      </p:sp>
      <p:graphicFrame>
        <p:nvGraphicFramePr>
          <p:cNvPr id="18" name="表格 17">
            <a:extLst>
              <a:ext uri="{FF2B5EF4-FFF2-40B4-BE49-F238E27FC236}">
                <a16:creationId xmlns:a16="http://schemas.microsoft.com/office/drawing/2014/main" id="{BDEBD6D4-4182-481E-ACFE-3A9427B56077}"/>
              </a:ext>
            </a:extLst>
          </p:cNvPr>
          <p:cNvGraphicFramePr>
            <a:graphicFrameLocks noGrp="1"/>
          </p:cNvGraphicFramePr>
          <p:nvPr>
            <p:extLst>
              <p:ext uri="{D42A27DB-BD31-4B8C-83A1-F6EECF244321}">
                <p14:modId xmlns:p14="http://schemas.microsoft.com/office/powerpoint/2010/main" val="1014389202"/>
              </p:ext>
            </p:extLst>
          </p:nvPr>
        </p:nvGraphicFramePr>
        <p:xfrm>
          <a:off x="3196707" y="1324916"/>
          <a:ext cx="1214755" cy="434340"/>
        </p:xfrm>
        <a:graphic>
          <a:graphicData uri="http://schemas.openxmlformats.org/drawingml/2006/table">
            <a:tbl>
              <a:tblPr firstRow="1" bandRow="1"/>
              <a:tblGrid>
                <a:gridCol w="360045">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357505">
                  <a:extLst>
                    <a:ext uri="{9D8B030D-6E8A-4147-A177-3AD203B41FA5}">
                      <a16:colId xmlns:a16="http://schemas.microsoft.com/office/drawing/2014/main" val="20002"/>
                    </a:ext>
                  </a:extLst>
                </a:gridCol>
              </a:tblGrid>
              <a:tr h="434340">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endParaRPr lang="zh-CN" altLang="en-US" sz="2000" dirty="0">
                        <a:latin typeface="楷体" panose="02010609060101010101" pitchFamily="49" charset="-122"/>
                        <a:ea typeface="微软雅黑" panose="020B0503020204020204" charset="-122"/>
                        <a:cs typeface="思源黑体 CN Bold" panose="020B0800000000000000" charset="-122"/>
                      </a:endParaRP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bl>
          </a:graphicData>
        </a:graphic>
      </p:graphicFrame>
      <p:cxnSp>
        <p:nvCxnSpPr>
          <p:cNvPr id="19" name="直接箭头连接符 18">
            <a:extLst>
              <a:ext uri="{FF2B5EF4-FFF2-40B4-BE49-F238E27FC236}">
                <a16:creationId xmlns:a16="http://schemas.microsoft.com/office/drawing/2014/main" id="{87BE04E9-956D-44A9-90DB-F3A504EAC02D}"/>
              </a:ext>
            </a:extLst>
          </p:cNvPr>
          <p:cNvCxnSpPr/>
          <p:nvPr/>
        </p:nvCxnSpPr>
        <p:spPr>
          <a:xfrm>
            <a:off x="4242702" y="1527908"/>
            <a:ext cx="500066" cy="1588"/>
          </a:xfrm>
          <a:prstGeom prst="straightConnector1">
            <a:avLst/>
          </a:prstGeom>
          <a:noFill/>
          <a:ln w="28575" cap="flat" cmpd="sng" algn="ctr">
            <a:solidFill>
              <a:srgbClr val="7030A0"/>
            </a:solidFill>
            <a:prstDash val="solid"/>
            <a:tailEnd type="arrow"/>
          </a:ln>
          <a:effectLst/>
        </p:spPr>
      </p:cxnSp>
      <p:sp>
        <p:nvSpPr>
          <p:cNvPr id="21" name="TextBox 11">
            <a:extLst>
              <a:ext uri="{FF2B5EF4-FFF2-40B4-BE49-F238E27FC236}">
                <a16:creationId xmlns:a16="http://schemas.microsoft.com/office/drawing/2014/main" id="{A3BEC411-480F-4571-98EC-F0319978FA43}"/>
              </a:ext>
            </a:extLst>
          </p:cNvPr>
          <p:cNvSpPr txBox="1"/>
          <p:nvPr/>
        </p:nvSpPr>
        <p:spPr>
          <a:xfrm>
            <a:off x="3125571" y="933836"/>
            <a:ext cx="1428760" cy="400110"/>
          </a:xfrm>
          <a:prstGeom prst="rect">
            <a:avLst/>
          </a:prstGeom>
          <a:noFill/>
        </p:spPr>
        <p:txBody>
          <a:bodyPr wrap="square" rtlCol="0">
            <a:spAutoFit/>
          </a:bodyPr>
          <a:lstStyle/>
          <a:p>
            <a:pPr algn="ctr" eaLnBrk="1" hangingPunct="1">
              <a:defRPr/>
            </a:pPr>
            <a:r>
              <a:rPr lang="zh-CN" altLang="en-US" sz="2000">
                <a:solidFill>
                  <a:srgbClr val="FF0000"/>
                </a:solidFill>
                <a:latin typeface="微软雅黑" panose="020B0503020204020204" charset="-122"/>
                <a:ea typeface="微软雅黑" panose="020B0503020204020204" charset="-122"/>
                <a:cs typeface="楷体" panose="02010609060101010101" pitchFamily="49" charset="-122"/>
              </a:rPr>
              <a:t>第</a:t>
            </a:r>
            <a:r>
              <a:rPr lang="en-US" altLang="zh-CN" sz="2000">
                <a:solidFill>
                  <a:srgbClr val="FF0000"/>
                </a:solidFill>
                <a:latin typeface="微软雅黑" panose="020B0503020204020204" charset="-122"/>
                <a:ea typeface="微软雅黑" panose="020B0503020204020204" charset="-122"/>
                <a:cs typeface="楷体" panose="02010609060101010101" pitchFamily="49" charset="-122"/>
              </a:rPr>
              <a:t>1</a:t>
            </a:r>
            <a:r>
              <a:rPr lang="zh-CN" altLang="en-US" sz="2000">
                <a:solidFill>
                  <a:srgbClr val="FF0000"/>
                </a:solidFill>
                <a:latin typeface="微软雅黑" panose="020B0503020204020204" charset="-122"/>
                <a:ea typeface="微软雅黑" panose="020B0503020204020204" charset="-122"/>
                <a:cs typeface="楷体" panose="02010609060101010101" pitchFamily="49" charset="-122"/>
              </a:rPr>
              <a:t>个元素</a:t>
            </a:r>
          </a:p>
        </p:txBody>
      </p:sp>
      <p:sp>
        <p:nvSpPr>
          <p:cNvPr id="22" name="TextBox 12">
            <a:extLst>
              <a:ext uri="{FF2B5EF4-FFF2-40B4-BE49-F238E27FC236}">
                <a16:creationId xmlns:a16="http://schemas.microsoft.com/office/drawing/2014/main" id="{A08CF392-AA44-45F1-A3BE-DA53C7BE4FB1}"/>
              </a:ext>
            </a:extLst>
          </p:cNvPr>
          <p:cNvSpPr txBox="1"/>
          <p:nvPr/>
        </p:nvSpPr>
        <p:spPr>
          <a:xfrm>
            <a:off x="4768645" y="921694"/>
            <a:ext cx="1357321" cy="400110"/>
          </a:xfrm>
          <a:prstGeom prst="rect">
            <a:avLst/>
          </a:prstGeom>
          <a:noFill/>
        </p:spPr>
        <p:txBody>
          <a:bodyPr wrap="square" rtlCol="0">
            <a:spAutoFit/>
          </a:bodyPr>
          <a:lstStyle/>
          <a:p>
            <a:pPr algn="ctr" eaLnBrk="1" hangingPunct="1">
              <a:defRPr/>
            </a:pPr>
            <a:r>
              <a:rPr lang="zh-CN" altLang="en-US" sz="2000">
                <a:solidFill>
                  <a:srgbClr val="FF0000"/>
                </a:solidFill>
                <a:latin typeface="微软雅黑" panose="020B0503020204020204" charset="-122"/>
                <a:ea typeface="微软雅黑" panose="020B0503020204020204" charset="-122"/>
                <a:cs typeface="楷体" panose="02010609060101010101" pitchFamily="49" charset="-122"/>
              </a:rPr>
              <a:t>第</a:t>
            </a:r>
            <a:r>
              <a:rPr lang="en-US" altLang="zh-CN" sz="2000">
                <a:solidFill>
                  <a:srgbClr val="FF0000"/>
                </a:solidFill>
                <a:latin typeface="微软雅黑" panose="020B0503020204020204" charset="-122"/>
                <a:ea typeface="微软雅黑" panose="020B0503020204020204" charset="-122"/>
                <a:cs typeface="楷体" panose="02010609060101010101" pitchFamily="49" charset="-122"/>
              </a:rPr>
              <a:t>2</a:t>
            </a:r>
            <a:r>
              <a:rPr lang="zh-CN" altLang="en-US" sz="2000">
                <a:solidFill>
                  <a:srgbClr val="FF0000"/>
                </a:solidFill>
                <a:latin typeface="微软雅黑" panose="020B0503020204020204" charset="-122"/>
                <a:ea typeface="微软雅黑" panose="020B0503020204020204" charset="-122"/>
                <a:cs typeface="楷体" panose="02010609060101010101" pitchFamily="49" charset="-122"/>
              </a:rPr>
              <a:t>个元素</a:t>
            </a:r>
          </a:p>
        </p:txBody>
      </p:sp>
      <p:sp>
        <p:nvSpPr>
          <p:cNvPr id="26" name="TextBox 18">
            <a:extLst>
              <a:ext uri="{FF2B5EF4-FFF2-40B4-BE49-F238E27FC236}">
                <a16:creationId xmlns:a16="http://schemas.microsoft.com/office/drawing/2014/main" id="{27EB074F-6671-4ED2-A1B5-5A3D05CED4E0}"/>
              </a:ext>
            </a:extLst>
          </p:cNvPr>
          <p:cNvSpPr txBox="1"/>
          <p:nvPr/>
        </p:nvSpPr>
        <p:spPr>
          <a:xfrm>
            <a:off x="6626032" y="1259494"/>
            <a:ext cx="857256" cy="400110"/>
          </a:xfrm>
          <a:prstGeom prst="rect">
            <a:avLst/>
          </a:prstGeom>
          <a:noFill/>
        </p:spPr>
        <p:txBody>
          <a:bodyPr wrap="square" rtlCol="0">
            <a:spAutoFit/>
          </a:bodyPr>
          <a:lstStyle/>
          <a:p>
            <a:pPr eaLnBrk="1" hangingPunct="1">
              <a:defRPr/>
            </a:pPr>
            <a:r>
              <a:rPr lang="en-US" altLang="zh-CN" sz="2000">
                <a:solidFill>
                  <a:srgbClr val="0000FF"/>
                </a:solidFill>
                <a:latin typeface="微软雅黑" panose="020B0503020204020204" charset="-122"/>
                <a:ea typeface="微软雅黑" panose="020B0503020204020204" charset="-122"/>
                <a:cs typeface="思源黑体 CN Bold" panose="020B0800000000000000" charset="-122"/>
              </a:rPr>
              <a:t>…</a:t>
            </a:r>
          </a:p>
        </p:txBody>
      </p:sp>
      <p:cxnSp>
        <p:nvCxnSpPr>
          <p:cNvPr id="27" name="直接箭头连接符 26">
            <a:extLst>
              <a:ext uri="{FF2B5EF4-FFF2-40B4-BE49-F238E27FC236}">
                <a16:creationId xmlns:a16="http://schemas.microsoft.com/office/drawing/2014/main" id="{E73967F7-836C-4D15-BB13-9D8CBE751375}"/>
              </a:ext>
            </a:extLst>
          </p:cNvPr>
          <p:cNvCxnSpPr/>
          <p:nvPr/>
        </p:nvCxnSpPr>
        <p:spPr>
          <a:xfrm flipV="1">
            <a:off x="2696942" y="1556792"/>
            <a:ext cx="500066" cy="2146"/>
          </a:xfrm>
          <a:prstGeom prst="straightConnector1">
            <a:avLst/>
          </a:prstGeom>
          <a:noFill/>
          <a:ln w="28575" cap="flat" cmpd="sng" algn="ctr">
            <a:solidFill>
              <a:srgbClr val="FF0000"/>
            </a:solidFill>
            <a:prstDash val="solid"/>
            <a:tailEnd type="arrow"/>
          </a:ln>
          <a:effectLst/>
        </p:spPr>
      </p:cxnSp>
      <p:sp>
        <p:nvSpPr>
          <p:cNvPr id="28" name="TextBox 20">
            <a:extLst>
              <a:ext uri="{FF2B5EF4-FFF2-40B4-BE49-F238E27FC236}">
                <a16:creationId xmlns:a16="http://schemas.microsoft.com/office/drawing/2014/main" id="{E926219F-AE4B-425D-B09D-80325C805BDB}"/>
              </a:ext>
            </a:extLst>
          </p:cNvPr>
          <p:cNvSpPr txBox="1"/>
          <p:nvPr/>
        </p:nvSpPr>
        <p:spPr>
          <a:xfrm>
            <a:off x="2339752" y="1340768"/>
            <a:ext cx="500066" cy="400110"/>
          </a:xfrm>
          <a:prstGeom prst="rect">
            <a:avLst/>
          </a:prstGeom>
          <a:noFill/>
        </p:spPr>
        <p:txBody>
          <a:bodyPr wrap="square" rtlCol="0">
            <a:spAutoFit/>
          </a:bodyPr>
          <a:lstStyle/>
          <a:p>
            <a:pPr eaLnBrk="1" hangingPunct="1">
              <a:defRPr/>
            </a:pPr>
            <a:r>
              <a:rPr lang="en-US" altLang="zh-CN" sz="2000" dirty="0">
                <a:solidFill>
                  <a:srgbClr val="8064A2">
                    <a:lumMod val="50000"/>
                  </a:srgbClr>
                </a:solidFill>
                <a:latin typeface="微软雅黑" panose="020B0503020204020204" charset="-122"/>
                <a:ea typeface="微软雅黑" panose="020B0503020204020204" charset="-122"/>
                <a:cs typeface="思源黑体 CN Bold" panose="020B0800000000000000" charset="-122"/>
              </a:rPr>
              <a:t>L</a:t>
            </a:r>
          </a:p>
        </p:txBody>
      </p:sp>
      <p:graphicFrame>
        <p:nvGraphicFramePr>
          <p:cNvPr id="29" name="表格 28">
            <a:extLst>
              <a:ext uri="{FF2B5EF4-FFF2-40B4-BE49-F238E27FC236}">
                <a16:creationId xmlns:a16="http://schemas.microsoft.com/office/drawing/2014/main" id="{1B8AA794-052F-4715-96FD-F77C3073145C}"/>
              </a:ext>
            </a:extLst>
          </p:cNvPr>
          <p:cNvGraphicFramePr>
            <a:graphicFrameLocks noGrp="1"/>
          </p:cNvGraphicFramePr>
          <p:nvPr>
            <p:extLst>
              <p:ext uri="{D42A27DB-BD31-4B8C-83A1-F6EECF244321}">
                <p14:modId xmlns:p14="http://schemas.microsoft.com/office/powerpoint/2010/main" val="3396014453"/>
              </p:ext>
            </p:extLst>
          </p:nvPr>
        </p:nvGraphicFramePr>
        <p:xfrm>
          <a:off x="4914176" y="1323755"/>
          <a:ext cx="1214755" cy="434340"/>
        </p:xfrm>
        <a:graphic>
          <a:graphicData uri="http://schemas.openxmlformats.org/drawingml/2006/table">
            <a:tbl>
              <a:tblPr firstRow="1" bandRow="1"/>
              <a:tblGrid>
                <a:gridCol w="360045">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357505">
                  <a:extLst>
                    <a:ext uri="{9D8B030D-6E8A-4147-A177-3AD203B41FA5}">
                      <a16:colId xmlns:a16="http://schemas.microsoft.com/office/drawing/2014/main" val="20002"/>
                    </a:ext>
                  </a:extLst>
                </a:gridCol>
              </a:tblGrid>
              <a:tr h="434340">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endParaRPr lang="zh-CN" altLang="en-US" sz="2000" dirty="0">
                        <a:latin typeface="楷体" panose="02010609060101010101" pitchFamily="49" charset="-122"/>
                        <a:ea typeface="微软雅黑" panose="020B0503020204020204" charset="-122"/>
                        <a:cs typeface="思源黑体 CN Bold" panose="020B0800000000000000" charset="-122"/>
                      </a:endParaRP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bl>
          </a:graphicData>
        </a:graphic>
      </p:graphicFrame>
      <p:sp>
        <p:nvSpPr>
          <p:cNvPr id="30" name="文本框 29">
            <a:extLst>
              <a:ext uri="{FF2B5EF4-FFF2-40B4-BE49-F238E27FC236}">
                <a16:creationId xmlns:a16="http://schemas.microsoft.com/office/drawing/2014/main" id="{55FD4D7E-6EE9-4097-96F1-BF687BEFE34A}"/>
              </a:ext>
            </a:extLst>
          </p:cNvPr>
          <p:cNvSpPr txBox="1"/>
          <p:nvPr/>
        </p:nvSpPr>
        <p:spPr>
          <a:xfrm>
            <a:off x="395536" y="2839290"/>
            <a:ext cx="8337537" cy="3903954"/>
          </a:xfrm>
          <a:prstGeom prst="rect">
            <a:avLst/>
          </a:prstGeom>
          <a:solidFill>
            <a:schemeClr val="bg2">
              <a:lumMod val="20000"/>
              <a:lumOff val="80000"/>
            </a:schemeClr>
          </a:solidFill>
        </p:spPr>
        <p:txBody>
          <a:bodyPr wrap="square" rtlCol="0">
            <a:spAutoFit/>
          </a:bodyPr>
          <a:lstStyle/>
          <a:p>
            <a:pPr>
              <a:lnSpc>
                <a:spcPct val="150000"/>
              </a:lnSpc>
            </a:pPr>
            <a:r>
              <a:rPr lang="en-US" altLang="zh-CN" b="0" dirty="0"/>
              <a:t>void </a:t>
            </a:r>
            <a:r>
              <a:rPr lang="en-US" altLang="zh-CN" dirty="0">
                <a:solidFill>
                  <a:srgbClr val="FF0000"/>
                </a:solidFill>
              </a:rPr>
              <a:t>func1</a:t>
            </a:r>
            <a:r>
              <a:rPr lang="en-US" altLang="zh-CN" b="0" dirty="0"/>
              <a:t>(</a:t>
            </a:r>
            <a:r>
              <a:rPr lang="en-US" altLang="zh-CN" b="0" dirty="0" err="1"/>
              <a:t>GList</a:t>
            </a:r>
            <a:r>
              <a:rPr lang="en-US" altLang="zh-CN" b="0" dirty="0"/>
              <a:t> L) {</a:t>
            </a:r>
            <a:endParaRPr lang="zh-CN" altLang="en-US" b="0" dirty="0">
              <a:solidFill>
                <a:srgbClr val="00B050"/>
              </a:solidFill>
            </a:endParaRPr>
          </a:p>
          <a:p>
            <a:pPr>
              <a:lnSpc>
                <a:spcPct val="150000"/>
              </a:lnSpc>
            </a:pPr>
            <a:r>
              <a:rPr lang="en-US" altLang="zh-CN" b="0" dirty="0"/>
              <a:t>    </a:t>
            </a:r>
            <a:r>
              <a:rPr lang="en-US" altLang="zh-CN" b="0" dirty="0">
                <a:solidFill>
                  <a:srgbClr val="0000FF"/>
                </a:solidFill>
              </a:rPr>
              <a:t>for (pp=L; pp!=NULL; pp=pp-&gt;link) </a:t>
            </a:r>
            <a:r>
              <a:rPr lang="en-US" altLang="zh-CN" b="0" dirty="0"/>
              <a:t>{ </a:t>
            </a:r>
            <a:r>
              <a:rPr lang="en-US" altLang="zh-CN" b="0" dirty="0">
                <a:solidFill>
                  <a:srgbClr val="00B050"/>
                </a:solidFill>
              </a:rPr>
              <a:t>// </a:t>
            </a:r>
            <a:r>
              <a:rPr lang="zh-CN" altLang="en-US" b="0" dirty="0">
                <a:solidFill>
                  <a:srgbClr val="00B050"/>
                </a:solidFill>
              </a:rPr>
              <a:t>循环处理每个元素</a:t>
            </a:r>
          </a:p>
          <a:p>
            <a:pPr>
              <a:lnSpc>
                <a:spcPct val="150000"/>
              </a:lnSpc>
            </a:pPr>
            <a:r>
              <a:rPr lang="zh-CN" altLang="en-US" b="0" dirty="0"/>
              <a:t>   </a:t>
            </a:r>
            <a:r>
              <a:rPr lang="en-US" altLang="zh-CN" b="0" dirty="0"/>
              <a:t>     if (pp-&gt;tag==1) </a:t>
            </a:r>
            <a:r>
              <a:rPr lang="en-US" altLang="zh-CN" dirty="0">
                <a:solidFill>
                  <a:srgbClr val="FF0000"/>
                </a:solidFill>
              </a:rPr>
              <a:t>func1</a:t>
            </a:r>
            <a:r>
              <a:rPr lang="en-US" altLang="zh-CN" b="0" dirty="0"/>
              <a:t>(pp-&gt;</a:t>
            </a:r>
            <a:r>
              <a:rPr lang="en-US" altLang="zh-CN" b="0" dirty="0" err="1"/>
              <a:t>sublist</a:t>
            </a:r>
            <a:r>
              <a:rPr lang="en-US" altLang="zh-CN" b="0" dirty="0"/>
              <a:t>);  </a:t>
            </a:r>
            <a:r>
              <a:rPr lang="en-US" altLang="zh-CN" b="0" dirty="0">
                <a:solidFill>
                  <a:srgbClr val="00B050"/>
                </a:solidFill>
              </a:rPr>
              <a:t>// </a:t>
            </a:r>
            <a:r>
              <a:rPr lang="zh-CN" altLang="en-US" b="0" dirty="0">
                <a:solidFill>
                  <a:srgbClr val="00B050"/>
                </a:solidFill>
              </a:rPr>
              <a:t>递归处理子表</a:t>
            </a:r>
          </a:p>
          <a:p>
            <a:pPr>
              <a:lnSpc>
                <a:spcPct val="150000"/>
              </a:lnSpc>
            </a:pPr>
            <a:r>
              <a:rPr lang="zh-CN" altLang="en-US" b="0" dirty="0"/>
              <a:t>        </a:t>
            </a:r>
            <a:r>
              <a:rPr lang="en-US" altLang="zh-CN" b="0" dirty="0"/>
              <a:t>else { </a:t>
            </a:r>
            <a:r>
              <a:rPr lang="zh-CN" altLang="en-US" b="0" dirty="0"/>
              <a:t>原子处理语句</a:t>
            </a:r>
            <a:r>
              <a:rPr lang="en-US" altLang="zh-CN" b="0" dirty="0"/>
              <a:t>; }	                    </a:t>
            </a:r>
            <a:r>
              <a:rPr lang="en-US" altLang="zh-CN" b="0" dirty="0">
                <a:solidFill>
                  <a:srgbClr val="00B050"/>
                </a:solidFill>
              </a:rPr>
              <a:t>// </a:t>
            </a:r>
            <a:r>
              <a:rPr lang="zh-CN" altLang="en-US" b="0" dirty="0">
                <a:solidFill>
                  <a:srgbClr val="00B050"/>
                </a:solidFill>
              </a:rPr>
              <a:t>实现原子操作</a:t>
            </a:r>
          </a:p>
          <a:p>
            <a:pPr>
              <a:lnSpc>
                <a:spcPct val="150000"/>
              </a:lnSpc>
            </a:pPr>
            <a:r>
              <a:rPr lang="en-US" altLang="zh-CN" b="0" dirty="0"/>
              <a:t>    } </a:t>
            </a:r>
            <a:r>
              <a:rPr lang="en-US" altLang="zh-CN" b="0" dirty="0">
                <a:solidFill>
                  <a:srgbClr val="00B050"/>
                </a:solidFill>
              </a:rPr>
              <a:t>//</a:t>
            </a:r>
            <a:r>
              <a:rPr lang="zh-CN" altLang="en-US" b="0" dirty="0">
                <a:solidFill>
                  <a:srgbClr val="00B050"/>
                </a:solidFill>
              </a:rPr>
              <a:t> </a:t>
            </a:r>
            <a:r>
              <a:rPr lang="en-US" altLang="zh-CN" b="0" dirty="0">
                <a:solidFill>
                  <a:srgbClr val="00B050"/>
                </a:solidFill>
              </a:rPr>
              <a:t>for</a:t>
            </a:r>
          </a:p>
          <a:p>
            <a:pPr>
              <a:lnSpc>
                <a:spcPct val="150000"/>
              </a:lnSpc>
            </a:pPr>
            <a:r>
              <a:rPr lang="en-US" altLang="zh-CN" b="0" dirty="0"/>
              <a:t>    ……</a:t>
            </a:r>
          </a:p>
          <a:p>
            <a:pPr>
              <a:lnSpc>
                <a:spcPct val="150000"/>
              </a:lnSpc>
            </a:pPr>
            <a:r>
              <a:rPr lang="en-US" altLang="zh-CN" b="0" dirty="0"/>
              <a:t>} </a:t>
            </a:r>
            <a:r>
              <a:rPr lang="en-US" altLang="zh-CN" b="0" dirty="0">
                <a:solidFill>
                  <a:srgbClr val="00B050"/>
                </a:solidFill>
              </a:rPr>
              <a:t>// func1</a:t>
            </a:r>
            <a:endParaRPr lang="zh-CN" altLang="en-US" b="0" dirty="0">
              <a:solidFill>
                <a:srgbClr val="00B050"/>
              </a:solidFill>
            </a:endParaRPr>
          </a:p>
        </p:txBody>
      </p:sp>
      <p:cxnSp>
        <p:nvCxnSpPr>
          <p:cNvPr id="25" name="直接箭头连接符 24">
            <a:extLst>
              <a:ext uri="{FF2B5EF4-FFF2-40B4-BE49-F238E27FC236}">
                <a16:creationId xmlns:a16="http://schemas.microsoft.com/office/drawing/2014/main" id="{C77CEB97-6753-433E-B90B-9A953467BDE8}"/>
              </a:ext>
            </a:extLst>
          </p:cNvPr>
          <p:cNvCxnSpPr/>
          <p:nvPr/>
        </p:nvCxnSpPr>
        <p:spPr>
          <a:xfrm>
            <a:off x="5983097" y="1539337"/>
            <a:ext cx="500066" cy="1588"/>
          </a:xfrm>
          <a:prstGeom prst="straightConnector1">
            <a:avLst/>
          </a:prstGeom>
          <a:noFill/>
          <a:ln w="28575" cap="flat" cmpd="sng" algn="ctr">
            <a:solidFill>
              <a:srgbClr val="7030A0"/>
            </a:solidFill>
            <a:prstDash val="solid"/>
            <a:tailEnd type="arrow"/>
          </a:ln>
          <a:effectLst/>
        </p:spPr>
      </p:cxnSp>
    </p:spTree>
    <p:extLst>
      <p:ext uri="{BB962C8B-B14F-4D97-AF65-F5344CB8AC3E}">
        <p14:creationId xmlns:p14="http://schemas.microsoft.com/office/powerpoint/2010/main" val="40612015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B5D2FE-9870-4B46-B26B-7E21559349EC}"/>
              </a:ext>
            </a:extLst>
          </p:cNvPr>
          <p:cNvSpPr>
            <a:spLocks noGrp="1"/>
          </p:cNvSpPr>
          <p:nvPr>
            <p:ph type="title"/>
          </p:nvPr>
        </p:nvSpPr>
        <p:spPr/>
        <p:txBody>
          <a:bodyPr/>
          <a:lstStyle/>
          <a:p>
            <a:r>
              <a:rPr lang="zh-CN" altLang="en-US" dirty="0"/>
              <a:t>递归算法设计</a:t>
            </a:r>
            <a:r>
              <a:rPr lang="en-US" altLang="zh-CN" dirty="0"/>
              <a:t>2</a:t>
            </a:r>
            <a:endParaRPr lang="zh-CN" altLang="en-US" dirty="0"/>
          </a:p>
        </p:txBody>
      </p:sp>
      <p:sp>
        <p:nvSpPr>
          <p:cNvPr id="3" name="内容占位符 2">
            <a:extLst>
              <a:ext uri="{FF2B5EF4-FFF2-40B4-BE49-F238E27FC236}">
                <a16:creationId xmlns:a16="http://schemas.microsoft.com/office/drawing/2014/main" id="{E5B45E34-F401-447F-A6A0-34ECD97512DA}"/>
              </a:ext>
            </a:extLst>
          </p:cNvPr>
          <p:cNvSpPr>
            <a:spLocks noGrp="1"/>
          </p:cNvSpPr>
          <p:nvPr>
            <p:ph idx="1"/>
          </p:nvPr>
        </p:nvSpPr>
        <p:spPr>
          <a:xfrm>
            <a:off x="323528" y="1674481"/>
            <a:ext cx="8496944" cy="685701"/>
          </a:xfrm>
        </p:spPr>
        <p:txBody>
          <a:bodyPr/>
          <a:lstStyle/>
          <a:p>
            <a:r>
              <a:rPr lang="zh-CN" altLang="en-US" dirty="0"/>
              <a:t>子表及表尾的处理和整个广义表的处理是相似的。</a:t>
            </a:r>
          </a:p>
        </p:txBody>
      </p:sp>
      <p:graphicFrame>
        <p:nvGraphicFramePr>
          <p:cNvPr id="18" name="表格 17">
            <a:extLst>
              <a:ext uri="{FF2B5EF4-FFF2-40B4-BE49-F238E27FC236}">
                <a16:creationId xmlns:a16="http://schemas.microsoft.com/office/drawing/2014/main" id="{BDEBD6D4-4182-481E-ACFE-3A9427B56077}"/>
              </a:ext>
            </a:extLst>
          </p:cNvPr>
          <p:cNvGraphicFramePr>
            <a:graphicFrameLocks noGrp="1"/>
          </p:cNvGraphicFramePr>
          <p:nvPr>
            <p:extLst>
              <p:ext uri="{D42A27DB-BD31-4B8C-83A1-F6EECF244321}">
                <p14:modId xmlns:p14="http://schemas.microsoft.com/office/powerpoint/2010/main" val="2777869054"/>
              </p:ext>
            </p:extLst>
          </p:nvPr>
        </p:nvGraphicFramePr>
        <p:xfrm>
          <a:off x="3196707" y="1167926"/>
          <a:ext cx="1214755" cy="434340"/>
        </p:xfrm>
        <a:graphic>
          <a:graphicData uri="http://schemas.openxmlformats.org/drawingml/2006/table">
            <a:tbl>
              <a:tblPr firstRow="1" bandRow="1"/>
              <a:tblGrid>
                <a:gridCol w="360045">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357505">
                  <a:extLst>
                    <a:ext uri="{9D8B030D-6E8A-4147-A177-3AD203B41FA5}">
                      <a16:colId xmlns:a16="http://schemas.microsoft.com/office/drawing/2014/main" val="20002"/>
                    </a:ext>
                  </a:extLst>
                </a:gridCol>
              </a:tblGrid>
              <a:tr h="434340">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endParaRPr lang="zh-CN" altLang="en-US" sz="2000" dirty="0">
                        <a:latin typeface="楷体" panose="02010609060101010101" pitchFamily="49" charset="-122"/>
                        <a:ea typeface="微软雅黑" panose="020B0503020204020204" charset="-122"/>
                        <a:cs typeface="思源黑体 CN Bold" panose="020B0800000000000000" charset="-122"/>
                      </a:endParaRP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bl>
          </a:graphicData>
        </a:graphic>
      </p:graphicFrame>
      <p:cxnSp>
        <p:nvCxnSpPr>
          <p:cNvPr id="19" name="直接箭头连接符 18">
            <a:extLst>
              <a:ext uri="{FF2B5EF4-FFF2-40B4-BE49-F238E27FC236}">
                <a16:creationId xmlns:a16="http://schemas.microsoft.com/office/drawing/2014/main" id="{87BE04E9-956D-44A9-90DB-F3A504EAC02D}"/>
              </a:ext>
            </a:extLst>
          </p:cNvPr>
          <p:cNvCxnSpPr/>
          <p:nvPr/>
        </p:nvCxnSpPr>
        <p:spPr>
          <a:xfrm>
            <a:off x="4242702" y="1370918"/>
            <a:ext cx="500066" cy="1588"/>
          </a:xfrm>
          <a:prstGeom prst="straightConnector1">
            <a:avLst/>
          </a:prstGeom>
          <a:noFill/>
          <a:ln w="28575" cap="flat" cmpd="sng" algn="ctr">
            <a:solidFill>
              <a:srgbClr val="7030A0"/>
            </a:solidFill>
            <a:prstDash val="solid"/>
            <a:tailEnd type="arrow"/>
          </a:ln>
          <a:effectLst/>
        </p:spPr>
      </p:cxnSp>
      <p:sp>
        <p:nvSpPr>
          <p:cNvPr id="21" name="TextBox 11">
            <a:extLst>
              <a:ext uri="{FF2B5EF4-FFF2-40B4-BE49-F238E27FC236}">
                <a16:creationId xmlns:a16="http://schemas.microsoft.com/office/drawing/2014/main" id="{A3BEC411-480F-4571-98EC-F0319978FA43}"/>
              </a:ext>
            </a:extLst>
          </p:cNvPr>
          <p:cNvSpPr txBox="1"/>
          <p:nvPr/>
        </p:nvSpPr>
        <p:spPr>
          <a:xfrm>
            <a:off x="3125571" y="776846"/>
            <a:ext cx="1428760" cy="400110"/>
          </a:xfrm>
          <a:prstGeom prst="rect">
            <a:avLst/>
          </a:prstGeom>
          <a:noFill/>
        </p:spPr>
        <p:txBody>
          <a:bodyPr wrap="square" rtlCol="0">
            <a:spAutoFit/>
          </a:bodyPr>
          <a:lstStyle/>
          <a:p>
            <a:pPr algn="ctr" eaLnBrk="1" hangingPunct="1">
              <a:defRPr/>
            </a:pPr>
            <a:r>
              <a:rPr lang="zh-CN" altLang="en-US" sz="2000" dirty="0">
                <a:solidFill>
                  <a:srgbClr val="FF0000"/>
                </a:solidFill>
                <a:latin typeface="微软雅黑" panose="020B0503020204020204" charset="-122"/>
                <a:ea typeface="微软雅黑" panose="020B0503020204020204" charset="-122"/>
                <a:cs typeface="楷体" panose="02010609060101010101" pitchFamily="49" charset="-122"/>
              </a:rPr>
              <a:t>表头</a:t>
            </a:r>
          </a:p>
        </p:txBody>
      </p:sp>
      <p:sp>
        <p:nvSpPr>
          <p:cNvPr id="22" name="TextBox 12">
            <a:extLst>
              <a:ext uri="{FF2B5EF4-FFF2-40B4-BE49-F238E27FC236}">
                <a16:creationId xmlns:a16="http://schemas.microsoft.com/office/drawing/2014/main" id="{A08CF392-AA44-45F1-A3BE-DA53C7BE4FB1}"/>
              </a:ext>
            </a:extLst>
          </p:cNvPr>
          <p:cNvSpPr txBox="1"/>
          <p:nvPr/>
        </p:nvSpPr>
        <p:spPr>
          <a:xfrm>
            <a:off x="4768645" y="764704"/>
            <a:ext cx="1357321" cy="400110"/>
          </a:xfrm>
          <a:prstGeom prst="rect">
            <a:avLst/>
          </a:prstGeom>
          <a:noFill/>
        </p:spPr>
        <p:txBody>
          <a:bodyPr wrap="square" rtlCol="0">
            <a:spAutoFit/>
          </a:bodyPr>
          <a:lstStyle/>
          <a:p>
            <a:pPr algn="ctr" eaLnBrk="1" hangingPunct="1">
              <a:defRPr/>
            </a:pPr>
            <a:r>
              <a:rPr lang="zh-CN" altLang="en-US" sz="2000" dirty="0">
                <a:solidFill>
                  <a:srgbClr val="FF0000"/>
                </a:solidFill>
                <a:latin typeface="微软雅黑" panose="020B0503020204020204" charset="-122"/>
                <a:ea typeface="微软雅黑" panose="020B0503020204020204" charset="-122"/>
                <a:cs typeface="楷体" panose="02010609060101010101" pitchFamily="49" charset="-122"/>
              </a:rPr>
              <a:t>表尾</a:t>
            </a:r>
          </a:p>
        </p:txBody>
      </p:sp>
      <p:sp>
        <p:nvSpPr>
          <p:cNvPr id="26" name="TextBox 18">
            <a:extLst>
              <a:ext uri="{FF2B5EF4-FFF2-40B4-BE49-F238E27FC236}">
                <a16:creationId xmlns:a16="http://schemas.microsoft.com/office/drawing/2014/main" id="{27EB074F-6671-4ED2-A1B5-5A3D05CED4E0}"/>
              </a:ext>
            </a:extLst>
          </p:cNvPr>
          <p:cNvSpPr txBox="1"/>
          <p:nvPr/>
        </p:nvSpPr>
        <p:spPr>
          <a:xfrm>
            <a:off x="6626032" y="1102504"/>
            <a:ext cx="857256" cy="400110"/>
          </a:xfrm>
          <a:prstGeom prst="rect">
            <a:avLst/>
          </a:prstGeom>
          <a:noFill/>
        </p:spPr>
        <p:txBody>
          <a:bodyPr wrap="square" rtlCol="0">
            <a:spAutoFit/>
          </a:bodyPr>
          <a:lstStyle/>
          <a:p>
            <a:pPr eaLnBrk="1" hangingPunct="1">
              <a:defRPr/>
            </a:pPr>
            <a:r>
              <a:rPr lang="en-US" altLang="zh-CN" sz="2000">
                <a:solidFill>
                  <a:srgbClr val="0000FF"/>
                </a:solidFill>
                <a:latin typeface="微软雅黑" panose="020B0503020204020204" charset="-122"/>
                <a:ea typeface="微软雅黑" panose="020B0503020204020204" charset="-122"/>
                <a:cs typeface="思源黑体 CN Bold" panose="020B0800000000000000" charset="-122"/>
              </a:rPr>
              <a:t>…</a:t>
            </a:r>
          </a:p>
        </p:txBody>
      </p:sp>
      <p:cxnSp>
        <p:nvCxnSpPr>
          <p:cNvPr id="27" name="直接箭头连接符 26">
            <a:extLst>
              <a:ext uri="{FF2B5EF4-FFF2-40B4-BE49-F238E27FC236}">
                <a16:creationId xmlns:a16="http://schemas.microsoft.com/office/drawing/2014/main" id="{E73967F7-836C-4D15-BB13-9D8CBE751375}"/>
              </a:ext>
            </a:extLst>
          </p:cNvPr>
          <p:cNvCxnSpPr/>
          <p:nvPr/>
        </p:nvCxnSpPr>
        <p:spPr>
          <a:xfrm flipV="1">
            <a:off x="2696942" y="1399802"/>
            <a:ext cx="500066" cy="2146"/>
          </a:xfrm>
          <a:prstGeom prst="straightConnector1">
            <a:avLst/>
          </a:prstGeom>
          <a:noFill/>
          <a:ln w="28575" cap="flat" cmpd="sng" algn="ctr">
            <a:solidFill>
              <a:srgbClr val="FF0000"/>
            </a:solidFill>
            <a:prstDash val="solid"/>
            <a:tailEnd type="arrow"/>
          </a:ln>
          <a:effectLst/>
        </p:spPr>
      </p:cxnSp>
      <p:sp>
        <p:nvSpPr>
          <p:cNvPr id="28" name="TextBox 20">
            <a:extLst>
              <a:ext uri="{FF2B5EF4-FFF2-40B4-BE49-F238E27FC236}">
                <a16:creationId xmlns:a16="http://schemas.microsoft.com/office/drawing/2014/main" id="{E926219F-AE4B-425D-B09D-80325C805BDB}"/>
              </a:ext>
            </a:extLst>
          </p:cNvPr>
          <p:cNvSpPr txBox="1"/>
          <p:nvPr/>
        </p:nvSpPr>
        <p:spPr>
          <a:xfrm>
            <a:off x="2339752" y="1183778"/>
            <a:ext cx="500066" cy="400110"/>
          </a:xfrm>
          <a:prstGeom prst="rect">
            <a:avLst/>
          </a:prstGeom>
          <a:noFill/>
        </p:spPr>
        <p:txBody>
          <a:bodyPr wrap="square" rtlCol="0">
            <a:spAutoFit/>
          </a:bodyPr>
          <a:lstStyle/>
          <a:p>
            <a:pPr eaLnBrk="1" hangingPunct="1">
              <a:defRPr/>
            </a:pPr>
            <a:r>
              <a:rPr lang="en-US" altLang="zh-CN" sz="2000" dirty="0">
                <a:solidFill>
                  <a:srgbClr val="8064A2">
                    <a:lumMod val="50000"/>
                  </a:srgbClr>
                </a:solidFill>
                <a:latin typeface="微软雅黑" panose="020B0503020204020204" charset="-122"/>
                <a:ea typeface="微软雅黑" panose="020B0503020204020204" charset="-122"/>
                <a:cs typeface="思源黑体 CN Bold" panose="020B0800000000000000" charset="-122"/>
              </a:rPr>
              <a:t>L</a:t>
            </a:r>
          </a:p>
        </p:txBody>
      </p:sp>
      <p:graphicFrame>
        <p:nvGraphicFramePr>
          <p:cNvPr id="29" name="表格 28">
            <a:extLst>
              <a:ext uri="{FF2B5EF4-FFF2-40B4-BE49-F238E27FC236}">
                <a16:creationId xmlns:a16="http://schemas.microsoft.com/office/drawing/2014/main" id="{1B8AA794-052F-4715-96FD-F77C3073145C}"/>
              </a:ext>
            </a:extLst>
          </p:cNvPr>
          <p:cNvGraphicFramePr>
            <a:graphicFrameLocks noGrp="1"/>
          </p:cNvGraphicFramePr>
          <p:nvPr>
            <p:extLst>
              <p:ext uri="{D42A27DB-BD31-4B8C-83A1-F6EECF244321}">
                <p14:modId xmlns:p14="http://schemas.microsoft.com/office/powerpoint/2010/main" val="645935064"/>
              </p:ext>
            </p:extLst>
          </p:nvPr>
        </p:nvGraphicFramePr>
        <p:xfrm>
          <a:off x="4914176" y="1166765"/>
          <a:ext cx="1214755" cy="434340"/>
        </p:xfrm>
        <a:graphic>
          <a:graphicData uri="http://schemas.openxmlformats.org/drawingml/2006/table">
            <a:tbl>
              <a:tblPr firstRow="1" bandRow="1"/>
              <a:tblGrid>
                <a:gridCol w="360045">
                  <a:extLst>
                    <a:ext uri="{9D8B030D-6E8A-4147-A177-3AD203B41FA5}">
                      <a16:colId xmlns:a16="http://schemas.microsoft.com/office/drawing/2014/main" val="20000"/>
                    </a:ext>
                  </a:extLst>
                </a:gridCol>
                <a:gridCol w="497205">
                  <a:extLst>
                    <a:ext uri="{9D8B030D-6E8A-4147-A177-3AD203B41FA5}">
                      <a16:colId xmlns:a16="http://schemas.microsoft.com/office/drawing/2014/main" val="20001"/>
                    </a:ext>
                  </a:extLst>
                </a:gridCol>
                <a:gridCol w="357505">
                  <a:extLst>
                    <a:ext uri="{9D8B030D-6E8A-4147-A177-3AD203B41FA5}">
                      <a16:colId xmlns:a16="http://schemas.microsoft.com/office/drawing/2014/main" val="20002"/>
                    </a:ext>
                  </a:extLst>
                </a:gridCol>
              </a:tblGrid>
              <a:tr h="434340">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r>
                        <a:rPr lang="en-US" altLang="zh-CN" sz="2000">
                          <a:latin typeface="微软雅黑" panose="020B0503020204020204" charset="-122"/>
                          <a:ea typeface="微软雅黑" panose="020B0503020204020204" charset="-122"/>
                          <a:cs typeface="思源黑体 CN Bold" panose="020B0800000000000000" charset="-122"/>
                        </a:rPr>
                        <a:t>*</a:t>
                      </a: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思源黑体 CN Bold"/>
                        </a:defRPr>
                      </a:lvl1pPr>
                      <a:lvl2pPr marL="457200" algn="l" defTabSz="914400" rtl="0" eaLnBrk="1" latinLnBrk="0" hangingPunct="1">
                        <a:defRPr sz="1800" kern="1200">
                          <a:solidFill>
                            <a:schemeClr val="tx1"/>
                          </a:solidFill>
                          <a:latin typeface="思源黑体 CN Bold"/>
                        </a:defRPr>
                      </a:lvl2pPr>
                      <a:lvl3pPr marL="914400" algn="l" defTabSz="914400" rtl="0" eaLnBrk="1" latinLnBrk="0" hangingPunct="1">
                        <a:defRPr sz="1800" kern="1200">
                          <a:solidFill>
                            <a:schemeClr val="tx1"/>
                          </a:solidFill>
                          <a:latin typeface="思源黑体 CN Bold"/>
                        </a:defRPr>
                      </a:lvl3pPr>
                      <a:lvl4pPr marL="1371600" algn="l" defTabSz="914400" rtl="0" eaLnBrk="1" latinLnBrk="0" hangingPunct="1">
                        <a:defRPr sz="1800" kern="1200">
                          <a:solidFill>
                            <a:schemeClr val="tx1"/>
                          </a:solidFill>
                          <a:latin typeface="思源黑体 CN Bold"/>
                        </a:defRPr>
                      </a:lvl4pPr>
                      <a:lvl5pPr marL="1828800" algn="l" defTabSz="914400" rtl="0" eaLnBrk="1" latinLnBrk="0" hangingPunct="1">
                        <a:defRPr sz="1800" kern="1200">
                          <a:solidFill>
                            <a:schemeClr val="tx1"/>
                          </a:solidFill>
                          <a:latin typeface="思源黑体 CN Bold"/>
                        </a:defRPr>
                      </a:lvl5pPr>
                      <a:lvl6pPr marL="2286000" algn="l" defTabSz="914400" rtl="0" eaLnBrk="1" latinLnBrk="0" hangingPunct="1">
                        <a:defRPr sz="1800" kern="1200">
                          <a:solidFill>
                            <a:schemeClr val="tx1"/>
                          </a:solidFill>
                          <a:latin typeface="思源黑体 CN Bold"/>
                        </a:defRPr>
                      </a:lvl6pPr>
                      <a:lvl7pPr marL="2743200" algn="l" defTabSz="914400" rtl="0" eaLnBrk="1" latinLnBrk="0" hangingPunct="1">
                        <a:defRPr sz="1800" kern="1200">
                          <a:solidFill>
                            <a:schemeClr val="tx1"/>
                          </a:solidFill>
                          <a:latin typeface="思源黑体 CN Bold"/>
                        </a:defRPr>
                      </a:lvl7pPr>
                      <a:lvl8pPr marL="3200400" algn="l" defTabSz="914400" rtl="0" eaLnBrk="1" latinLnBrk="0" hangingPunct="1">
                        <a:defRPr sz="1800" kern="1200">
                          <a:solidFill>
                            <a:schemeClr val="tx1"/>
                          </a:solidFill>
                          <a:latin typeface="思源黑体 CN Bold"/>
                        </a:defRPr>
                      </a:lvl8pPr>
                      <a:lvl9pPr marL="3657600" algn="l" defTabSz="914400" rtl="0" eaLnBrk="1" latinLnBrk="0" hangingPunct="1">
                        <a:defRPr sz="1800" kern="1200">
                          <a:solidFill>
                            <a:schemeClr val="tx1"/>
                          </a:solidFill>
                          <a:latin typeface="思源黑体 CN Bold"/>
                        </a:defRPr>
                      </a:lvl9pPr>
                    </a:lstStyle>
                    <a:p>
                      <a:pPr algn="ctr"/>
                      <a:endParaRPr lang="zh-CN" altLang="en-US" sz="2000" dirty="0">
                        <a:latin typeface="楷体" panose="02010609060101010101" pitchFamily="49" charset="-122"/>
                        <a:ea typeface="微软雅黑" panose="020B0503020204020204" charset="-122"/>
                        <a:cs typeface="思源黑体 CN Bold" panose="020B0800000000000000" charset="-122"/>
                      </a:endParaRPr>
                    </a:p>
                  </a:txBody>
                  <a:tcPr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bl>
          </a:graphicData>
        </a:graphic>
      </p:graphicFrame>
      <p:sp>
        <p:nvSpPr>
          <p:cNvPr id="30" name="文本框 29">
            <a:extLst>
              <a:ext uri="{FF2B5EF4-FFF2-40B4-BE49-F238E27FC236}">
                <a16:creationId xmlns:a16="http://schemas.microsoft.com/office/drawing/2014/main" id="{55FD4D7E-6EE9-4097-96F1-BF687BEFE34A}"/>
              </a:ext>
            </a:extLst>
          </p:cNvPr>
          <p:cNvSpPr txBox="1"/>
          <p:nvPr/>
        </p:nvSpPr>
        <p:spPr>
          <a:xfrm>
            <a:off x="395536" y="2396015"/>
            <a:ext cx="8337537" cy="4457952"/>
          </a:xfrm>
          <a:prstGeom prst="rect">
            <a:avLst/>
          </a:prstGeom>
          <a:solidFill>
            <a:schemeClr val="bg2">
              <a:lumMod val="20000"/>
              <a:lumOff val="80000"/>
            </a:schemeClr>
          </a:solidFill>
        </p:spPr>
        <p:txBody>
          <a:bodyPr wrap="square" rtlCol="0">
            <a:spAutoFit/>
          </a:bodyPr>
          <a:lstStyle/>
          <a:p>
            <a:pPr>
              <a:lnSpc>
                <a:spcPct val="150000"/>
              </a:lnSpc>
            </a:pPr>
            <a:r>
              <a:rPr lang="en-US" altLang="zh-CN" b="0" dirty="0"/>
              <a:t>void </a:t>
            </a:r>
            <a:r>
              <a:rPr lang="en-US" altLang="zh-CN" dirty="0">
                <a:solidFill>
                  <a:srgbClr val="FF0000"/>
                </a:solidFill>
              </a:rPr>
              <a:t>func2</a:t>
            </a:r>
            <a:r>
              <a:rPr lang="en-US" altLang="zh-CN" b="0" dirty="0"/>
              <a:t>(</a:t>
            </a:r>
            <a:r>
              <a:rPr lang="en-US" altLang="zh-CN" b="0" dirty="0" err="1"/>
              <a:t>GList</a:t>
            </a:r>
            <a:r>
              <a:rPr lang="en-US" altLang="zh-CN" b="0" dirty="0"/>
              <a:t> L) {</a:t>
            </a:r>
            <a:endParaRPr lang="zh-CN" altLang="en-US" b="0" dirty="0">
              <a:solidFill>
                <a:srgbClr val="00B050"/>
              </a:solidFill>
            </a:endParaRPr>
          </a:p>
          <a:p>
            <a:pPr>
              <a:lnSpc>
                <a:spcPct val="150000"/>
              </a:lnSpc>
            </a:pPr>
            <a:r>
              <a:rPr lang="en-US" altLang="zh-CN" b="0" dirty="0"/>
              <a:t>    if (L!=NULL) {</a:t>
            </a:r>
          </a:p>
          <a:p>
            <a:pPr>
              <a:lnSpc>
                <a:spcPct val="150000"/>
              </a:lnSpc>
            </a:pPr>
            <a:r>
              <a:rPr lang="en-US" altLang="zh-CN" b="0" dirty="0"/>
              <a:t>        if (L-&gt;tag==1) </a:t>
            </a:r>
            <a:r>
              <a:rPr lang="en-US" altLang="zh-CN" dirty="0">
                <a:solidFill>
                  <a:srgbClr val="FF0000"/>
                </a:solidFill>
              </a:rPr>
              <a:t>func2</a:t>
            </a:r>
            <a:r>
              <a:rPr lang="en-US" altLang="zh-CN" b="0" dirty="0"/>
              <a:t>(L-&gt;</a:t>
            </a:r>
            <a:r>
              <a:rPr lang="en-US" altLang="zh-CN" b="0" dirty="0" err="1"/>
              <a:t>sublist</a:t>
            </a:r>
            <a:r>
              <a:rPr lang="en-US" altLang="zh-CN" b="0" dirty="0"/>
              <a:t>);  </a:t>
            </a:r>
            <a:r>
              <a:rPr lang="en-US" altLang="zh-CN" b="0" dirty="0">
                <a:solidFill>
                  <a:srgbClr val="00B050"/>
                </a:solidFill>
              </a:rPr>
              <a:t>// </a:t>
            </a:r>
            <a:r>
              <a:rPr lang="zh-CN" altLang="en-US" b="0" dirty="0">
                <a:solidFill>
                  <a:srgbClr val="00B050"/>
                </a:solidFill>
              </a:rPr>
              <a:t>递归处理表头的子表</a:t>
            </a:r>
          </a:p>
          <a:p>
            <a:pPr>
              <a:lnSpc>
                <a:spcPct val="150000"/>
              </a:lnSpc>
            </a:pPr>
            <a:r>
              <a:rPr lang="zh-CN" altLang="en-US" b="0" dirty="0"/>
              <a:t>        </a:t>
            </a:r>
            <a:r>
              <a:rPr lang="en-US" altLang="zh-CN" b="0" dirty="0"/>
              <a:t>else { </a:t>
            </a:r>
            <a:r>
              <a:rPr lang="zh-CN" altLang="en-US" b="0" dirty="0"/>
              <a:t>原子处理语句</a:t>
            </a:r>
            <a:r>
              <a:rPr lang="en-US" altLang="zh-CN" b="0" dirty="0"/>
              <a:t>; }	                </a:t>
            </a:r>
            <a:r>
              <a:rPr lang="en-US" altLang="zh-CN" b="0" dirty="0">
                <a:solidFill>
                  <a:srgbClr val="00B050"/>
                </a:solidFill>
              </a:rPr>
              <a:t>// </a:t>
            </a:r>
            <a:r>
              <a:rPr lang="zh-CN" altLang="en-US" b="0" dirty="0">
                <a:solidFill>
                  <a:srgbClr val="00B050"/>
                </a:solidFill>
              </a:rPr>
              <a:t>实现表头的原子操作</a:t>
            </a:r>
            <a:endParaRPr lang="en-US" altLang="zh-CN" b="0" dirty="0">
              <a:solidFill>
                <a:srgbClr val="00B050"/>
              </a:solidFill>
            </a:endParaRPr>
          </a:p>
          <a:p>
            <a:pPr>
              <a:lnSpc>
                <a:spcPct val="150000"/>
              </a:lnSpc>
            </a:pPr>
            <a:r>
              <a:rPr lang="en-US" altLang="zh-CN" b="0" dirty="0">
                <a:solidFill>
                  <a:srgbClr val="00B050"/>
                </a:solidFill>
              </a:rPr>
              <a:t>        </a:t>
            </a:r>
            <a:r>
              <a:rPr lang="en-US" altLang="zh-CN" dirty="0">
                <a:solidFill>
                  <a:srgbClr val="FF0000"/>
                </a:solidFill>
              </a:rPr>
              <a:t>func2</a:t>
            </a:r>
            <a:r>
              <a:rPr lang="en-US" altLang="zh-CN" b="0" dirty="0"/>
              <a:t>(</a:t>
            </a:r>
            <a:r>
              <a:rPr lang="en-US" altLang="zh-CN" b="0" dirty="0">
                <a:solidFill>
                  <a:srgbClr val="0000FF"/>
                </a:solidFill>
              </a:rPr>
              <a:t>L-&gt;link</a:t>
            </a:r>
            <a:r>
              <a:rPr lang="en-US" altLang="zh-CN" b="0" dirty="0"/>
              <a:t>);                               </a:t>
            </a:r>
            <a:r>
              <a:rPr lang="en-US" altLang="zh-CN" b="0" dirty="0">
                <a:solidFill>
                  <a:srgbClr val="00B050"/>
                </a:solidFill>
              </a:rPr>
              <a:t>// </a:t>
            </a:r>
            <a:r>
              <a:rPr lang="zh-CN" altLang="en-US" b="0" dirty="0">
                <a:solidFill>
                  <a:srgbClr val="00B050"/>
                </a:solidFill>
              </a:rPr>
              <a:t>递归处理表尾</a:t>
            </a:r>
          </a:p>
          <a:p>
            <a:pPr>
              <a:lnSpc>
                <a:spcPct val="150000"/>
              </a:lnSpc>
            </a:pPr>
            <a:r>
              <a:rPr lang="en-US" altLang="zh-CN" b="0" dirty="0"/>
              <a:t>    } </a:t>
            </a:r>
            <a:r>
              <a:rPr lang="en-US" altLang="zh-CN" b="0" dirty="0">
                <a:solidFill>
                  <a:srgbClr val="00B050"/>
                </a:solidFill>
              </a:rPr>
              <a:t>//</a:t>
            </a:r>
            <a:r>
              <a:rPr lang="zh-CN" altLang="en-US" b="0" dirty="0">
                <a:solidFill>
                  <a:srgbClr val="00B050"/>
                </a:solidFill>
              </a:rPr>
              <a:t> </a:t>
            </a:r>
            <a:r>
              <a:rPr lang="en-US" altLang="zh-CN" b="0" dirty="0">
                <a:solidFill>
                  <a:srgbClr val="00B050"/>
                </a:solidFill>
              </a:rPr>
              <a:t>if</a:t>
            </a:r>
          </a:p>
          <a:p>
            <a:pPr>
              <a:lnSpc>
                <a:spcPct val="150000"/>
              </a:lnSpc>
            </a:pPr>
            <a:r>
              <a:rPr lang="en-US" altLang="zh-CN" b="0" dirty="0"/>
              <a:t>    ……</a:t>
            </a:r>
          </a:p>
          <a:p>
            <a:pPr>
              <a:lnSpc>
                <a:spcPct val="150000"/>
              </a:lnSpc>
            </a:pPr>
            <a:r>
              <a:rPr lang="en-US" altLang="zh-CN" b="0" dirty="0"/>
              <a:t>} </a:t>
            </a:r>
            <a:r>
              <a:rPr lang="en-US" altLang="zh-CN" b="0" dirty="0">
                <a:solidFill>
                  <a:srgbClr val="00B050"/>
                </a:solidFill>
              </a:rPr>
              <a:t>// func2</a:t>
            </a:r>
            <a:endParaRPr lang="zh-CN" altLang="en-US" b="0" dirty="0">
              <a:solidFill>
                <a:srgbClr val="00B050"/>
              </a:solidFill>
            </a:endParaRPr>
          </a:p>
        </p:txBody>
      </p:sp>
      <p:cxnSp>
        <p:nvCxnSpPr>
          <p:cNvPr id="25" name="直接箭头连接符 24">
            <a:extLst>
              <a:ext uri="{FF2B5EF4-FFF2-40B4-BE49-F238E27FC236}">
                <a16:creationId xmlns:a16="http://schemas.microsoft.com/office/drawing/2014/main" id="{C77CEB97-6753-433E-B90B-9A953467BDE8}"/>
              </a:ext>
            </a:extLst>
          </p:cNvPr>
          <p:cNvCxnSpPr/>
          <p:nvPr/>
        </p:nvCxnSpPr>
        <p:spPr>
          <a:xfrm>
            <a:off x="5983097" y="1382347"/>
            <a:ext cx="500066" cy="1588"/>
          </a:xfrm>
          <a:prstGeom prst="straightConnector1">
            <a:avLst/>
          </a:prstGeom>
          <a:noFill/>
          <a:ln w="28575" cap="flat" cmpd="sng" algn="ctr">
            <a:solidFill>
              <a:srgbClr val="7030A0"/>
            </a:solidFill>
            <a:prstDash val="solid"/>
            <a:tailEnd type="arrow"/>
          </a:ln>
          <a:effectLst/>
        </p:spPr>
      </p:cxnSp>
    </p:spTree>
    <p:extLst>
      <p:ext uri="{BB962C8B-B14F-4D97-AF65-F5344CB8AC3E}">
        <p14:creationId xmlns:p14="http://schemas.microsoft.com/office/powerpoint/2010/main" val="34338888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6789F-A04B-4680-912E-044E121EF632}"/>
              </a:ext>
            </a:extLst>
          </p:cNvPr>
          <p:cNvSpPr>
            <a:spLocks noGrp="1"/>
          </p:cNvSpPr>
          <p:nvPr>
            <p:ph type="title"/>
          </p:nvPr>
        </p:nvSpPr>
        <p:spPr/>
        <p:txBody>
          <a:bodyPr/>
          <a:lstStyle/>
          <a:p>
            <a:r>
              <a:rPr lang="zh-CN" altLang="en-US" dirty="0"/>
              <a:t>广义表基本算法设计</a:t>
            </a:r>
          </a:p>
        </p:txBody>
      </p:sp>
      <p:sp>
        <p:nvSpPr>
          <p:cNvPr id="3" name="内容占位符 2">
            <a:extLst>
              <a:ext uri="{FF2B5EF4-FFF2-40B4-BE49-F238E27FC236}">
                <a16:creationId xmlns:a16="http://schemas.microsoft.com/office/drawing/2014/main" id="{1901300A-9FE5-45DD-96BF-888681029768}"/>
              </a:ext>
            </a:extLst>
          </p:cNvPr>
          <p:cNvSpPr>
            <a:spLocks noGrp="1"/>
          </p:cNvSpPr>
          <p:nvPr>
            <p:ph idx="1"/>
          </p:nvPr>
        </p:nvSpPr>
        <p:spPr/>
        <p:txBody>
          <a:bodyPr/>
          <a:lstStyle/>
          <a:p>
            <a:r>
              <a:rPr lang="zh-CN" altLang="en-US" sz="3200" dirty="0"/>
              <a:t>求广义表的</a:t>
            </a:r>
            <a:r>
              <a:rPr lang="zh-CN" altLang="en-US" sz="3200" dirty="0">
                <a:solidFill>
                  <a:srgbClr val="0000FF"/>
                </a:solidFill>
              </a:rPr>
              <a:t>长度</a:t>
            </a:r>
            <a:endParaRPr lang="en-US" altLang="zh-CN" sz="3200" dirty="0">
              <a:solidFill>
                <a:srgbClr val="0000FF"/>
              </a:solidFill>
            </a:endParaRPr>
          </a:p>
          <a:p>
            <a:r>
              <a:rPr lang="zh-CN" altLang="en-US" sz="3200" dirty="0"/>
              <a:t>求广义表的</a:t>
            </a:r>
            <a:r>
              <a:rPr lang="zh-CN" altLang="en-US" sz="3200" dirty="0">
                <a:solidFill>
                  <a:srgbClr val="0000FF"/>
                </a:solidFill>
              </a:rPr>
              <a:t>深度</a:t>
            </a:r>
            <a:endParaRPr lang="en-US" altLang="zh-CN" sz="3200" dirty="0">
              <a:solidFill>
                <a:srgbClr val="0000FF"/>
              </a:solidFill>
            </a:endParaRPr>
          </a:p>
          <a:p>
            <a:r>
              <a:rPr lang="zh-CN" altLang="en-US" sz="3200" dirty="0">
                <a:solidFill>
                  <a:srgbClr val="0000FF"/>
                </a:solidFill>
              </a:rPr>
              <a:t>复制</a:t>
            </a:r>
            <a:r>
              <a:rPr lang="zh-CN" altLang="en-US" sz="3200" dirty="0"/>
              <a:t>广义表</a:t>
            </a:r>
            <a:endParaRPr lang="en-US" altLang="zh-CN" sz="3200" dirty="0"/>
          </a:p>
          <a:p>
            <a:r>
              <a:rPr lang="zh-CN" altLang="en-US" sz="3200" dirty="0">
                <a:solidFill>
                  <a:srgbClr val="0000FF"/>
                </a:solidFill>
              </a:rPr>
              <a:t>输出</a:t>
            </a:r>
            <a:r>
              <a:rPr lang="zh-CN" altLang="en-US" sz="3200" dirty="0"/>
              <a:t>广义表</a:t>
            </a:r>
            <a:endParaRPr lang="en-US" altLang="zh-CN" sz="3200" dirty="0"/>
          </a:p>
          <a:p>
            <a:r>
              <a:rPr lang="zh-CN" altLang="en-US" sz="3200" dirty="0">
                <a:solidFill>
                  <a:srgbClr val="0000FF"/>
                </a:solidFill>
              </a:rPr>
              <a:t>建立</a:t>
            </a:r>
            <a:r>
              <a:rPr lang="zh-CN" altLang="en-US" sz="3200" dirty="0"/>
              <a:t>广义表</a:t>
            </a:r>
          </a:p>
        </p:txBody>
      </p:sp>
      <p:sp>
        <p:nvSpPr>
          <p:cNvPr id="4" name="云形 3">
            <a:extLst>
              <a:ext uri="{FF2B5EF4-FFF2-40B4-BE49-F238E27FC236}">
                <a16:creationId xmlns:a16="http://schemas.microsoft.com/office/drawing/2014/main" id="{EDC7D4F3-B41E-4EB1-9BD6-2E1003D3CD84}"/>
              </a:ext>
            </a:extLst>
          </p:cNvPr>
          <p:cNvSpPr/>
          <p:nvPr/>
        </p:nvSpPr>
        <p:spPr bwMode="auto">
          <a:xfrm>
            <a:off x="4211960" y="3717032"/>
            <a:ext cx="3528392" cy="2520280"/>
          </a:xfrm>
          <a:prstGeom prst="cloud">
            <a:avLst/>
          </a:prstGeom>
          <a:solidFill>
            <a:srgbClr val="FFFF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R="0" algn="r" defTabSz="914400" rtl="0" eaLnBrk="0" fontAlgn="base" latinLnBrk="0" hangingPunct="0">
              <a:lnSpc>
                <a:spcPct val="150000"/>
              </a:lnSpc>
              <a:spcBef>
                <a:spcPts val="0"/>
              </a:spcBef>
              <a:spcAft>
                <a:spcPct val="0"/>
              </a:spcAft>
              <a:buClrTx/>
              <a:buSzTx/>
              <a:buFontTx/>
              <a:buNone/>
            </a:pPr>
            <a:r>
              <a:rPr kumimoji="1" lang="zh-CN" altLang="en-US" sz="2800" b="0" i="0" u="none" strike="noStrike" cap="none" normalizeH="0" baseline="0" dirty="0">
                <a:ln>
                  <a:noFill/>
                </a:ln>
                <a:solidFill>
                  <a:schemeClr val="tx1"/>
                </a:solidFill>
                <a:effectLst/>
                <a:latin typeface="+mn-ea"/>
                <a:ea typeface="+mn-ea"/>
              </a:rPr>
              <a:t>练习编写递归算法完成这些操作！</a:t>
            </a:r>
          </a:p>
        </p:txBody>
      </p:sp>
    </p:spTree>
    <p:extLst>
      <p:ext uri="{BB962C8B-B14F-4D97-AF65-F5344CB8AC3E}">
        <p14:creationId xmlns:p14="http://schemas.microsoft.com/office/powerpoint/2010/main" val="11937615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9" name="Comment 3"/>
          <p:cNvSpPr>
            <a:spLocks noChangeArrowheads="1"/>
          </p:cNvSpPr>
          <p:nvPr/>
        </p:nvSpPr>
        <p:spPr bwMode="auto">
          <a:xfrm>
            <a:off x="900113" y="198438"/>
            <a:ext cx="1676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sp>
        <p:nvSpPr>
          <p:cNvPr id="6" name="文本框 5">
            <a:extLst>
              <a:ext uri="{FF2B5EF4-FFF2-40B4-BE49-F238E27FC236}">
                <a16:creationId xmlns:a16="http://schemas.microsoft.com/office/drawing/2014/main" id="{9FA09224-3DC3-4259-BBBB-4398C310A992}"/>
              </a:ext>
            </a:extLst>
          </p:cNvPr>
          <p:cNvSpPr txBox="1"/>
          <p:nvPr/>
        </p:nvSpPr>
        <p:spPr>
          <a:xfrm>
            <a:off x="269576" y="732355"/>
            <a:ext cx="8622903" cy="583294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zh-CN" altLang="en-US" sz="2800" b="0" dirty="0">
                <a:solidFill>
                  <a:srgbClr val="0000FF"/>
                </a:solidFill>
              </a:rPr>
              <a:t>多维数组</a:t>
            </a:r>
            <a:r>
              <a:rPr lang="zh-CN" altLang="en-US" sz="2800" b="0" dirty="0"/>
              <a:t>可以看成线性表的推广。数组一般采用顺序存储结构，存储多维数组时，应先将其转换为一维结构。掌握两种不同转换方法下地址的计算。</a:t>
            </a:r>
          </a:p>
          <a:p>
            <a:pPr marL="457200" indent="-457200">
              <a:lnSpc>
                <a:spcPct val="150000"/>
              </a:lnSpc>
              <a:buFont typeface="Arial" panose="020B0604020202020204" pitchFamily="34" charset="0"/>
              <a:buChar char="•"/>
            </a:pPr>
            <a:r>
              <a:rPr lang="zh-CN" altLang="en-US" sz="2800" b="0" dirty="0"/>
              <a:t>掌握</a:t>
            </a:r>
            <a:r>
              <a:rPr lang="zh-CN" altLang="en-US" sz="2800" b="0" dirty="0">
                <a:solidFill>
                  <a:srgbClr val="0000FF"/>
                </a:solidFill>
              </a:rPr>
              <a:t>对称矩阵</a:t>
            </a:r>
            <a:r>
              <a:rPr lang="zh-CN" altLang="en-US" sz="2800" b="0" dirty="0"/>
              <a:t>、</a:t>
            </a:r>
            <a:r>
              <a:rPr lang="zh-CN" altLang="en-US" sz="2800" b="0" dirty="0">
                <a:solidFill>
                  <a:srgbClr val="0000FF"/>
                </a:solidFill>
              </a:rPr>
              <a:t>三角矩阵</a:t>
            </a:r>
            <a:r>
              <a:rPr lang="zh-CN" altLang="en-US" sz="2800" b="0" dirty="0"/>
              <a:t>和</a:t>
            </a:r>
            <a:r>
              <a:rPr lang="zh-CN" altLang="en-US" sz="2800" b="0" dirty="0">
                <a:solidFill>
                  <a:srgbClr val="0000FF"/>
                </a:solidFill>
              </a:rPr>
              <a:t>对角矩阵</a:t>
            </a:r>
            <a:r>
              <a:rPr lang="zh-CN" altLang="en-US" sz="2800" b="0" dirty="0"/>
              <a:t>在压缩存储时的地址计算方法。了解</a:t>
            </a:r>
            <a:r>
              <a:rPr lang="zh-CN" altLang="en-US" sz="2800" b="0" dirty="0">
                <a:solidFill>
                  <a:srgbClr val="0000FF"/>
                </a:solidFill>
              </a:rPr>
              <a:t>稀疏矩阵</a:t>
            </a:r>
            <a:r>
              <a:rPr lang="zh-CN" altLang="en-US" sz="2800" b="0" dirty="0"/>
              <a:t>的两类压缩存储方法的特点和适用范围。</a:t>
            </a:r>
          </a:p>
          <a:p>
            <a:pPr marL="457200" indent="-457200">
              <a:lnSpc>
                <a:spcPct val="150000"/>
              </a:lnSpc>
              <a:buFont typeface="Arial" panose="020B0604020202020204" pitchFamily="34" charset="0"/>
              <a:buChar char="•"/>
            </a:pPr>
            <a:r>
              <a:rPr lang="zh-CN" altLang="en-US" sz="2800" b="0" dirty="0">
                <a:solidFill>
                  <a:srgbClr val="0000FF"/>
                </a:solidFill>
              </a:rPr>
              <a:t>广义表</a:t>
            </a:r>
            <a:r>
              <a:rPr lang="zh-CN" altLang="en-US" sz="2800" b="0" dirty="0"/>
              <a:t>是线性表的推广，线性表可看成广义表的特例。掌握广义表的相关计算，取表头和取表尾、求长度和深度。</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WFhMTY5OThhYzNhNzU1MTc0NWE5MGI0MTgxN2E5MWE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385*40"/>
  <p:tag name="TABLE_ENDDRAG_RECT" val="321*160*385*4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bu10t2jf">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ixel">
  <a:themeElements>
    <a:clrScheme name="">
      <a:dk1>
        <a:srgbClr val="000099"/>
      </a:dk1>
      <a:lt1>
        <a:srgbClr val="FFFFFF"/>
      </a:lt1>
      <a:dk2>
        <a:srgbClr val="CC0000"/>
      </a:dk2>
      <a:lt2>
        <a:srgbClr val="0000CC"/>
      </a:lt2>
      <a:accent1>
        <a:srgbClr val="CCFFCC"/>
      </a:accent1>
      <a:accent2>
        <a:srgbClr val="3366FF"/>
      </a:accent2>
      <a:accent3>
        <a:srgbClr val="FFFFFF"/>
      </a:accent3>
      <a:accent4>
        <a:srgbClr val="000082"/>
      </a:accent4>
      <a:accent5>
        <a:srgbClr val="E2FFE2"/>
      </a:accent5>
      <a:accent6>
        <a:srgbClr val="2D5CE7"/>
      </a:accent6>
      <a:hlink>
        <a:srgbClr val="800000"/>
      </a:hlink>
      <a:folHlink>
        <a:srgbClr val="E1E1E1"/>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99"/>
        </a:dk1>
        <a:lt1>
          <a:srgbClr val="FFFFFF"/>
        </a:lt1>
        <a:dk2>
          <a:srgbClr val="CC0000"/>
        </a:dk2>
        <a:lt2>
          <a:srgbClr val="808080"/>
        </a:lt2>
        <a:accent1>
          <a:srgbClr val="FFCC66"/>
        </a:accent1>
        <a:accent2>
          <a:srgbClr val="CC0000"/>
        </a:accent2>
        <a:accent3>
          <a:srgbClr val="FFFFFF"/>
        </a:accent3>
        <a:accent4>
          <a:srgbClr val="000082"/>
        </a:accent4>
        <a:accent5>
          <a:srgbClr val="FFE2B8"/>
        </a:accent5>
        <a:accent6>
          <a:srgbClr val="B90000"/>
        </a:accent6>
        <a:hlink>
          <a:srgbClr val="0000CC"/>
        </a:hlink>
        <a:folHlink>
          <a:srgbClr val="00CC00"/>
        </a:folHlink>
      </a:clrScheme>
      <a:clrMap bg1="lt1" tx1="dk1" bg2="lt2" tx2="dk2" accent1="accent1" accent2="accent2" accent3="accent3" accent4="accent4" accent5="accent5" accent6="accent6" hlink="hlink" folHlink="folHlink"/>
    </a:extraClrScheme>
    <a:extraClrScheme>
      <a:clrScheme name="Pixel 14">
        <a:dk1>
          <a:srgbClr val="000099"/>
        </a:dk1>
        <a:lt1>
          <a:srgbClr val="FFFFFF"/>
        </a:lt1>
        <a:dk2>
          <a:srgbClr val="CC0000"/>
        </a:dk2>
        <a:lt2>
          <a:srgbClr val="0000CC"/>
        </a:lt2>
        <a:accent1>
          <a:srgbClr val="FFCC66"/>
        </a:accent1>
        <a:accent2>
          <a:srgbClr val="CC0000"/>
        </a:accent2>
        <a:accent3>
          <a:srgbClr val="FFFFFF"/>
        </a:accent3>
        <a:accent4>
          <a:srgbClr val="000082"/>
        </a:accent4>
        <a:accent5>
          <a:srgbClr val="FFE2B8"/>
        </a:accent5>
        <a:accent6>
          <a:srgbClr val="B90000"/>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5">
        <a:dk1>
          <a:srgbClr val="000099"/>
        </a:dk1>
        <a:lt1>
          <a:srgbClr val="FFFFFF"/>
        </a:lt1>
        <a:dk2>
          <a:srgbClr val="CC0000"/>
        </a:dk2>
        <a:lt2>
          <a:srgbClr val="0000CC"/>
        </a:lt2>
        <a:accent1>
          <a:srgbClr val="FFCC66"/>
        </a:accent1>
        <a:accent2>
          <a:srgbClr val="99FFCC"/>
        </a:accent2>
        <a:accent3>
          <a:srgbClr val="FFFFFF"/>
        </a:accent3>
        <a:accent4>
          <a:srgbClr val="000082"/>
        </a:accent4>
        <a:accent5>
          <a:srgbClr val="FFE2B8"/>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6">
        <a:dk1>
          <a:srgbClr val="000099"/>
        </a:dk1>
        <a:lt1>
          <a:srgbClr val="FFFFFF"/>
        </a:lt1>
        <a:dk2>
          <a:srgbClr val="CC0000"/>
        </a:dk2>
        <a:lt2>
          <a:srgbClr val="0000CC"/>
        </a:lt2>
        <a:accent1>
          <a:srgbClr val="99FFCC"/>
        </a:accent1>
        <a:accent2>
          <a:srgbClr val="99FFCC"/>
        </a:accent2>
        <a:accent3>
          <a:srgbClr val="FFFFFF"/>
        </a:accent3>
        <a:accent4>
          <a:srgbClr val="000082"/>
        </a:accent4>
        <a:accent5>
          <a:srgbClr val="CAFFE2"/>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10460</TotalTime>
  <Words>6316</Words>
  <Application>Microsoft Office PowerPoint</Application>
  <PresentationFormat>全屏显示(4:3)</PresentationFormat>
  <Paragraphs>721</Paragraphs>
  <Slides>78</Slides>
  <Notes>2</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5</vt:i4>
      </vt:variant>
      <vt:variant>
        <vt:lpstr>幻灯片标题</vt:lpstr>
      </vt:variant>
      <vt:variant>
        <vt:i4>78</vt:i4>
      </vt:variant>
    </vt:vector>
  </HeadingPairs>
  <TitlesOfParts>
    <vt:vector size="102" baseType="lpstr">
      <vt:lpstr>仿宋_GB2312</vt:lpstr>
      <vt:lpstr>黑体</vt:lpstr>
      <vt:lpstr>华文新魏</vt:lpstr>
      <vt:lpstr>楷体</vt:lpstr>
      <vt:lpstr>楷体_GB2312</vt:lpstr>
      <vt:lpstr>隶书</vt:lpstr>
      <vt:lpstr>思源黑体 CN Bold</vt:lpstr>
      <vt:lpstr>宋体</vt:lpstr>
      <vt:lpstr>微软雅黑</vt:lpstr>
      <vt:lpstr>微软雅黑</vt:lpstr>
      <vt:lpstr>Arial</vt:lpstr>
      <vt:lpstr>Arial Black</vt:lpstr>
      <vt:lpstr>Calibri</vt:lpstr>
      <vt:lpstr>Cambria Math</vt:lpstr>
      <vt:lpstr>Courier New</vt:lpstr>
      <vt:lpstr>Times New Roman</vt:lpstr>
      <vt:lpstr>Wingdings</vt:lpstr>
      <vt:lpstr>1_默认设计模板</vt:lpstr>
      <vt:lpstr>Pixel</vt:lpstr>
      <vt:lpstr>公式</vt:lpstr>
      <vt:lpstr>Visio.Drawing.5</vt:lpstr>
      <vt:lpstr>Equation</vt:lpstr>
      <vt:lpstr>文档</vt:lpstr>
      <vt:lpstr>Equation.3</vt:lpstr>
      <vt:lpstr>第五章 数组和广义表</vt:lpstr>
      <vt:lpstr>目录（Contents）</vt:lpstr>
      <vt:lpstr>PowerPoint 演示文稿</vt:lpstr>
      <vt:lpstr>数组</vt:lpstr>
      <vt:lpstr>数组</vt:lpstr>
      <vt:lpstr>PowerPoint 演示文稿</vt:lpstr>
      <vt:lpstr>抽象数据类型定义</vt:lpstr>
      <vt:lpstr>目录（Contents）</vt:lpstr>
      <vt:lpstr>数组的存储结构</vt:lpstr>
      <vt:lpstr>PowerPoint 演示文稿</vt:lpstr>
      <vt:lpstr>二维数组</vt:lpstr>
      <vt:lpstr>多维数组</vt:lpstr>
      <vt:lpstr>PowerPoint 演示文稿</vt:lpstr>
      <vt:lpstr>二维数组的顺序存储表示</vt:lpstr>
      <vt:lpstr>PowerPoint 演示文稿</vt:lpstr>
      <vt:lpstr>三维数组的顺序存储</vt:lpstr>
      <vt:lpstr>PowerPoint 演示文稿</vt:lpstr>
      <vt:lpstr>PowerPoint 演示文稿</vt:lpstr>
      <vt:lpstr>PowerPoint 演示文稿</vt:lpstr>
      <vt:lpstr>课堂练习 3</vt:lpstr>
      <vt:lpstr>课堂练习 4</vt:lpstr>
      <vt:lpstr>二维数组的动态定义与创建（C++）</vt:lpstr>
      <vt:lpstr>目录（Contents）</vt:lpstr>
      <vt:lpstr>PowerPoint 演示文稿</vt:lpstr>
      <vt:lpstr>PowerPoint 演示文稿</vt:lpstr>
      <vt:lpstr>对称矩阵的压缩存储</vt:lpstr>
      <vt:lpstr>对称矩阵的压缩存储</vt:lpstr>
      <vt:lpstr>下三角矩阵的压缩存储</vt:lpstr>
      <vt:lpstr>下三角矩阵的压缩存储</vt:lpstr>
      <vt:lpstr>上三角矩阵的压缩存储</vt:lpstr>
      <vt:lpstr>上三角矩阵的压缩存储</vt:lpstr>
      <vt:lpstr>课堂练习 5</vt:lpstr>
      <vt:lpstr>对角矩阵（带状矩阵）</vt:lpstr>
      <vt:lpstr>三对角阵的压缩存储</vt:lpstr>
      <vt:lpstr>目录（Contents）</vt:lpstr>
      <vt:lpstr>稀疏矩阵</vt:lpstr>
      <vt:lpstr>稀疏矩阵</vt:lpstr>
      <vt:lpstr>稀疏矩阵的压缩存储</vt:lpstr>
      <vt:lpstr>三元组顺序表</vt:lpstr>
      <vt:lpstr>稀疏矩阵的转置运算</vt:lpstr>
      <vt:lpstr>PowerPoint 演示文稿</vt:lpstr>
      <vt:lpstr>PowerPoint 演示文稿</vt:lpstr>
      <vt:lpstr>稀疏矩阵及其转置的三元组顺序表表示</vt:lpstr>
      <vt:lpstr>稀疏矩阵转置算法的基本思想</vt:lpstr>
      <vt:lpstr>稀疏矩阵转置算法</vt:lpstr>
      <vt:lpstr>稀疏矩阵的转置算法</vt:lpstr>
      <vt:lpstr>快速转置算法</vt:lpstr>
      <vt:lpstr>快速转置算法</vt:lpstr>
      <vt:lpstr>快速转置算法</vt:lpstr>
      <vt:lpstr>快速转置算法</vt:lpstr>
      <vt:lpstr>快速转置算法</vt:lpstr>
      <vt:lpstr>行逻辑链接的顺序表</vt:lpstr>
      <vt:lpstr>行逻辑链接的顺序表</vt:lpstr>
      <vt:lpstr>稀疏矩阵的链式表示</vt:lpstr>
      <vt:lpstr>十字链表</vt:lpstr>
      <vt:lpstr>十字链表</vt:lpstr>
      <vt:lpstr>十字链表</vt:lpstr>
      <vt:lpstr>十字链表</vt:lpstr>
      <vt:lpstr>十字链表示例</vt:lpstr>
      <vt:lpstr>课堂练习 6</vt:lpstr>
      <vt:lpstr>目录（Contents）</vt:lpstr>
      <vt:lpstr>广义表</vt:lpstr>
      <vt:lpstr>广义表的表头和表尾</vt:lpstr>
      <vt:lpstr>课堂练习 7</vt:lpstr>
      <vt:lpstr>PowerPoint 演示文稿</vt:lpstr>
      <vt:lpstr>广义表的逻辑结构</vt:lpstr>
      <vt:lpstr>PowerPoint 演示文稿</vt:lpstr>
      <vt:lpstr>示例：求下列广义表的长度和深度</vt:lpstr>
      <vt:lpstr>目录（Contents）</vt:lpstr>
      <vt:lpstr>广义表的链式表示</vt:lpstr>
      <vt:lpstr>广义表的存储结构</vt:lpstr>
      <vt:lpstr>广义表的存储结构定义</vt:lpstr>
      <vt:lpstr>示例：二元多项式的表示</vt:lpstr>
      <vt:lpstr>广义表的运算</vt:lpstr>
      <vt:lpstr>递归算法设计1</vt:lpstr>
      <vt:lpstr>递归算法设计2</vt:lpstr>
      <vt:lpstr>广义表基本算法设计</vt:lpstr>
      <vt:lpstr>PowerPoint 演示文稿</vt:lpstr>
    </vt:vector>
  </TitlesOfParts>
  <Company>bjfu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c:title>
  <dc:creator>lidongmei</dc:creator>
  <cp:lastModifiedBy>Wang Qiuyue</cp:lastModifiedBy>
  <cp:revision>1320</cp:revision>
  <dcterms:created xsi:type="dcterms:W3CDTF">1996-07-15T15:40:02Z</dcterms:created>
  <dcterms:modified xsi:type="dcterms:W3CDTF">2024-11-02T04:30:48Z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0B6E82A30E76405FB46D64E2AA695A58</vt:lpwstr>
  </property>
</Properties>
</file>